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"/>
  </p:notesMasterIdLst>
  <p:sldIdLst>
    <p:sldId id="2147482977" r:id="rId2"/>
    <p:sldId id="2147482974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Formations partenaires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 b="1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Juil-Août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</c:v>
                </c:pt>
                <c:pt idx="1">
                  <c:v>14</c:v>
                </c:pt>
                <c:pt idx="2">
                  <c:v>19</c:v>
                </c:pt>
                <c:pt idx="3">
                  <c:v>18</c:v>
                </c:pt>
                <c:pt idx="4">
                  <c:v>13</c:v>
                </c:pt>
                <c:pt idx="5">
                  <c:v>16</c:v>
                </c:pt>
                <c:pt idx="6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Visites ophtalmologues</c:v>
                </c:pt>
              </c:strCache>
            </c:strRef>
          </c:tx>
          <c:spPr>
            <a:solidFill>
              <a:srgbClr val="F2994A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 b="1">
                    <a:solidFill>
                      <a:srgbClr val="F2994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Juil-Août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6</c:v>
                </c:pt>
                <c:pt idx="3">
                  <c:v>13</c:v>
                </c:pt>
                <c:pt idx="4">
                  <c:v>2</c:v>
                </c:pt>
                <c:pt idx="5">
                  <c:v>4</c:v>
                </c:pt>
                <c:pt idx="6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Formations internes</c:v>
                </c:pt>
              </c:strCache>
            </c:strRef>
          </c:tx>
          <c:spPr>
            <a:solidFill>
              <a:srgbClr val="5C8DB8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 b="1">
                    <a:solidFill>
                      <a:srgbClr val="5C8DB8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  <c:pt idx="6">
                  <c:v>Juil-Août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8</c:v>
                </c:pt>
                <c:pt idx="5">
                  <c:v>2</c:v>
                </c:pt>
                <c:pt idx="6">
                  <c:v>4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8F0"/>
            </a:solidFill>
          </a:ln>
        </c:spPr>
        <c:txPr>
          <a:bodyPr/>
          <a:lstStyle/>
          <a:p>
            <a:pPr>
              <a:defRPr sz="1000" b="1">
                <a:solidFill>
                  <a:srgbClr val="1E276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>
          <c:spPr>
            <a:ln w="9525">
              <a:solidFill>
                <a:srgbClr val="E4E8F0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7085"/>
                </a:solidFill>
              </a:defRPr>
            </a:pPr>
          </a:p>
        </c:txPr>
        <c:crossAx val="-2068027336"/>
        <c:crosses val="autoZero"/>
        <c:majorUnit val="15.0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667085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6670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2994A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5C8DB8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Partenaires</c:v>
                </c:pt>
                <c:pt idx="1">
                  <c:v>Ophtalmologues</c:v>
                </c:pt>
                <c:pt idx="2">
                  <c:v>Internes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</c:v>
                </c:pt>
                <c:pt idx="1">
                  <c:v>51</c:v>
                </c:pt>
                <c:pt idx="2">
                  <c:v>24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50">
              <a:solidFill>
                <a:srgbClr val="66708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67085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Formations internes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DÉC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Webinaires</c:v>
                </c:pt>
              </c:strCache>
            </c:strRef>
          </c:tx>
          <c:spPr>
            <a:solidFill>
              <a:srgbClr val="F2994A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100" b="1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DÉC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8F0"/>
            </a:solidFill>
          </a:ln>
        </c:spPr>
        <c:txPr>
          <a:bodyPr/>
          <a:lstStyle/>
          <a:p>
            <a:pPr>
              <a:defRPr sz="1000" b="1">
                <a:solidFill>
                  <a:srgbClr val="1E276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7085"/>
                </a:solidFill>
              </a:defRPr>
            </a:pPr>
          </a:p>
        </c:txPr>
        <c:crossAx val="-2068027336"/>
        <c:crosses val="autoZero"/>
        <c:majorUnit val="1.0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667085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6670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dPt>
            <c:idx val="0"/>
            <c:spPr>
              <a:solidFill>
                <a:srgbClr val="1E2761"/>
              </a:solidFill>
              <a:ln>
                <a:noFill/>
              </a:ln>
            </c:spPr>
          </c:dPt>
          <c:dPt>
            <c:idx val="1"/>
            <c:spPr>
              <a:solidFill>
                <a:srgbClr val="1E2761"/>
              </a:solidFill>
              <a:ln>
                <a:noFill/>
              </a:ln>
            </c:spPr>
          </c:dPt>
          <c:dPt>
            <c:idx val="2"/>
            <c:spPr>
              <a:solidFill>
                <a:srgbClr val="1E2761"/>
              </a:solidFill>
              <a:ln>
                <a:noFill/>
              </a:ln>
            </c:spPr>
          </c:dPt>
          <c:dPt>
            <c:idx val="3"/>
            <c:spPr>
              <a:solidFill>
                <a:srgbClr val="1E2761"/>
              </a:solidFill>
              <a:ln>
                <a:noFill/>
              </a:ln>
            </c:spPr>
          </c:dPt>
          <c:dPt>
            <c:idx val="4"/>
            <c:spPr>
              <a:solidFill>
                <a:srgbClr val="F2994A"/>
              </a:solidFill>
              <a:ln>
                <a:noFill/>
              </a:ln>
            </c:spPr>
          </c:dPt>
          <c:dLbls>
            <c:txPr>
              <a:bodyPr/>
              <a:lstStyle/>
              <a:p>
                <a:pPr>
                  <a:defRPr sz="1050" b="1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PAL Essilor</c:v>
                </c:pt>
                <c:pt idx="1">
                  <c:v>Nikon Z FSV</c:v>
                </c:pt>
                <c:pt idx="2">
                  <c:v>Varilux Shift</c:v>
                </c:pt>
                <c:pt idx="3">
                  <c:v>Kodak FSV</c:v>
                </c:pt>
                <c:pt idx="4">
                  <c:v>Stellest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4E8F0"/>
            </a:solidFill>
          </a:ln>
        </c:spPr>
        <c:txPr>
          <a:bodyPr/>
          <a:lstStyle/>
          <a:p>
            <a:pPr>
              <a:defRPr sz="1050" b="1">
                <a:solidFill>
                  <a:srgbClr val="1E276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7085"/>
                </a:solidFill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000">
          <a:solidFill>
            <a:srgbClr val="6670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3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8">
          <a:extLst>
            <a:ext uri="{FF2B5EF4-FFF2-40B4-BE49-F238E27FC236}">
              <a16:creationId xmlns:a16="http://schemas.microsoft.com/office/drawing/2014/main" id="{0F291A2B-BF36-01CB-D471-9B82B446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12:notes">
            <a:extLst>
              <a:ext uri="{FF2B5EF4-FFF2-40B4-BE49-F238E27FC236}">
                <a16:creationId xmlns:a16="http://schemas.microsoft.com/office/drawing/2014/main" id="{B918FE6B-59E1-6E8B-19AF-8B871134B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31" tIns="48302" rIns="96631" bIns="48302" anchor="t" anchorCtr="0">
            <a:noAutofit/>
          </a:bodyPr>
          <a:lstStyle/>
          <a:p>
            <a:r>
              <a:t>Chiffres consolidés mois par mois depuis le MBR (Jan → Août 2026).</a:t>
            </a:r>
          </a:p>
          <a:p>
            <a:r>
              <a:t>Formations partenaires : 19+14+19+18+13+16+38 = 137.</a:t>
            </a:r>
          </a:p>
          <a:p>
            <a:r>
              <a:t>Visites ophtalmologues : 4+4+6+13+2+4+18 = 51.</a:t>
            </a:r>
          </a:p>
          <a:p>
            <a:r>
              <a:t>Formations internes : 2+2+2+4+8+2+4 = 24.  Total = 212 actions.</a:t>
            </a:r>
          </a:p>
          <a:p>
            <a:r>
              <a:t>Congrès SMO (183+), 8 villes, 6 Roadshows Kodak, 2 webinaires (Leonardo 34 participants, Confort visuel 72) et les indicateurs Leonardo proviennent du bilan consolidé DOP.</a:t>
            </a:r>
          </a:p>
        </p:txBody>
      </p:sp>
      <p:sp>
        <p:nvSpPr>
          <p:cNvPr id="2470" name="Google Shape;2470;p12:notes">
            <a:extLst>
              <a:ext uri="{FF2B5EF4-FFF2-40B4-BE49-F238E27FC236}">
                <a16:creationId xmlns:a16="http://schemas.microsoft.com/office/drawing/2014/main" id="{48724DFC-97CB-F384-E2F9-75D20FB7B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92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8">
          <a:extLst>
            <a:ext uri="{FF2B5EF4-FFF2-40B4-BE49-F238E27FC236}">
              <a16:creationId xmlns:a16="http://schemas.microsoft.com/office/drawing/2014/main" id="{6C6905AC-AE0D-1D17-77E5-123D1EA3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12:notes">
            <a:extLst>
              <a:ext uri="{FF2B5EF4-FFF2-40B4-BE49-F238E27FC236}">
                <a16:creationId xmlns:a16="http://schemas.microsoft.com/office/drawing/2014/main" id="{DFCA93FD-BB71-B62C-DE14-994E497C3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31" tIns="48302" rIns="96631" bIns="48302" anchor="t" anchorCtr="0">
            <a:noAutofit/>
          </a:bodyPr>
          <a:lstStyle/>
          <a:p>
            <a:r>
              <a:t>5 formations internes : Kodak FSV (sept), Stellest (oct), Varilux Shift et Nikon Z FSV (nov), Stellest (déc).</a:t>
            </a:r>
          </a:p>
          <a:p>
            <a:r>
              <a:t>5 webinaires : Kodak FSV (sept), Stellest S1 (oct), PAL Essilor Intro et Varilux Shift (nov), Stellest S2 (déc).</a:t>
            </a:r>
          </a:p>
          <a:p>
            <a:r>
              <a:t>7 groupes partenaires ciblés : Lynx, Krys, Galerie, Comptoir, Santé Vision, Oudghiri, Laalej.</a:t>
            </a:r>
          </a:p>
          <a:p>
            <a:r>
              <a:t>Challenge Leonardo : le département le plus engagé remporte également un petit-déjeuner d'équipe. Session de rappel interne fin septembre.</a:t>
            </a:r>
          </a:p>
        </p:txBody>
      </p:sp>
      <p:sp>
        <p:nvSpPr>
          <p:cNvPr id="2470" name="Google Shape;2470;p12:notes">
            <a:extLst>
              <a:ext uri="{FF2B5EF4-FFF2-40B4-BE49-F238E27FC236}">
                <a16:creationId xmlns:a16="http://schemas.microsoft.com/office/drawing/2014/main" id="{A439391A-20CA-97C6-F51B-C318CCCCDF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109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CD72903-C136-4D55-AAF3-D23774DBDA13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2505D6-141F-4241-B1D1-16D06DDC5E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13230"/>
            <a:ext cx="2407305" cy="261610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5220BDED-865B-4A76-9DEE-723C9B90F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85806" y="364349"/>
            <a:ext cx="4788694" cy="553998"/>
          </a:xfrm>
        </p:spPr>
        <p:txBody>
          <a:bodyPr anchor="t" anchorCtr="0"/>
          <a:lstStyle>
            <a:lvl1pPr>
              <a:defRPr sz="2000"/>
            </a:lvl1pPr>
          </a:lstStyle>
          <a:p>
            <a:r>
              <a:rPr lang="en-US"/>
              <a:t>Title Presentation could be written</a:t>
            </a:r>
            <a:br>
              <a:rPr lang="en-US"/>
            </a:br>
            <a:r>
              <a:rPr lang="en-US"/>
              <a:t>in more than one line.</a:t>
            </a:r>
            <a:endParaRPr lang="fr-FR"/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935E4AEE-3C85-40AB-945E-6B317A06E8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85806" y="6232401"/>
            <a:ext cx="4788694" cy="180499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fr-FR"/>
              <a:t>Date (e.g. April, 2021)</a:t>
            </a:r>
          </a:p>
        </p:txBody>
      </p:sp>
    </p:spTree>
    <p:extLst>
      <p:ext uri="{BB962C8B-B14F-4D97-AF65-F5344CB8AC3E}">
        <p14:creationId xmlns:p14="http://schemas.microsoft.com/office/powerpoint/2010/main" val="427885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69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pos="4464">
          <p15:clr>
            <a:srgbClr val="FBAE40"/>
          </p15:clr>
        </p15:guide>
        <p15:guide id="6" pos="3217">
          <p15:clr>
            <a:srgbClr val="FBAE40"/>
          </p15:clr>
        </p15:guide>
        <p15:guide id="8" pos="74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bis_cov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FC986EB-EA53-4831-97B0-833F41A66B9B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2505D6-141F-4241-B1D1-16D06DDC5E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13230"/>
            <a:ext cx="2407305" cy="261610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5220BDED-865B-4A76-9DEE-723C9B90F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85806" y="364349"/>
            <a:ext cx="4788694" cy="553998"/>
          </a:xfrm>
        </p:spPr>
        <p:txBody>
          <a:bodyPr anchor="t" anchorCtr="0"/>
          <a:lstStyle>
            <a:lvl1pPr>
              <a:defRPr sz="2000"/>
            </a:lvl1pPr>
          </a:lstStyle>
          <a:p>
            <a:r>
              <a:rPr lang="en-US"/>
              <a:t>Title Presentation could be written</a:t>
            </a:r>
            <a:br>
              <a:rPr lang="en-US"/>
            </a:br>
            <a:r>
              <a:rPr lang="en-US"/>
              <a:t>in more than one line.</a:t>
            </a:r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6865861-41D4-4D02-866A-F601627AD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85806" y="6232401"/>
            <a:ext cx="4788694" cy="180499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fr-FR"/>
              <a:t>Date (e.g. April, 2021)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78B624B0-2BE4-4517-99D7-32C77D8742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1337913"/>
            <a:ext cx="12192000" cy="4605689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7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69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pos="4464">
          <p15:clr>
            <a:srgbClr val="FBAE40"/>
          </p15:clr>
        </p15:guide>
        <p15:guide id="6" pos="3217">
          <p15:clr>
            <a:srgbClr val="FBAE40"/>
          </p15:clr>
        </p15:guide>
        <p15:guide id="7" pos="200">
          <p15:clr>
            <a:srgbClr val="FBAE40"/>
          </p15:clr>
        </p15:guide>
        <p15:guide id="8" pos="74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C5A83C50-E07C-4532-BDC8-FDD52925AD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"/>
            <a:ext cx="12192000" cy="6858000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tabLst>
                <a:tab pos="4394182" algn="l"/>
              </a:tabLst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F4AC5C1A-1F86-4D4A-A079-5A9807B5676B}"/>
              </a:ext>
            </a:extLst>
          </p:cNvPr>
          <p:cNvSpPr/>
          <p:nvPr/>
        </p:nvSpPr>
        <p:spPr>
          <a:xfrm>
            <a:off x="318001" y="6378298"/>
            <a:ext cx="11556000" cy="1"/>
          </a:xfrm>
          <a:prstGeom prst="line">
            <a:avLst/>
          </a:prstGeom>
          <a:ln w="635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B6E832D-166E-47E1-A53A-C8B6BDC894F0}"/>
              </a:ext>
            </a:extLst>
          </p:cNvPr>
          <p:cNvGrpSpPr/>
          <p:nvPr/>
        </p:nvGrpSpPr>
        <p:grpSpPr>
          <a:xfrm>
            <a:off x="318000" y="6484706"/>
            <a:ext cx="110083" cy="48171"/>
            <a:chOff x="638702" y="12969409"/>
            <a:chExt cx="220166" cy="96341"/>
          </a:xfrm>
          <a:solidFill>
            <a:schemeClr val="bg1"/>
          </a:solidFill>
        </p:grpSpPr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FD5B2E98-39FB-4AAE-90A7-5C66DFB2A294}"/>
                </a:ext>
              </a:extLst>
            </p:cNvPr>
            <p:cNvSpPr/>
            <p:nvPr/>
          </p:nvSpPr>
          <p:spPr>
            <a:xfrm>
              <a:off x="638702" y="12969409"/>
              <a:ext cx="96340" cy="9634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AE3312C8-59D7-4CEF-8E7C-5564ED66379E}"/>
                </a:ext>
              </a:extLst>
            </p:cNvPr>
            <p:cNvSpPr/>
            <p:nvPr/>
          </p:nvSpPr>
          <p:spPr>
            <a:xfrm>
              <a:off x="762528" y="12969409"/>
              <a:ext cx="96340" cy="9634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10" name="Strictly confidential - for internal use only. Do not share or forward.">
            <a:extLst>
              <a:ext uri="{FF2B5EF4-FFF2-40B4-BE49-F238E27FC236}">
                <a16:creationId xmlns:a16="http://schemas.microsoft.com/office/drawing/2014/main" id="{5AE3313D-D843-42AC-89B9-7860DE4809A7}"/>
              </a:ext>
            </a:extLst>
          </p:cNvPr>
          <p:cNvSpPr txBox="1"/>
          <p:nvPr/>
        </p:nvSpPr>
        <p:spPr>
          <a:xfrm>
            <a:off x="5244525" y="6492508"/>
            <a:ext cx="1702952" cy="62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 b="0">
                <a:solidFill>
                  <a:srgbClr val="BCBEC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sz="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Strictly confidential - for internal use only. Do not share or forward.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E324D24-1968-48F6-983F-F1D59572AF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353" y="6462675"/>
            <a:ext cx="745355" cy="8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3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agenda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Agenda &amp; speakers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AE034C4-3FD5-4EF7-9AF8-9EEB544DCB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8001" y="1849574"/>
            <a:ext cx="2958600" cy="225575"/>
          </a:xfrm>
        </p:spPr>
        <p:txBody>
          <a:bodyPr lIns="0"/>
          <a:lstStyle>
            <a:lvl1pPr marL="0" indent="0">
              <a:spcBef>
                <a:spcPts val="0"/>
              </a:spcBef>
              <a:spcAft>
                <a:spcPts val="900"/>
              </a:spcAft>
              <a:buFont typeface="+mj-lt"/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 err="1"/>
              <a:t>Title</a:t>
            </a:r>
            <a:endParaRPr lang="fr-FR"/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CE105510-1B40-4D79-9694-FAFA400347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499" y="2690975"/>
            <a:ext cx="2958599" cy="518539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fr-FR"/>
              <a:t>Speakers</a:t>
            </a:r>
          </a:p>
          <a:p>
            <a:pPr lvl="0"/>
            <a:r>
              <a:rPr lang="fr-FR"/>
              <a:t>Lorem ipsum…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207F4AEF-7E2B-49FB-870E-456DDD5E55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8001" y="3809442"/>
            <a:ext cx="2958600" cy="225575"/>
          </a:xfrm>
        </p:spPr>
        <p:txBody>
          <a:bodyPr lIns="0"/>
          <a:lstStyle>
            <a:lvl1pPr marL="0" indent="0">
              <a:spcBef>
                <a:spcPts val="0"/>
              </a:spcBef>
              <a:spcAft>
                <a:spcPts val="900"/>
              </a:spcAft>
              <a:buFont typeface="+mj-lt"/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Timing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F4FCC2CA-5BC4-41DF-871E-157E49B0B8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37501" y="1849574"/>
            <a:ext cx="2958600" cy="225575"/>
          </a:xfrm>
        </p:spPr>
        <p:txBody>
          <a:bodyPr lIns="0"/>
          <a:lstStyle>
            <a:lvl1pPr marL="0" indent="0">
              <a:spcBef>
                <a:spcPts val="0"/>
              </a:spcBef>
              <a:spcAft>
                <a:spcPts val="900"/>
              </a:spcAft>
              <a:buFont typeface="+mj-lt"/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 err="1"/>
              <a:t>Title</a:t>
            </a:r>
            <a:endParaRPr lang="fr-FR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02D23D89-19DB-4984-9A3E-49E630E0E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36999" y="2690975"/>
            <a:ext cx="2958599" cy="518539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fr-FR"/>
              <a:t>Speakers</a:t>
            </a:r>
          </a:p>
          <a:p>
            <a:pPr lvl="0"/>
            <a:r>
              <a:rPr lang="fr-FR"/>
              <a:t>Lorem ipsum…</a:t>
            </a:r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19A8252C-5F8A-49A9-B203-E6B4F4FE2C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37501" y="3809442"/>
            <a:ext cx="2958600" cy="225575"/>
          </a:xfrm>
        </p:spPr>
        <p:txBody>
          <a:bodyPr lIns="0"/>
          <a:lstStyle>
            <a:lvl1pPr marL="0" indent="0">
              <a:spcBef>
                <a:spcPts val="0"/>
              </a:spcBef>
              <a:spcAft>
                <a:spcPts val="900"/>
              </a:spcAft>
              <a:buFont typeface="+mj-lt"/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Timing</a:t>
            </a: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FA489FF3-4C05-4F73-B867-B4DD6D4E74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56499" y="1849574"/>
            <a:ext cx="2958600" cy="225575"/>
          </a:xfrm>
        </p:spPr>
        <p:txBody>
          <a:bodyPr lIns="0"/>
          <a:lstStyle>
            <a:lvl1pPr marL="0" indent="0">
              <a:spcBef>
                <a:spcPts val="0"/>
              </a:spcBef>
              <a:spcAft>
                <a:spcPts val="900"/>
              </a:spcAft>
              <a:buFont typeface="+mj-lt"/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 err="1"/>
              <a:t>Title</a:t>
            </a:r>
            <a:endParaRPr lang="fr-FR"/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38C37CEF-A3A4-4CD8-8F3D-65E036586A3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55997" y="2690975"/>
            <a:ext cx="2958599" cy="518539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fr-FR"/>
              <a:t>Speakers</a:t>
            </a:r>
          </a:p>
          <a:p>
            <a:pPr lvl="0"/>
            <a:r>
              <a:rPr lang="fr-FR"/>
              <a:t>Lorem ipsum…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1B1D832A-67A8-4D63-AD5F-65BABEE12C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56499" y="3809442"/>
            <a:ext cx="2958600" cy="225575"/>
          </a:xfrm>
        </p:spPr>
        <p:txBody>
          <a:bodyPr lIns="0"/>
          <a:lstStyle>
            <a:lvl1pPr marL="0" indent="0">
              <a:spcBef>
                <a:spcPts val="0"/>
              </a:spcBef>
              <a:spcAft>
                <a:spcPts val="900"/>
              </a:spcAft>
              <a:buFont typeface="+mj-lt"/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Timing</a:t>
            </a:r>
          </a:p>
        </p:txBody>
      </p:sp>
    </p:spTree>
    <p:extLst>
      <p:ext uri="{BB962C8B-B14F-4D97-AF65-F5344CB8AC3E}">
        <p14:creationId xmlns:p14="http://schemas.microsoft.com/office/powerpoint/2010/main" val="406065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ndex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Index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F199292-1928-4ECA-8918-3A3C00068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05651" y="367906"/>
            <a:ext cx="4768850" cy="3558186"/>
          </a:xfrm>
        </p:spPr>
        <p:txBody>
          <a:bodyPr lIns="0"/>
          <a:lstStyle>
            <a:lvl1pPr marL="0" indent="0">
              <a:spcBef>
                <a:spcPts val="0"/>
              </a:spcBef>
              <a:spcAft>
                <a:spcPts val="900"/>
              </a:spcAft>
              <a:buFont typeface="+mj-lt"/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 err="1"/>
              <a:t>Title</a:t>
            </a:r>
            <a:endParaRPr lang="fr-FR"/>
          </a:p>
          <a:p>
            <a:pPr lvl="0"/>
            <a:r>
              <a:rPr lang="fr-FR" err="1"/>
              <a:t>Title</a:t>
            </a:r>
            <a:endParaRPr lang="fr-FR"/>
          </a:p>
          <a:p>
            <a:pPr lvl="0"/>
            <a:r>
              <a:rPr lang="fr-FR" err="1"/>
              <a:t>Title</a:t>
            </a:r>
            <a:endParaRPr lang="fr-FR"/>
          </a:p>
          <a:p>
            <a:pPr lvl="0"/>
            <a:r>
              <a:rPr lang="fr-FR" err="1"/>
              <a:t>Title</a:t>
            </a:r>
            <a:endParaRPr lang="fr-FR"/>
          </a:p>
          <a:p>
            <a:pPr lvl="0"/>
            <a:r>
              <a:rPr lang="fr-FR" err="1"/>
              <a:t>Title</a:t>
            </a:r>
            <a:endParaRPr lang="fr-FR"/>
          </a:p>
          <a:p>
            <a:pPr lvl="0"/>
            <a:r>
              <a:rPr lang="fr-FR" err="1"/>
              <a:t>Title</a:t>
            </a:r>
            <a:endParaRPr lang="fr-FR"/>
          </a:p>
          <a:p>
            <a:pPr lvl="0"/>
            <a:r>
              <a:rPr lang="fr-FR" err="1"/>
              <a:t>Title</a:t>
            </a:r>
            <a:endParaRPr lang="fr-FR"/>
          </a:p>
          <a:p>
            <a:pPr lvl="0"/>
            <a:r>
              <a:rPr lang="fr-FR" err="1"/>
              <a:t>Title</a:t>
            </a:r>
            <a:endParaRPr lang="fr-FR"/>
          </a:p>
          <a:p>
            <a:pPr lvl="0"/>
            <a:r>
              <a:rPr lang="fr-FR" err="1"/>
              <a:t>Title</a:t>
            </a:r>
            <a:endParaRPr lang="fr-FR"/>
          </a:p>
          <a:p>
            <a:pPr lvl="0"/>
            <a:r>
              <a:rPr lang="fr-FR" err="1"/>
              <a:t>Title</a:t>
            </a:r>
            <a:endParaRPr lang="fr-FR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0BA1441B-F267-4449-9C4D-239357C3E2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367906"/>
            <a:ext cx="799042" cy="3558186"/>
          </a:xfrm>
        </p:spPr>
        <p:txBody>
          <a:bodyPr lIns="0"/>
          <a:lstStyle>
            <a:lvl1pPr marL="0" indent="0" algn="r">
              <a:spcBef>
                <a:spcPts val="0"/>
              </a:spcBef>
              <a:spcAft>
                <a:spcPts val="900"/>
              </a:spcAft>
              <a:buFont typeface="+mj-lt"/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1</a:t>
            </a:r>
          </a:p>
          <a:p>
            <a:pPr lvl="0"/>
            <a:r>
              <a:rPr lang="fr-FR"/>
              <a:t>2</a:t>
            </a:r>
          </a:p>
          <a:p>
            <a:pPr lvl="0"/>
            <a:r>
              <a:rPr lang="fr-FR"/>
              <a:t>3</a:t>
            </a:r>
          </a:p>
          <a:p>
            <a:pPr lvl="0"/>
            <a:r>
              <a:rPr lang="fr-FR"/>
              <a:t>4</a:t>
            </a:r>
          </a:p>
          <a:p>
            <a:pPr lvl="0"/>
            <a:r>
              <a:rPr lang="fr-FR"/>
              <a:t>5</a:t>
            </a:r>
          </a:p>
          <a:p>
            <a:pPr lvl="0"/>
            <a:r>
              <a:rPr lang="fr-FR"/>
              <a:t>6</a:t>
            </a:r>
          </a:p>
          <a:p>
            <a:pPr lvl="0"/>
            <a:r>
              <a:rPr lang="fr-FR"/>
              <a:t>7</a:t>
            </a:r>
          </a:p>
          <a:p>
            <a:pPr lvl="0"/>
            <a:r>
              <a:rPr lang="fr-FR"/>
              <a:t>8</a:t>
            </a:r>
          </a:p>
          <a:p>
            <a:pPr lvl="0"/>
            <a:r>
              <a:rPr lang="fr-FR"/>
              <a:t>9</a:t>
            </a:r>
          </a:p>
          <a:p>
            <a:pPr lvl="0"/>
            <a:r>
              <a:rPr lang="fr-FR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66495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+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78" y="275590"/>
            <a:ext cx="11576685" cy="346249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367BEEA9-489F-44E2-97C4-514A680404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500" y="1289936"/>
            <a:ext cx="11574463" cy="113082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0655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+subtitle+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367BEEA9-489F-44E2-97C4-514A680404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500" y="1289936"/>
            <a:ext cx="11574463" cy="113082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05CAD60-F5E8-401E-BD1E-32449BDB73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</a:t>
            </a:r>
            <a:r>
              <a:rPr lang="fr-FR" err="1"/>
              <a:t>Text</a:t>
            </a:r>
            <a:r>
              <a:rPr lang="fr-FR"/>
              <a:t> + </a:t>
            </a:r>
            <a:r>
              <a:rPr lang="fr-FR" err="1"/>
              <a:t>Subtitle</a:t>
            </a:r>
            <a:endParaRPr lang="fr-FR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7612FAEC-FFEA-44BE-AC43-348F6E2637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31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+text*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78" y="275590"/>
            <a:ext cx="11576685" cy="346249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367BEEA9-489F-44E2-97C4-514A680404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501" y="1289935"/>
            <a:ext cx="5309888" cy="1110753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sp>
        <p:nvSpPr>
          <p:cNvPr id="6" name="Espace réservé du texte 9">
            <a:extLst>
              <a:ext uri="{FF2B5EF4-FFF2-40B4-BE49-F238E27FC236}">
                <a16:creationId xmlns:a16="http://schemas.microsoft.com/office/drawing/2014/main" id="{F3B6B0CF-676D-42E4-B2BC-6ADA2D065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2075" y="1289935"/>
            <a:ext cx="5309888" cy="1110753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2796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+sub+text+imag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Image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CE443CC-E865-4248-945A-74F49737C7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500" y="1289936"/>
            <a:ext cx="5778500" cy="113082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sp>
        <p:nvSpPr>
          <p:cNvPr id="14" name="Espace réservé pour une image  4">
            <a:extLst>
              <a:ext uri="{FF2B5EF4-FFF2-40B4-BE49-F238E27FC236}">
                <a16:creationId xmlns:a16="http://schemas.microsoft.com/office/drawing/2014/main" id="{A096E5B5-A1D8-4769-A5C0-96BAF472B3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2001" y="1337912"/>
            <a:ext cx="4762500" cy="4516788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5739CE0A-7506-4A6B-9922-4830743E9E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69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+sub+text+image*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11556501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</a:t>
            </a:r>
            <a:r>
              <a:rPr lang="fr-FR" err="1"/>
              <a:t>Subtitle</a:t>
            </a:r>
            <a:r>
              <a:rPr lang="fr-FR"/>
              <a:t> + </a:t>
            </a:r>
            <a:r>
              <a:rPr lang="fr-FR" err="1"/>
              <a:t>Text</a:t>
            </a:r>
            <a:r>
              <a:rPr lang="fr-FR"/>
              <a:t> + Images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CE443CC-E865-4248-945A-74F49737C7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501" y="1289935"/>
            <a:ext cx="3572934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  <p:sp>
        <p:nvSpPr>
          <p:cNvPr id="14" name="Espace réservé pour une image  4">
            <a:extLst>
              <a:ext uri="{FF2B5EF4-FFF2-40B4-BE49-F238E27FC236}">
                <a16:creationId xmlns:a16="http://schemas.microsoft.com/office/drawing/2014/main" id="{A096E5B5-A1D8-4769-A5C0-96BAF472B3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69581" y="1858434"/>
            <a:ext cx="3804921" cy="399626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Espace réservé pour une image  4">
            <a:extLst>
              <a:ext uri="{FF2B5EF4-FFF2-40B4-BE49-F238E27FC236}">
                <a16:creationId xmlns:a16="http://schemas.microsoft.com/office/drawing/2014/main" id="{6D1FCBAD-233F-445D-A658-BE9E650510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93540" y="1858433"/>
            <a:ext cx="3804921" cy="399626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D303D873-8EF3-4333-92F0-96E169A203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93541" y="1289935"/>
            <a:ext cx="3572934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0683BBF3-99B9-46E0-8DC2-1D5E2F42C7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9580" y="1289935"/>
            <a:ext cx="3572934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994739B4-16AB-40DA-9A77-58246204F9B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7501" y="1858433"/>
            <a:ext cx="2861734" cy="805940"/>
          </a:xfrm>
        </p:spPr>
        <p:txBody>
          <a:bodyPr/>
          <a:lstStyle>
            <a:lvl1pPr>
              <a:lnSpc>
                <a:spcPct val="114000"/>
              </a:lnSpc>
              <a:defRPr sz="900" b="0"/>
            </a:lvl1pPr>
            <a:lvl2pPr>
              <a:lnSpc>
                <a:spcPct val="114000"/>
              </a:lnSpc>
              <a:defRPr sz="900"/>
            </a:lvl2pPr>
            <a:lvl3pPr>
              <a:lnSpc>
                <a:spcPct val="114000"/>
              </a:lnSpc>
              <a:defRPr sz="900"/>
            </a:lvl3pPr>
            <a:lvl4pPr>
              <a:lnSpc>
                <a:spcPct val="114000"/>
              </a:lnSpc>
              <a:defRPr sz="900"/>
            </a:lvl4pPr>
            <a:lvl5pPr>
              <a:lnSpc>
                <a:spcPct val="114000"/>
              </a:lnSpc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88518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7802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empty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55106D-F51E-47A7-A606-F1F2D0512F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3ED6E0-8778-4EC0-8579-36387D6396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2518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+sub+image*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11556501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Images + Subtitle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Espace réservé pour une image  4">
            <a:extLst>
              <a:ext uri="{FF2B5EF4-FFF2-40B4-BE49-F238E27FC236}">
                <a16:creationId xmlns:a16="http://schemas.microsoft.com/office/drawing/2014/main" id="{A096E5B5-A1D8-4769-A5C0-96BAF472B3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570" y="1858434"/>
            <a:ext cx="5731932" cy="399626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Espace réservé pour une image  4">
            <a:extLst>
              <a:ext uri="{FF2B5EF4-FFF2-40B4-BE49-F238E27FC236}">
                <a16:creationId xmlns:a16="http://schemas.microsoft.com/office/drawing/2014/main" id="{6D1FCBAD-233F-445D-A658-BE9E650510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7501" y="1858433"/>
            <a:ext cx="5731934" cy="399626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D303D873-8EF3-4333-92F0-96E169A203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501" y="1289935"/>
            <a:ext cx="5382457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0683BBF3-99B9-46E0-8DC2-1D5E2F42C7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2568" y="1289935"/>
            <a:ext cx="5382454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473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+sub+image*3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11556501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Images + Subtitle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CE443CC-E865-4248-945A-74F49737C7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501" y="1289935"/>
            <a:ext cx="3572934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  <p:sp>
        <p:nvSpPr>
          <p:cNvPr id="14" name="Espace réservé pour une image  4">
            <a:extLst>
              <a:ext uri="{FF2B5EF4-FFF2-40B4-BE49-F238E27FC236}">
                <a16:creationId xmlns:a16="http://schemas.microsoft.com/office/drawing/2014/main" id="{A096E5B5-A1D8-4769-A5C0-96BAF472B3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69581" y="1858434"/>
            <a:ext cx="3804921" cy="399626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Espace réservé pour une image  4">
            <a:extLst>
              <a:ext uri="{FF2B5EF4-FFF2-40B4-BE49-F238E27FC236}">
                <a16:creationId xmlns:a16="http://schemas.microsoft.com/office/drawing/2014/main" id="{6D1FCBAD-233F-445D-A658-BE9E650510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93540" y="1858433"/>
            <a:ext cx="3804921" cy="399626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D303D873-8EF3-4333-92F0-96E169A203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93541" y="1289935"/>
            <a:ext cx="3572934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0683BBF3-99B9-46E0-8DC2-1D5E2F42C7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9580" y="1289935"/>
            <a:ext cx="3572934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  <p:sp>
        <p:nvSpPr>
          <p:cNvPr id="13" name="Espace réservé pour une image  4">
            <a:extLst>
              <a:ext uri="{FF2B5EF4-FFF2-40B4-BE49-F238E27FC236}">
                <a16:creationId xmlns:a16="http://schemas.microsoft.com/office/drawing/2014/main" id="{8C057C4F-0840-4D49-8AF9-D06A48DDF38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17499" y="1858433"/>
            <a:ext cx="3804921" cy="399626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8307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+image*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11556501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Images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Espace réservé pour une image  4">
            <a:extLst>
              <a:ext uri="{FF2B5EF4-FFF2-40B4-BE49-F238E27FC236}">
                <a16:creationId xmlns:a16="http://schemas.microsoft.com/office/drawing/2014/main" id="{A096E5B5-A1D8-4769-A5C0-96BAF472B3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570" y="828676"/>
            <a:ext cx="5731932" cy="5026024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Espace réservé pour une image  4">
            <a:extLst>
              <a:ext uri="{FF2B5EF4-FFF2-40B4-BE49-F238E27FC236}">
                <a16:creationId xmlns:a16="http://schemas.microsoft.com/office/drawing/2014/main" id="{6D1FCBAD-233F-445D-A658-BE9E650510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7501" y="828676"/>
            <a:ext cx="5731934" cy="5026024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9469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+imag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11556501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Images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pour une image  4">
            <a:extLst>
              <a:ext uri="{FF2B5EF4-FFF2-40B4-BE49-F238E27FC236}">
                <a16:creationId xmlns:a16="http://schemas.microsoft.com/office/drawing/2014/main" id="{6D1FCBAD-233F-445D-A658-BE9E650510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7499" y="828676"/>
            <a:ext cx="11556501" cy="5026024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852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imag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pour une image  4">
            <a:extLst>
              <a:ext uri="{FF2B5EF4-FFF2-40B4-BE49-F238E27FC236}">
                <a16:creationId xmlns:a16="http://schemas.microsoft.com/office/drawing/2014/main" id="{6D1FCBAD-233F-445D-A658-BE9E650510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7499" y="326573"/>
            <a:ext cx="11556501" cy="5528128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7816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4*image+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4 images +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BF1CC213-E7B2-48A2-AB49-6A733C03012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500" y="4327909"/>
            <a:ext cx="2834774" cy="524550"/>
          </a:xfrm>
          <a:solidFill>
            <a:schemeClr val="tx1"/>
          </a:solidFill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21" name="Espace réservé pour une image  4">
            <a:extLst>
              <a:ext uri="{FF2B5EF4-FFF2-40B4-BE49-F238E27FC236}">
                <a16:creationId xmlns:a16="http://schemas.microsoft.com/office/drawing/2014/main" id="{97F15E63-9B20-4F9C-933F-2505AE653B3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7500" y="1350433"/>
            <a:ext cx="2834775" cy="297747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2" name="Espace réservé du texte 8">
            <a:extLst>
              <a:ext uri="{FF2B5EF4-FFF2-40B4-BE49-F238E27FC236}">
                <a16:creationId xmlns:a16="http://schemas.microsoft.com/office/drawing/2014/main" id="{79BD3380-B66A-4472-82CD-0B69BA1D48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4910" y="4327909"/>
            <a:ext cx="2834774" cy="524550"/>
          </a:xfrm>
          <a:solidFill>
            <a:schemeClr val="tx1"/>
          </a:solidFill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23" name="Espace réservé pour une image  4">
            <a:extLst>
              <a:ext uri="{FF2B5EF4-FFF2-40B4-BE49-F238E27FC236}">
                <a16:creationId xmlns:a16="http://schemas.microsoft.com/office/drawing/2014/main" id="{423128A8-6E6C-4BA0-92EE-BB1F6C68986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24910" y="1350433"/>
            <a:ext cx="2834775" cy="297747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7" name="Espace réservé du texte 8">
            <a:extLst>
              <a:ext uri="{FF2B5EF4-FFF2-40B4-BE49-F238E27FC236}">
                <a16:creationId xmlns:a16="http://schemas.microsoft.com/office/drawing/2014/main" id="{DB9EE1F8-A99C-432B-A888-01A0B97CFE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2319" y="4327909"/>
            <a:ext cx="2834774" cy="524550"/>
          </a:xfrm>
          <a:solidFill>
            <a:schemeClr val="tx1"/>
          </a:solidFill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28" name="Espace réservé pour une image  4">
            <a:extLst>
              <a:ext uri="{FF2B5EF4-FFF2-40B4-BE49-F238E27FC236}">
                <a16:creationId xmlns:a16="http://schemas.microsoft.com/office/drawing/2014/main" id="{30BE21DF-2260-4EF7-93D6-43AF1095EE9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320" y="1350433"/>
            <a:ext cx="2834775" cy="297747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DE4878B2-85D9-4ADB-AA4F-F677061E49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729" y="4327909"/>
            <a:ext cx="2834774" cy="524550"/>
          </a:xfrm>
          <a:solidFill>
            <a:schemeClr val="tx1"/>
          </a:solidFill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32" name="Espace réservé pour une image  4">
            <a:extLst>
              <a:ext uri="{FF2B5EF4-FFF2-40B4-BE49-F238E27FC236}">
                <a16:creationId xmlns:a16="http://schemas.microsoft.com/office/drawing/2014/main" id="{67FBE3E8-D23B-4D6A-BFDE-E569B434943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39729" y="1350433"/>
            <a:ext cx="2834775" cy="2977477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1680C82-7CEC-499D-98CD-FF6D3B950A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8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4*image+text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/>
              <a:t>4 images +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0" name="Espace réservé pour une image  4">
            <a:extLst>
              <a:ext uri="{FF2B5EF4-FFF2-40B4-BE49-F238E27FC236}">
                <a16:creationId xmlns:a16="http://schemas.microsoft.com/office/drawing/2014/main" id="{12EFFDD1-F5CB-4685-BBAF-11F52367A14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7500" y="1350433"/>
            <a:ext cx="1862623" cy="1970284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F07762AE-8F6F-4B6A-ADB6-9878359AE6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7500" y="3537284"/>
            <a:ext cx="1862623" cy="473594"/>
          </a:xfrm>
        </p:spPr>
        <p:txBody>
          <a:bodyPr/>
          <a:lstStyle>
            <a:lvl1pPr>
              <a:lnSpc>
                <a:spcPct val="114000"/>
              </a:lnSpc>
              <a:defRPr sz="900" b="1"/>
            </a:lvl1pPr>
            <a:lvl2pPr>
              <a:lnSpc>
                <a:spcPct val="114000"/>
              </a:lnSpc>
              <a:defRPr sz="900" b="1"/>
            </a:lvl2pPr>
            <a:lvl3pPr>
              <a:lnSpc>
                <a:spcPct val="114000"/>
              </a:lnSpc>
              <a:defRPr sz="900" b="1"/>
            </a:lvl3pPr>
            <a:lvl4pPr>
              <a:lnSpc>
                <a:spcPct val="114000"/>
              </a:lnSpc>
              <a:defRPr sz="900" b="1"/>
            </a:lvl4pPr>
            <a:lvl5pPr>
              <a:lnSpc>
                <a:spcPct val="114000"/>
              </a:lnSpc>
              <a:defRPr sz="900" b="1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23" name="Espace réservé pour une image  4">
            <a:extLst>
              <a:ext uri="{FF2B5EF4-FFF2-40B4-BE49-F238E27FC236}">
                <a16:creationId xmlns:a16="http://schemas.microsoft.com/office/drawing/2014/main" id="{41AD3A75-CB5D-4456-A999-BBB399F9F1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238954" y="1350433"/>
            <a:ext cx="1862623" cy="1970284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050ADEB3-A626-4471-AF41-74145DD073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8955" y="3537284"/>
            <a:ext cx="1862623" cy="473594"/>
          </a:xfrm>
        </p:spPr>
        <p:txBody>
          <a:bodyPr/>
          <a:lstStyle>
            <a:lvl1pPr>
              <a:lnSpc>
                <a:spcPct val="114000"/>
              </a:lnSpc>
              <a:defRPr sz="900" b="1"/>
            </a:lvl1pPr>
            <a:lvl2pPr>
              <a:lnSpc>
                <a:spcPct val="114000"/>
              </a:lnSpc>
              <a:defRPr sz="900" b="1"/>
            </a:lvl2pPr>
            <a:lvl3pPr>
              <a:lnSpc>
                <a:spcPct val="114000"/>
              </a:lnSpc>
              <a:defRPr sz="900" b="1"/>
            </a:lvl3pPr>
            <a:lvl4pPr>
              <a:lnSpc>
                <a:spcPct val="114000"/>
              </a:lnSpc>
              <a:defRPr sz="900" b="1"/>
            </a:lvl4pPr>
            <a:lvl5pPr>
              <a:lnSpc>
                <a:spcPct val="114000"/>
              </a:lnSpc>
              <a:defRPr sz="900" b="1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25" name="Espace réservé pour une image  4">
            <a:extLst>
              <a:ext uri="{FF2B5EF4-FFF2-40B4-BE49-F238E27FC236}">
                <a16:creationId xmlns:a16="http://schemas.microsoft.com/office/drawing/2014/main" id="{5109E7AE-AEE3-41DA-B502-CE2D6DBA322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60407" y="1350433"/>
            <a:ext cx="1862623" cy="1970284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16A3FB71-2DF0-458B-9C52-7F481BB845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408" y="3537284"/>
            <a:ext cx="1862623" cy="473594"/>
          </a:xfrm>
        </p:spPr>
        <p:txBody>
          <a:bodyPr/>
          <a:lstStyle>
            <a:lvl1pPr>
              <a:lnSpc>
                <a:spcPct val="114000"/>
              </a:lnSpc>
              <a:defRPr sz="900" b="1"/>
            </a:lvl1pPr>
            <a:lvl2pPr>
              <a:lnSpc>
                <a:spcPct val="114000"/>
              </a:lnSpc>
              <a:defRPr sz="900" b="1"/>
            </a:lvl2pPr>
            <a:lvl3pPr>
              <a:lnSpc>
                <a:spcPct val="114000"/>
              </a:lnSpc>
              <a:defRPr sz="900" b="1"/>
            </a:lvl3pPr>
            <a:lvl4pPr>
              <a:lnSpc>
                <a:spcPct val="114000"/>
              </a:lnSpc>
              <a:defRPr sz="900" b="1"/>
            </a:lvl4pPr>
            <a:lvl5pPr>
              <a:lnSpc>
                <a:spcPct val="114000"/>
              </a:lnSpc>
              <a:defRPr sz="900" b="1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27" name="Espace réservé pour une image  4">
            <a:extLst>
              <a:ext uri="{FF2B5EF4-FFF2-40B4-BE49-F238E27FC236}">
                <a16:creationId xmlns:a16="http://schemas.microsoft.com/office/drawing/2014/main" id="{EE8CA3F6-95BD-4240-8E01-8229CB551DB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081860" y="1350433"/>
            <a:ext cx="1862623" cy="1970284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D64F94A9-8B51-4A2E-A032-E24D3F5A56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81861" y="3537284"/>
            <a:ext cx="1862623" cy="473594"/>
          </a:xfrm>
        </p:spPr>
        <p:txBody>
          <a:bodyPr/>
          <a:lstStyle>
            <a:lvl1pPr>
              <a:lnSpc>
                <a:spcPct val="114000"/>
              </a:lnSpc>
              <a:defRPr sz="900" b="1"/>
            </a:lvl1pPr>
            <a:lvl2pPr>
              <a:lnSpc>
                <a:spcPct val="114000"/>
              </a:lnSpc>
              <a:defRPr sz="900" b="1"/>
            </a:lvl2pPr>
            <a:lvl3pPr>
              <a:lnSpc>
                <a:spcPct val="114000"/>
              </a:lnSpc>
              <a:defRPr sz="900" b="1"/>
            </a:lvl3pPr>
            <a:lvl4pPr>
              <a:lnSpc>
                <a:spcPct val="114000"/>
              </a:lnSpc>
              <a:defRPr sz="900" b="1"/>
            </a:lvl4pPr>
            <a:lvl5pPr>
              <a:lnSpc>
                <a:spcPct val="114000"/>
              </a:lnSpc>
              <a:defRPr sz="900" b="1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5E11E2F2-9E32-4E3C-8F48-5B6B84DF2E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501" y="5453744"/>
            <a:ext cx="11557000" cy="407005"/>
          </a:xfrm>
          <a:solidFill>
            <a:schemeClr val="tx1"/>
          </a:solidFill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1961FBBF-A3E4-45FA-BF59-D4917F70C1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897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image+text boxes+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/>
              <a:t>Image + </a:t>
            </a:r>
            <a:r>
              <a:rPr lang="fr-FR" err="1"/>
              <a:t>text</a:t>
            </a:r>
            <a:r>
              <a:rPr lang="fr-FR"/>
              <a:t> boxes +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Espace réservé pour une image  4">
            <a:extLst>
              <a:ext uri="{FF2B5EF4-FFF2-40B4-BE49-F238E27FC236}">
                <a16:creationId xmlns:a16="http://schemas.microsoft.com/office/drawing/2014/main" id="{E3B3DFD7-5938-44A7-AD07-8AA74D8BEBA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7500" y="1350433"/>
            <a:ext cx="11557001" cy="2468034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200A61E3-2B4F-4F81-816A-B491B37FE6E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2356" y="3390900"/>
            <a:ext cx="1854633" cy="945001"/>
          </a:xfrm>
          <a:solidFill>
            <a:schemeClr val="tx1"/>
          </a:solidFill>
        </p:spPr>
        <p:txBody>
          <a:bodyPr lIns="252000" tIns="180000" rIns="0" bIns="0" anchor="t" anchorCtr="0">
            <a:noAutofit/>
          </a:bodyPr>
          <a:lstStyle>
            <a:lvl1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1pPr>
            <a:lvl2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2pPr>
            <a:lvl3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3pPr>
            <a:lvl4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4pPr>
            <a:lvl5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0F169429-01A3-4126-8C6C-0F06BC3482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894" y="4875196"/>
            <a:ext cx="1862623" cy="473594"/>
          </a:xfrm>
        </p:spPr>
        <p:txBody>
          <a:bodyPr/>
          <a:lstStyle>
            <a:lvl1pPr>
              <a:lnSpc>
                <a:spcPct val="114000"/>
              </a:lnSpc>
              <a:defRPr sz="900" b="1"/>
            </a:lvl1pPr>
            <a:lvl2pPr>
              <a:lnSpc>
                <a:spcPct val="114000"/>
              </a:lnSpc>
              <a:defRPr sz="900" b="1"/>
            </a:lvl2pPr>
            <a:lvl3pPr>
              <a:lnSpc>
                <a:spcPct val="114000"/>
              </a:lnSpc>
              <a:defRPr sz="900" b="1"/>
            </a:lvl3pPr>
            <a:lvl4pPr>
              <a:lnSpc>
                <a:spcPct val="114000"/>
              </a:lnSpc>
              <a:defRPr sz="900" b="1"/>
            </a:lvl4pPr>
            <a:lvl5pPr>
              <a:lnSpc>
                <a:spcPct val="114000"/>
              </a:lnSpc>
              <a:defRPr sz="900" b="1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859C4237-7F60-427B-9278-A02D3CB2C6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5894" y="4378894"/>
            <a:ext cx="1862623" cy="401970"/>
          </a:xfrm>
        </p:spPr>
        <p:txBody>
          <a:bodyPr/>
          <a:lstStyle>
            <a:lvl1pPr>
              <a:lnSpc>
                <a:spcPct val="114000"/>
              </a:lnSpc>
              <a:defRPr sz="2500" b="1"/>
            </a:lvl1pPr>
            <a:lvl2pPr>
              <a:lnSpc>
                <a:spcPct val="114000"/>
              </a:lnSpc>
              <a:defRPr sz="2500" b="1"/>
            </a:lvl2pPr>
            <a:lvl3pPr>
              <a:lnSpc>
                <a:spcPct val="114000"/>
              </a:lnSpc>
              <a:defRPr sz="2500" b="1"/>
            </a:lvl3pPr>
            <a:lvl4pPr>
              <a:lnSpc>
                <a:spcPct val="114000"/>
              </a:lnSpc>
              <a:defRPr sz="2500" b="1"/>
            </a:lvl4pPr>
            <a:lvl5pPr>
              <a:lnSpc>
                <a:spcPct val="114000"/>
              </a:lnSpc>
              <a:defRPr sz="2500" b="1"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0" name="Espace réservé du texte 8">
            <a:extLst>
              <a:ext uri="{FF2B5EF4-FFF2-40B4-BE49-F238E27FC236}">
                <a16:creationId xmlns:a16="http://schemas.microsoft.com/office/drawing/2014/main" id="{C60B3619-E580-47E8-AB44-EF188E997C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19662" y="3390900"/>
            <a:ext cx="1854633" cy="945001"/>
          </a:xfrm>
          <a:solidFill>
            <a:schemeClr val="tx1"/>
          </a:solidFill>
        </p:spPr>
        <p:txBody>
          <a:bodyPr lIns="252000" tIns="180000" rIns="0" bIns="0" anchor="t" anchorCtr="0">
            <a:noAutofit/>
          </a:bodyPr>
          <a:lstStyle>
            <a:lvl1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1pPr>
            <a:lvl2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2pPr>
            <a:lvl3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3pPr>
            <a:lvl4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4pPr>
            <a:lvl5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31" name="Espace réservé du texte 9">
            <a:extLst>
              <a:ext uri="{FF2B5EF4-FFF2-40B4-BE49-F238E27FC236}">
                <a16:creationId xmlns:a16="http://schemas.microsoft.com/office/drawing/2014/main" id="{8B49F737-F1BD-47FD-98A8-F8DD59F0BCB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53200" y="4875196"/>
            <a:ext cx="1862623" cy="473594"/>
          </a:xfrm>
        </p:spPr>
        <p:txBody>
          <a:bodyPr/>
          <a:lstStyle>
            <a:lvl1pPr>
              <a:lnSpc>
                <a:spcPct val="114000"/>
              </a:lnSpc>
              <a:defRPr sz="900" b="1"/>
            </a:lvl1pPr>
            <a:lvl2pPr>
              <a:lnSpc>
                <a:spcPct val="114000"/>
              </a:lnSpc>
              <a:defRPr sz="900" b="1"/>
            </a:lvl2pPr>
            <a:lvl3pPr>
              <a:lnSpc>
                <a:spcPct val="114000"/>
              </a:lnSpc>
              <a:defRPr sz="900" b="1"/>
            </a:lvl3pPr>
            <a:lvl4pPr>
              <a:lnSpc>
                <a:spcPct val="114000"/>
              </a:lnSpc>
              <a:defRPr sz="900" b="1"/>
            </a:lvl4pPr>
            <a:lvl5pPr>
              <a:lnSpc>
                <a:spcPct val="114000"/>
              </a:lnSpc>
              <a:defRPr sz="900" b="1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32" name="Espace réservé du texte 9">
            <a:extLst>
              <a:ext uri="{FF2B5EF4-FFF2-40B4-BE49-F238E27FC236}">
                <a16:creationId xmlns:a16="http://schemas.microsoft.com/office/drawing/2014/main" id="{DFE07E77-6329-49FB-84F3-38BE16D6E8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53200" y="4378894"/>
            <a:ext cx="1862623" cy="401970"/>
          </a:xfrm>
        </p:spPr>
        <p:txBody>
          <a:bodyPr/>
          <a:lstStyle>
            <a:lvl1pPr>
              <a:lnSpc>
                <a:spcPct val="114000"/>
              </a:lnSpc>
              <a:defRPr sz="2500" b="1"/>
            </a:lvl1pPr>
            <a:lvl2pPr>
              <a:lnSpc>
                <a:spcPct val="114000"/>
              </a:lnSpc>
              <a:defRPr sz="2500" b="1"/>
            </a:lvl2pPr>
            <a:lvl3pPr>
              <a:lnSpc>
                <a:spcPct val="114000"/>
              </a:lnSpc>
              <a:defRPr sz="2500" b="1"/>
            </a:lvl3pPr>
            <a:lvl4pPr>
              <a:lnSpc>
                <a:spcPct val="114000"/>
              </a:lnSpc>
              <a:defRPr sz="2500" b="1"/>
            </a:lvl4pPr>
            <a:lvl5pPr>
              <a:lnSpc>
                <a:spcPct val="114000"/>
              </a:lnSpc>
              <a:defRPr sz="2500" b="1"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3" name="Espace réservé du texte 8">
            <a:extLst>
              <a:ext uri="{FF2B5EF4-FFF2-40B4-BE49-F238E27FC236}">
                <a16:creationId xmlns:a16="http://schemas.microsoft.com/office/drawing/2014/main" id="{9C34A17E-181B-452C-B674-3DA5FF0256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26968" y="3390900"/>
            <a:ext cx="1854633" cy="945001"/>
          </a:xfrm>
          <a:solidFill>
            <a:schemeClr val="tx1"/>
          </a:solidFill>
        </p:spPr>
        <p:txBody>
          <a:bodyPr lIns="252000" tIns="180000" rIns="0" bIns="0" anchor="t" anchorCtr="0">
            <a:noAutofit/>
          </a:bodyPr>
          <a:lstStyle>
            <a:lvl1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1pPr>
            <a:lvl2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2pPr>
            <a:lvl3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3pPr>
            <a:lvl4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4pPr>
            <a:lvl5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34" name="Espace réservé du texte 9">
            <a:extLst>
              <a:ext uri="{FF2B5EF4-FFF2-40B4-BE49-F238E27FC236}">
                <a16:creationId xmlns:a16="http://schemas.microsoft.com/office/drawing/2014/main" id="{97293050-E046-4DC2-8BA8-6DA50542AB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60505" y="4875196"/>
            <a:ext cx="1862623" cy="473594"/>
          </a:xfrm>
        </p:spPr>
        <p:txBody>
          <a:bodyPr/>
          <a:lstStyle>
            <a:lvl1pPr>
              <a:lnSpc>
                <a:spcPct val="114000"/>
              </a:lnSpc>
              <a:defRPr sz="900" b="1"/>
            </a:lvl1pPr>
            <a:lvl2pPr>
              <a:lnSpc>
                <a:spcPct val="114000"/>
              </a:lnSpc>
              <a:defRPr sz="900" b="1"/>
            </a:lvl2pPr>
            <a:lvl3pPr>
              <a:lnSpc>
                <a:spcPct val="114000"/>
              </a:lnSpc>
              <a:defRPr sz="900" b="1"/>
            </a:lvl3pPr>
            <a:lvl4pPr>
              <a:lnSpc>
                <a:spcPct val="114000"/>
              </a:lnSpc>
              <a:defRPr sz="900" b="1"/>
            </a:lvl4pPr>
            <a:lvl5pPr>
              <a:lnSpc>
                <a:spcPct val="114000"/>
              </a:lnSpc>
              <a:defRPr sz="900" b="1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6271641C-45B6-4678-8354-691E2B7958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60505" y="4378894"/>
            <a:ext cx="1862623" cy="401970"/>
          </a:xfrm>
        </p:spPr>
        <p:txBody>
          <a:bodyPr/>
          <a:lstStyle>
            <a:lvl1pPr>
              <a:lnSpc>
                <a:spcPct val="114000"/>
              </a:lnSpc>
              <a:defRPr sz="2500" b="1"/>
            </a:lvl1pPr>
            <a:lvl2pPr>
              <a:lnSpc>
                <a:spcPct val="114000"/>
              </a:lnSpc>
              <a:defRPr sz="2500" b="1"/>
            </a:lvl2pPr>
            <a:lvl3pPr>
              <a:lnSpc>
                <a:spcPct val="114000"/>
              </a:lnSpc>
              <a:defRPr sz="2500" b="1"/>
            </a:lvl3pPr>
            <a:lvl4pPr>
              <a:lnSpc>
                <a:spcPct val="114000"/>
              </a:lnSpc>
              <a:defRPr sz="2500" b="1"/>
            </a:lvl4pPr>
            <a:lvl5pPr>
              <a:lnSpc>
                <a:spcPct val="114000"/>
              </a:lnSpc>
              <a:defRPr sz="2500" b="1"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6" name="Espace réservé du texte 8">
            <a:extLst>
              <a:ext uri="{FF2B5EF4-FFF2-40B4-BE49-F238E27FC236}">
                <a16:creationId xmlns:a16="http://schemas.microsoft.com/office/drawing/2014/main" id="{6295294F-5F0E-4D80-A621-016820006A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34274" y="3390900"/>
            <a:ext cx="1854633" cy="945001"/>
          </a:xfrm>
          <a:solidFill>
            <a:schemeClr val="tx1"/>
          </a:solidFill>
        </p:spPr>
        <p:txBody>
          <a:bodyPr lIns="252000" tIns="180000" rIns="0" bIns="0" anchor="t" anchorCtr="0">
            <a:noAutofit/>
          </a:bodyPr>
          <a:lstStyle>
            <a:lvl1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1pPr>
            <a:lvl2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2pPr>
            <a:lvl3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3pPr>
            <a:lvl4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4pPr>
            <a:lvl5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CBE5AE57-0EF0-42AC-AC2D-EC8DF7C6880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67811" y="4875196"/>
            <a:ext cx="1862623" cy="473594"/>
          </a:xfrm>
        </p:spPr>
        <p:txBody>
          <a:bodyPr/>
          <a:lstStyle>
            <a:lvl1pPr>
              <a:lnSpc>
                <a:spcPct val="114000"/>
              </a:lnSpc>
              <a:defRPr sz="900" b="1"/>
            </a:lvl1pPr>
            <a:lvl2pPr>
              <a:lnSpc>
                <a:spcPct val="114000"/>
              </a:lnSpc>
              <a:defRPr sz="900" b="1"/>
            </a:lvl2pPr>
            <a:lvl3pPr>
              <a:lnSpc>
                <a:spcPct val="114000"/>
              </a:lnSpc>
              <a:defRPr sz="900" b="1"/>
            </a:lvl3pPr>
            <a:lvl4pPr>
              <a:lnSpc>
                <a:spcPct val="114000"/>
              </a:lnSpc>
              <a:defRPr sz="900" b="1"/>
            </a:lvl4pPr>
            <a:lvl5pPr>
              <a:lnSpc>
                <a:spcPct val="114000"/>
              </a:lnSpc>
              <a:defRPr sz="900" b="1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</p:txBody>
      </p:sp>
      <p:sp>
        <p:nvSpPr>
          <p:cNvPr id="38" name="Espace réservé du texte 9">
            <a:extLst>
              <a:ext uri="{FF2B5EF4-FFF2-40B4-BE49-F238E27FC236}">
                <a16:creationId xmlns:a16="http://schemas.microsoft.com/office/drawing/2014/main" id="{DA61E75F-764D-47A5-8106-0891F34EFD5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67811" y="4378894"/>
            <a:ext cx="1862623" cy="401970"/>
          </a:xfrm>
        </p:spPr>
        <p:txBody>
          <a:bodyPr/>
          <a:lstStyle>
            <a:lvl1pPr>
              <a:lnSpc>
                <a:spcPct val="114000"/>
              </a:lnSpc>
              <a:defRPr sz="2500" b="1"/>
            </a:lvl1pPr>
            <a:lvl2pPr>
              <a:lnSpc>
                <a:spcPct val="114000"/>
              </a:lnSpc>
              <a:defRPr sz="2500" b="1"/>
            </a:lvl2pPr>
            <a:lvl3pPr>
              <a:lnSpc>
                <a:spcPct val="114000"/>
              </a:lnSpc>
              <a:defRPr sz="2500" b="1"/>
            </a:lvl3pPr>
            <a:lvl4pPr>
              <a:lnSpc>
                <a:spcPct val="114000"/>
              </a:lnSpc>
              <a:defRPr sz="2500" b="1"/>
            </a:lvl4pPr>
            <a:lvl5pPr>
              <a:lnSpc>
                <a:spcPct val="114000"/>
              </a:lnSpc>
              <a:defRPr sz="2500" b="1"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4F967B0D-FBE0-4BA4-94D1-AB9A0837A8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896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+box+image*4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/>
              <a:t>Title </a:t>
            </a:r>
            <a:r>
              <a:rPr lang="fr-FR" err="1"/>
              <a:t>text</a:t>
            </a:r>
            <a:r>
              <a:rPr lang="fr-FR"/>
              <a:t> boxes + images + </a:t>
            </a:r>
            <a:r>
              <a:rPr lang="fr-FR" err="1"/>
              <a:t>text</a:t>
            </a:r>
            <a:r>
              <a:rPr lang="fr-FR"/>
              <a:t>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E2B8EC70-790B-4040-AA55-AF08DCB464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8002" y="1345747"/>
            <a:ext cx="5719488" cy="430666"/>
          </a:xfrm>
          <a:solidFill>
            <a:schemeClr val="tx1"/>
          </a:solidFill>
        </p:spPr>
        <p:txBody>
          <a:bodyPr lIns="252000" tIns="0" rIns="0" bIns="0" anchor="ctr" anchorCtr="0">
            <a:noAutofit/>
          </a:bodyPr>
          <a:lstStyle>
            <a:lvl1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1pPr>
            <a:lvl2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2pPr>
            <a:lvl3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3pPr>
            <a:lvl4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4pPr>
            <a:lvl5pPr algn="l">
              <a:lnSpc>
                <a:spcPct val="107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3B8B4303-E9DE-482F-BDE6-BA21F3858D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8000" y="1965629"/>
            <a:ext cx="2586067" cy="631393"/>
          </a:xfrm>
        </p:spPr>
        <p:txBody>
          <a:bodyPr anchor="t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10" name="Espace réservé pour une image  4">
            <a:extLst>
              <a:ext uri="{FF2B5EF4-FFF2-40B4-BE49-F238E27FC236}">
                <a16:creationId xmlns:a16="http://schemas.microsoft.com/office/drawing/2014/main" id="{8D864222-14B8-428B-8116-A48BC06BB04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22067" y="1965629"/>
            <a:ext cx="2815422" cy="1355088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7A160D52-B3AB-4B77-B3D8-9FFB5CA508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54513" y="1345747"/>
            <a:ext cx="5719488" cy="430666"/>
          </a:xfrm>
          <a:solidFill>
            <a:schemeClr val="tx1"/>
          </a:solidFill>
        </p:spPr>
        <p:txBody>
          <a:bodyPr vert="horz" lIns="252000" tIns="0" rIns="0" bIns="0" rtlCol="0" anchor="ctr" anchorCtr="0">
            <a:noAutofit/>
          </a:bodyPr>
          <a:lstStyle>
            <a:lvl1pPr>
              <a:defRPr lang="fr-FR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7000"/>
              </a:lnSpc>
            </a:pPr>
            <a:r>
              <a:rPr lang="fr-FR"/>
              <a:t>Title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3810D770-E2BD-4044-9CE5-CBB6E71F4F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54511" y="1965629"/>
            <a:ext cx="2586067" cy="631393"/>
          </a:xfrm>
        </p:spPr>
        <p:txBody>
          <a:bodyPr anchor="t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14" name="Espace réservé pour une image  4">
            <a:extLst>
              <a:ext uri="{FF2B5EF4-FFF2-40B4-BE49-F238E27FC236}">
                <a16:creationId xmlns:a16="http://schemas.microsoft.com/office/drawing/2014/main" id="{B8B2381C-6098-40C4-8FDC-91F6C0D767D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058578" y="1965629"/>
            <a:ext cx="2815422" cy="1355088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4040B9C5-7752-4475-95A9-D9F9677714B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7502" y="3900338"/>
            <a:ext cx="5719488" cy="430666"/>
          </a:xfrm>
          <a:solidFill>
            <a:schemeClr val="tx1"/>
          </a:solidFill>
        </p:spPr>
        <p:txBody>
          <a:bodyPr vert="horz" lIns="252000" tIns="0" rIns="0" bIns="0" rtlCol="0" anchor="ctr" anchorCtr="0">
            <a:noAutofit/>
          </a:bodyPr>
          <a:lstStyle>
            <a:lvl1pPr>
              <a:defRPr lang="fr-FR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7000"/>
              </a:lnSpc>
            </a:pPr>
            <a:r>
              <a:rPr lang="fr-FR"/>
              <a:t>Title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7C9EA42D-8652-4E00-96FB-DCA98F9884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7500" y="4520220"/>
            <a:ext cx="2586067" cy="631393"/>
          </a:xfrm>
        </p:spPr>
        <p:txBody>
          <a:bodyPr anchor="t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17" name="Espace réservé pour une image  4">
            <a:extLst>
              <a:ext uri="{FF2B5EF4-FFF2-40B4-BE49-F238E27FC236}">
                <a16:creationId xmlns:a16="http://schemas.microsoft.com/office/drawing/2014/main" id="{35F0724C-007C-4F77-8EEA-9FDEA64D311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221567" y="4520220"/>
            <a:ext cx="2815422" cy="1355088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5C742E7E-895A-4CCA-A561-5103561CA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54013" y="3900338"/>
            <a:ext cx="5719488" cy="430666"/>
          </a:xfrm>
          <a:solidFill>
            <a:schemeClr val="tx1"/>
          </a:solidFill>
        </p:spPr>
        <p:txBody>
          <a:bodyPr vert="horz" lIns="252000" tIns="0" rIns="0" bIns="0" rtlCol="0" anchor="ctr" anchorCtr="0">
            <a:noAutofit/>
          </a:bodyPr>
          <a:lstStyle>
            <a:lvl1pPr>
              <a:defRPr lang="fr-FR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7000"/>
              </a:lnSpc>
            </a:pPr>
            <a:r>
              <a:rPr lang="fr-FR"/>
              <a:t>Title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7DDFDF5F-13F6-4A31-A770-451DC26B71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54011" y="4520220"/>
            <a:ext cx="2586067" cy="631393"/>
          </a:xfrm>
        </p:spPr>
        <p:txBody>
          <a:bodyPr anchor="t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0" name="Espace réservé pour une image  4">
            <a:extLst>
              <a:ext uri="{FF2B5EF4-FFF2-40B4-BE49-F238E27FC236}">
                <a16:creationId xmlns:a16="http://schemas.microsoft.com/office/drawing/2014/main" id="{FF8E0D36-EF9A-4CC2-B546-0FA91ED1C95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58078" y="4520220"/>
            <a:ext cx="2815422" cy="1355088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CDFF8231-1178-4FCC-9221-94EC4E7897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806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devic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 err="1"/>
              <a:t>Devices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76A15176-7C72-467A-8F17-EC4F031CC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22" y="1349100"/>
            <a:ext cx="2300126" cy="4159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8095EC8A-C3E9-4AB3-9F31-F73AFC888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076" y="2237381"/>
            <a:ext cx="4028195" cy="2383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6D873F7D-E073-493F-80FD-C61AC743D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597" y="1873187"/>
            <a:ext cx="4382207" cy="3349542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Espace réservé pour une image  4">
            <a:extLst>
              <a:ext uri="{FF2B5EF4-FFF2-40B4-BE49-F238E27FC236}">
                <a16:creationId xmlns:a16="http://schemas.microsoft.com/office/drawing/2014/main" id="{F40C0E59-20E6-4C19-85D7-8F9FF53C516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402506" y="2063156"/>
            <a:ext cx="1500262" cy="2677073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7" name="Espace réservé pour une image  4">
            <a:extLst>
              <a:ext uri="{FF2B5EF4-FFF2-40B4-BE49-F238E27FC236}">
                <a16:creationId xmlns:a16="http://schemas.microsoft.com/office/drawing/2014/main" id="{68D37E45-F7BC-40B4-A3B9-31C139B7001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05075" y="2402364"/>
            <a:ext cx="2818106" cy="1764072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9" name="Espace réservé pour une image  4">
            <a:extLst>
              <a:ext uri="{FF2B5EF4-FFF2-40B4-BE49-F238E27FC236}">
                <a16:creationId xmlns:a16="http://schemas.microsoft.com/office/drawing/2014/main" id="{00E26625-5F51-4095-A514-6E0C25104C3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986116" y="2025056"/>
            <a:ext cx="3459118" cy="1939891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89B65B45-10FC-4FC7-9D21-48AAC7F5C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932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title_text_smartphon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115565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</a:t>
            </a:r>
            <a:r>
              <a:rPr lang="fr-FR" err="1"/>
              <a:t>Subtitle</a:t>
            </a:r>
            <a:r>
              <a:rPr lang="fr-FR"/>
              <a:t> + </a:t>
            </a:r>
            <a:r>
              <a:rPr lang="fr-FR" err="1"/>
              <a:t>Text</a:t>
            </a:r>
            <a:r>
              <a:rPr lang="fr-FR"/>
              <a:t> + Smartphone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FAD2C556-3F4A-4B49-9957-4ECB621CB3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501" y="1289935"/>
            <a:ext cx="3572934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68FC43E2-0197-48B9-9DC5-C9A05B24C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7501" y="1858433"/>
            <a:ext cx="2861734" cy="805940"/>
          </a:xfrm>
        </p:spPr>
        <p:txBody>
          <a:bodyPr/>
          <a:lstStyle>
            <a:lvl1pPr>
              <a:lnSpc>
                <a:spcPct val="114000"/>
              </a:lnSpc>
              <a:defRPr sz="900" b="0"/>
            </a:lvl1pPr>
            <a:lvl2pPr>
              <a:lnSpc>
                <a:spcPct val="114000"/>
              </a:lnSpc>
              <a:defRPr sz="900"/>
            </a:lvl2pPr>
            <a:lvl3pPr>
              <a:lnSpc>
                <a:spcPct val="114000"/>
              </a:lnSpc>
              <a:defRPr sz="900"/>
            </a:lvl3pPr>
            <a:lvl4pPr>
              <a:lnSpc>
                <a:spcPct val="114000"/>
              </a:lnSpc>
              <a:defRPr sz="900"/>
            </a:lvl4pPr>
            <a:lvl5pPr>
              <a:lnSpc>
                <a:spcPct val="114000"/>
              </a:lnSpc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pic>
        <p:nvPicPr>
          <p:cNvPr id="20" name="Image" descr="Image">
            <a:extLst>
              <a:ext uri="{FF2B5EF4-FFF2-40B4-BE49-F238E27FC236}">
                <a16:creationId xmlns:a16="http://schemas.microsoft.com/office/drawing/2014/main" id="{8227F517-1E37-4123-8F89-B29595672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114" y="1063350"/>
            <a:ext cx="2300126" cy="4159802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Espace réservé pour une image  4">
            <a:extLst>
              <a:ext uri="{FF2B5EF4-FFF2-40B4-BE49-F238E27FC236}">
                <a16:creationId xmlns:a16="http://schemas.microsoft.com/office/drawing/2014/main" id="{6EE86BFB-6731-4D70-9EA1-F4B514FC38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75997" y="1777406"/>
            <a:ext cx="1500262" cy="2677073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68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title_text_laptop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115565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</a:t>
            </a:r>
            <a:r>
              <a:rPr lang="fr-FR" err="1"/>
              <a:t>Subtitle</a:t>
            </a:r>
            <a:r>
              <a:rPr lang="fr-FR"/>
              <a:t> + </a:t>
            </a:r>
            <a:r>
              <a:rPr lang="fr-FR" err="1"/>
              <a:t>Text</a:t>
            </a:r>
            <a:r>
              <a:rPr lang="fr-FR"/>
              <a:t> + Laptop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FAD2C556-3F4A-4B49-9957-4ECB621CB3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501" y="1289935"/>
            <a:ext cx="3572934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 err="1"/>
              <a:t>Subtitle</a:t>
            </a:r>
            <a:endParaRPr lang="fr-FR"/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68FC43E2-0197-48B9-9DC5-C9A05B24C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7501" y="1858433"/>
            <a:ext cx="2861734" cy="805940"/>
          </a:xfrm>
        </p:spPr>
        <p:txBody>
          <a:bodyPr/>
          <a:lstStyle>
            <a:lvl1pPr>
              <a:lnSpc>
                <a:spcPct val="114000"/>
              </a:lnSpc>
              <a:defRPr sz="900" b="0"/>
            </a:lvl1pPr>
            <a:lvl2pPr>
              <a:lnSpc>
                <a:spcPct val="114000"/>
              </a:lnSpc>
              <a:defRPr sz="900"/>
            </a:lvl2pPr>
            <a:lvl3pPr>
              <a:lnSpc>
                <a:spcPct val="114000"/>
              </a:lnSpc>
              <a:defRPr sz="900"/>
            </a:lvl3pPr>
            <a:lvl4pPr>
              <a:lnSpc>
                <a:spcPct val="114000"/>
              </a:lnSpc>
              <a:defRPr sz="900"/>
            </a:lvl4pPr>
            <a:lvl5pPr>
              <a:lnSpc>
                <a:spcPct val="114000"/>
              </a:lnSpc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4077F40B-9D74-4208-A7C4-26262899A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875" y="1342523"/>
            <a:ext cx="4028195" cy="2383241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Espace réservé pour une image  4">
            <a:extLst>
              <a:ext uri="{FF2B5EF4-FFF2-40B4-BE49-F238E27FC236}">
                <a16:creationId xmlns:a16="http://schemas.microsoft.com/office/drawing/2014/main" id="{A692F36E-8924-4A1E-BB19-CCA8079186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92875" y="1507506"/>
            <a:ext cx="2818106" cy="1764072"/>
          </a:xfrm>
          <a:solidFill>
            <a:srgbClr val="ACB2BD"/>
          </a:solidFill>
        </p:spPr>
        <p:txBody>
          <a:bodyPr tIns="360000"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51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title_text_desktop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 </a:t>
            </a:r>
            <a:r>
              <a:rPr lang="fr-FR" err="1"/>
              <a:t>Wholesale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75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title_text_icon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</a:t>
            </a:r>
            <a:r>
              <a:rPr lang="fr-FR" err="1"/>
              <a:t>Icons</a:t>
            </a:r>
            <a:r>
              <a:rPr lang="fr-FR"/>
              <a:t> </a:t>
            </a:r>
            <a:r>
              <a:rPr lang="fr-FR" err="1"/>
              <a:t>list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CE443CC-E865-4248-945A-74F49737C7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500" y="1289936"/>
            <a:ext cx="5731932" cy="113082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6EBD810-0F21-4184-BAB8-4295565C17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2570" y="1351189"/>
            <a:ext cx="5731932" cy="4498748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2"/>
            </a:lvl1pPr>
            <a:lvl2pPr>
              <a:defRPr sz="102"/>
            </a:lvl2pPr>
            <a:lvl3pPr>
              <a:defRPr sz="102"/>
            </a:lvl3pPr>
            <a:lvl4pPr>
              <a:defRPr sz="102"/>
            </a:lvl4pPr>
            <a:lvl5pPr>
              <a:defRPr sz="102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2F5902D3-88A8-4DFF-9711-29431E6738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0643" y="1693863"/>
            <a:ext cx="592200" cy="5913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bg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CC0D8BA-FA68-4355-8F64-6612801AD7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536743" y="1809535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A423FE89-61FA-433B-AC65-BAA30AD3EE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20643" y="2716506"/>
            <a:ext cx="592200" cy="5913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bg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1" name="Espace réservé pour une image  18">
            <a:extLst>
              <a:ext uri="{FF2B5EF4-FFF2-40B4-BE49-F238E27FC236}">
                <a16:creationId xmlns:a16="http://schemas.microsoft.com/office/drawing/2014/main" id="{16C64305-83CA-49C3-A962-72892E3252D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36743" y="2832179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BDBDD29C-799E-4327-9567-2258D85611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20643" y="3739148"/>
            <a:ext cx="592200" cy="5913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bg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pour une image  18">
            <a:extLst>
              <a:ext uri="{FF2B5EF4-FFF2-40B4-BE49-F238E27FC236}">
                <a16:creationId xmlns:a16="http://schemas.microsoft.com/office/drawing/2014/main" id="{FFEB25A1-4791-4477-B69C-822B645E0BE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36743" y="3854821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05016404-0B7D-45EA-B323-7A90D99CAE4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20643" y="4761790"/>
            <a:ext cx="592200" cy="5913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bg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5" name="Espace réservé pour une image  18">
            <a:extLst>
              <a:ext uri="{FF2B5EF4-FFF2-40B4-BE49-F238E27FC236}">
                <a16:creationId xmlns:a16="http://schemas.microsoft.com/office/drawing/2014/main" id="{5FDA991B-E579-433B-91D7-BF232F7738F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536743" y="4877463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D3DD546F-2078-4072-88CF-3BCB0C1E12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42845" y="1787781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   24 pt.</a:t>
            </a:r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ED946C47-9961-4303-85E9-484B78D458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42845" y="2810424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   24 pt.</a:t>
            </a:r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01FC64C7-C01F-4841-AFA2-9BC6C8BA8D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42845" y="3833066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   24 pt.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AB470DD6-94D2-453A-9CDB-2B618567B6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42844" y="4855708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   24 pt.</a:t>
            </a:r>
          </a:p>
        </p:txBody>
      </p:sp>
      <p:sp>
        <p:nvSpPr>
          <p:cNvPr id="30" name="Espace réservé du texte 9">
            <a:extLst>
              <a:ext uri="{FF2B5EF4-FFF2-40B4-BE49-F238E27FC236}">
                <a16:creationId xmlns:a16="http://schemas.microsoft.com/office/drawing/2014/main" id="{AE15CBBF-79CF-42DC-9216-A02975BB6F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90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title_text_icons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</a:t>
            </a:r>
            <a:r>
              <a:rPr lang="fr-FR" err="1"/>
              <a:t>Icons</a:t>
            </a:r>
            <a:r>
              <a:rPr lang="fr-FR"/>
              <a:t> </a:t>
            </a:r>
            <a:r>
              <a:rPr lang="fr-FR" err="1"/>
              <a:t>list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CE443CC-E865-4248-945A-74F49737C7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12000" y="1289936"/>
            <a:ext cx="4762500" cy="142169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6EBD810-0F21-4184-BAB8-4295565C17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7500" y="1351189"/>
            <a:ext cx="5731932" cy="4498748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2"/>
            </a:lvl1pPr>
            <a:lvl2pPr>
              <a:defRPr sz="102"/>
            </a:lvl2pPr>
            <a:lvl3pPr>
              <a:defRPr sz="102"/>
            </a:lvl3pPr>
            <a:lvl4pPr>
              <a:defRPr sz="102"/>
            </a:lvl4pPr>
            <a:lvl5pPr>
              <a:defRPr sz="102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2F5902D3-88A8-4DFF-9711-29431E6738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5575" y="1693863"/>
            <a:ext cx="592200" cy="5913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bg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CC0D8BA-FA68-4355-8F64-6612801AD7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675" y="1809535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A423FE89-61FA-433B-AC65-BAA30AD3EE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5575" y="2716506"/>
            <a:ext cx="592200" cy="5913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bg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1" name="Espace réservé pour une image  18">
            <a:extLst>
              <a:ext uri="{FF2B5EF4-FFF2-40B4-BE49-F238E27FC236}">
                <a16:creationId xmlns:a16="http://schemas.microsoft.com/office/drawing/2014/main" id="{16C64305-83CA-49C3-A962-72892E3252D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11675" y="2832179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BDBDD29C-799E-4327-9567-2258D85611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5575" y="3739148"/>
            <a:ext cx="592200" cy="5913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bg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pour une image  18">
            <a:extLst>
              <a:ext uri="{FF2B5EF4-FFF2-40B4-BE49-F238E27FC236}">
                <a16:creationId xmlns:a16="http://schemas.microsoft.com/office/drawing/2014/main" id="{FFEB25A1-4791-4477-B69C-822B645E0BE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11675" y="3854821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05016404-0B7D-45EA-B323-7A90D99CAE4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5575" y="4761790"/>
            <a:ext cx="592200" cy="591344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bg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5" name="Espace réservé pour une image  18">
            <a:extLst>
              <a:ext uri="{FF2B5EF4-FFF2-40B4-BE49-F238E27FC236}">
                <a16:creationId xmlns:a16="http://schemas.microsoft.com/office/drawing/2014/main" id="{5FDA991B-E579-433B-91D7-BF232F7738F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11675" y="4877463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D3DD546F-2078-4072-88CF-3BCB0C1E12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17777" y="1787781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ED946C47-9961-4303-85E9-484B78D458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7776" y="2810424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01FC64C7-C01F-4841-AFA2-9BC6C8BA8D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17776" y="3833066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AB470DD6-94D2-453A-9CDB-2B618567B6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17776" y="4855708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0" name="Espace réservé du texte 9">
            <a:extLst>
              <a:ext uri="{FF2B5EF4-FFF2-40B4-BE49-F238E27FC236}">
                <a16:creationId xmlns:a16="http://schemas.microsoft.com/office/drawing/2014/main" id="{AF97D86E-18D4-47B4-BCAC-BFC218D88A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710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bis_title_text_icon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</a:t>
            </a:r>
            <a:r>
              <a:rPr lang="fr-FR" err="1"/>
              <a:t>Icons</a:t>
            </a:r>
            <a:r>
              <a:rPr lang="fr-FR"/>
              <a:t> </a:t>
            </a:r>
            <a:r>
              <a:rPr lang="fr-FR" err="1"/>
              <a:t>list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CE443CC-E865-4248-945A-74F49737C7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500" y="1289936"/>
            <a:ext cx="5731932" cy="113082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6EBD810-0F21-4184-BAB8-4295565C17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2570" y="1351189"/>
            <a:ext cx="5731932" cy="4498748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lIns="72000" tIns="72000"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2F5902D3-88A8-4DFF-9711-29431E6738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0643" y="1693863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CC0D8BA-FA68-4355-8F64-6612801AD7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536743" y="1809535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A423FE89-61FA-433B-AC65-BAA30AD3EE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20643" y="2716506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1" name="Espace réservé pour une image  18">
            <a:extLst>
              <a:ext uri="{FF2B5EF4-FFF2-40B4-BE49-F238E27FC236}">
                <a16:creationId xmlns:a16="http://schemas.microsoft.com/office/drawing/2014/main" id="{16C64305-83CA-49C3-A962-72892E3252D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36743" y="2832179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BDBDD29C-799E-4327-9567-2258D85611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20643" y="3739148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pour une image  18">
            <a:extLst>
              <a:ext uri="{FF2B5EF4-FFF2-40B4-BE49-F238E27FC236}">
                <a16:creationId xmlns:a16="http://schemas.microsoft.com/office/drawing/2014/main" id="{FFEB25A1-4791-4477-B69C-822B645E0BE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36743" y="3854821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05016404-0B7D-45EA-B323-7A90D99CAE4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20643" y="4761790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5" name="Espace réservé pour une image  18">
            <a:extLst>
              <a:ext uri="{FF2B5EF4-FFF2-40B4-BE49-F238E27FC236}">
                <a16:creationId xmlns:a16="http://schemas.microsoft.com/office/drawing/2014/main" id="{5FDA991B-E579-433B-91D7-BF232F7738F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536743" y="4877463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4" name="Espace réservé du texte 9">
            <a:extLst>
              <a:ext uri="{FF2B5EF4-FFF2-40B4-BE49-F238E27FC236}">
                <a16:creationId xmlns:a16="http://schemas.microsoft.com/office/drawing/2014/main" id="{08442980-DB6C-4FE0-81EA-650146249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42844" y="1787781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0E70792F-78AA-408F-8AD5-D415671ACF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42844" y="2810424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6" name="Espace réservé du texte 9">
            <a:extLst>
              <a:ext uri="{FF2B5EF4-FFF2-40B4-BE49-F238E27FC236}">
                <a16:creationId xmlns:a16="http://schemas.microsoft.com/office/drawing/2014/main" id="{16D1DA9D-CEE1-4113-BA88-064803B5373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42844" y="3833066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032A50AE-1F8C-4D61-B933-1DD6088DB93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42844" y="4855708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FB140EED-90F8-47A2-B059-8FF09D55B1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3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bis_title_text_icons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</a:t>
            </a:r>
            <a:r>
              <a:rPr lang="fr-FR" err="1"/>
              <a:t>Icons</a:t>
            </a:r>
            <a:r>
              <a:rPr lang="fr-FR"/>
              <a:t> </a:t>
            </a:r>
            <a:r>
              <a:rPr lang="fr-FR" err="1"/>
              <a:t>list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CE443CC-E865-4248-945A-74F49737C7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12000" y="1289936"/>
            <a:ext cx="4762500" cy="142169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6EBD810-0F21-4184-BAB8-4295565C17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7500" y="1351189"/>
            <a:ext cx="5731932" cy="4498748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2F5902D3-88A8-4DFF-9711-29431E6738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5575" y="1693863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CC0D8BA-FA68-4355-8F64-6612801AD7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675" y="1809535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A423FE89-61FA-433B-AC65-BAA30AD3EE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5575" y="2716506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1" name="Espace réservé pour une image  18">
            <a:extLst>
              <a:ext uri="{FF2B5EF4-FFF2-40B4-BE49-F238E27FC236}">
                <a16:creationId xmlns:a16="http://schemas.microsoft.com/office/drawing/2014/main" id="{16C64305-83CA-49C3-A962-72892E3252D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11675" y="2832179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BDBDD29C-799E-4327-9567-2258D85611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5575" y="3739148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pour une image  18">
            <a:extLst>
              <a:ext uri="{FF2B5EF4-FFF2-40B4-BE49-F238E27FC236}">
                <a16:creationId xmlns:a16="http://schemas.microsoft.com/office/drawing/2014/main" id="{FFEB25A1-4791-4477-B69C-822B645E0BE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11675" y="3854821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05016404-0B7D-45EA-B323-7A90D99CAE4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5575" y="4761790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5" name="Espace réservé pour une image  18">
            <a:extLst>
              <a:ext uri="{FF2B5EF4-FFF2-40B4-BE49-F238E27FC236}">
                <a16:creationId xmlns:a16="http://schemas.microsoft.com/office/drawing/2014/main" id="{5FDA991B-E579-433B-91D7-BF232F7738F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11675" y="4877463"/>
            <a:ext cx="360000" cy="360000"/>
          </a:xfrm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D3DD546F-2078-4072-88CF-3BCB0C1E12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17777" y="1787781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0" name="Espace réservé du texte 9">
            <a:extLst>
              <a:ext uri="{FF2B5EF4-FFF2-40B4-BE49-F238E27FC236}">
                <a16:creationId xmlns:a16="http://schemas.microsoft.com/office/drawing/2014/main" id="{0DFB0AD9-95DA-47DA-938E-1889B76840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7777" y="2810424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1" name="Espace réservé du texte 9">
            <a:extLst>
              <a:ext uri="{FF2B5EF4-FFF2-40B4-BE49-F238E27FC236}">
                <a16:creationId xmlns:a16="http://schemas.microsoft.com/office/drawing/2014/main" id="{B1E4FE2A-4402-4A3D-A049-70CC25C29A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17777" y="3833066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2" name="Espace réservé du texte 9">
            <a:extLst>
              <a:ext uri="{FF2B5EF4-FFF2-40B4-BE49-F238E27FC236}">
                <a16:creationId xmlns:a16="http://schemas.microsoft.com/office/drawing/2014/main" id="{B287AE9D-BEFA-4BC4-A167-D48E9A91BD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17777" y="4855708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2081ACFA-EF22-45DC-B4AC-2EE604B715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1014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title_box_numb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</a:t>
            </a:r>
            <a:r>
              <a:rPr lang="fr-FR" err="1"/>
              <a:t>Icons</a:t>
            </a:r>
            <a:r>
              <a:rPr lang="fr-FR"/>
              <a:t> </a:t>
            </a:r>
            <a:r>
              <a:rPr lang="fr-FR" err="1"/>
              <a:t>list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6EBD810-0F21-4184-BAB8-4295565C17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7500" y="1351189"/>
            <a:ext cx="5731932" cy="4498748"/>
          </a:xfrm>
          <a:solidFill>
            <a:schemeClr val="tx1"/>
          </a:solidFill>
          <a:ln>
            <a:noFill/>
          </a:ln>
        </p:spPr>
        <p:txBody>
          <a:bodyPr>
            <a:noAutofit/>
          </a:bodyPr>
          <a:lstStyle>
            <a:lvl1pPr>
              <a:defRPr sz="102">
                <a:solidFill>
                  <a:schemeClr val="tx1"/>
                </a:solidFill>
              </a:defRPr>
            </a:lvl1pPr>
            <a:lvl2pPr>
              <a:defRPr sz="102">
                <a:solidFill>
                  <a:schemeClr val="tx1"/>
                </a:solidFill>
              </a:defRPr>
            </a:lvl2pPr>
            <a:lvl3pPr>
              <a:defRPr sz="102">
                <a:solidFill>
                  <a:schemeClr val="tx1"/>
                </a:solidFill>
              </a:defRPr>
            </a:lvl3pPr>
            <a:lvl4pPr>
              <a:defRPr sz="102">
                <a:solidFill>
                  <a:schemeClr val="tx1"/>
                </a:solidFill>
              </a:defRPr>
            </a:lvl4pPr>
            <a:lvl5pPr>
              <a:defRPr sz="102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2F5902D3-88A8-4DFF-9711-29431E6738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5575" y="1693863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2000">
                <a:solidFill>
                  <a:schemeClr val="tx1"/>
                </a:solidFill>
              </a:defRPr>
            </a:lvl3pPr>
            <a:lvl4pPr algn="ctr">
              <a:defRPr sz="2000">
                <a:solidFill>
                  <a:schemeClr val="tx1"/>
                </a:solidFill>
              </a:defRPr>
            </a:lvl4pPr>
            <a:lvl5pPr algn="ctr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A423FE89-61FA-433B-AC65-BAA30AD3EE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575" y="2716506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2000">
                <a:solidFill>
                  <a:schemeClr val="tx1"/>
                </a:solidFill>
              </a:defRPr>
            </a:lvl3pPr>
            <a:lvl4pPr algn="ctr">
              <a:defRPr sz="2000">
                <a:solidFill>
                  <a:schemeClr val="tx1"/>
                </a:solidFill>
              </a:defRPr>
            </a:lvl4pPr>
            <a:lvl5pPr algn="ctr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BDBDD29C-799E-4327-9567-2258D8561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5575" y="3739148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2000">
                <a:solidFill>
                  <a:schemeClr val="tx1"/>
                </a:solidFill>
              </a:defRPr>
            </a:lvl3pPr>
            <a:lvl4pPr algn="ctr">
              <a:defRPr sz="2000">
                <a:solidFill>
                  <a:schemeClr val="tx1"/>
                </a:solidFill>
              </a:defRPr>
            </a:lvl4pPr>
            <a:lvl5pPr algn="ctr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05016404-0B7D-45EA-B323-7A90D99CAE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5575" y="4761790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4BE80459-001B-4554-BD13-5257EAD507B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29798" y="1351189"/>
            <a:ext cx="5731932" cy="4498748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102">
                <a:solidFill>
                  <a:srgbClr val="FFFCFA"/>
                </a:solidFill>
              </a:defRPr>
            </a:lvl1pPr>
            <a:lvl2pPr>
              <a:defRPr sz="102">
                <a:solidFill>
                  <a:srgbClr val="FFFCFA"/>
                </a:solidFill>
              </a:defRPr>
            </a:lvl2pPr>
            <a:lvl3pPr>
              <a:defRPr sz="102">
                <a:solidFill>
                  <a:srgbClr val="FFFCFA"/>
                </a:solidFill>
              </a:defRPr>
            </a:lvl3pPr>
            <a:lvl4pPr>
              <a:defRPr sz="102">
                <a:solidFill>
                  <a:srgbClr val="FFFCFA"/>
                </a:solidFill>
              </a:defRPr>
            </a:lvl4pPr>
            <a:lvl5pPr>
              <a:defRPr sz="102">
                <a:solidFill>
                  <a:srgbClr val="FFFCFA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8" name="Espace réservé du texte 16">
            <a:extLst>
              <a:ext uri="{FF2B5EF4-FFF2-40B4-BE49-F238E27FC236}">
                <a16:creationId xmlns:a16="http://schemas.microsoft.com/office/drawing/2014/main" id="{9B155B5C-AA48-4114-A538-FE82ED74AFB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07873" y="1693863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2000">
                <a:solidFill>
                  <a:schemeClr val="tx1"/>
                </a:solidFill>
              </a:defRPr>
            </a:lvl3pPr>
            <a:lvl4pPr algn="ctr">
              <a:defRPr sz="2000">
                <a:solidFill>
                  <a:schemeClr val="tx1"/>
                </a:solidFill>
              </a:defRPr>
            </a:lvl4pPr>
            <a:lvl5pPr algn="ctr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29" name="Espace réservé du texte 16">
            <a:extLst>
              <a:ext uri="{FF2B5EF4-FFF2-40B4-BE49-F238E27FC236}">
                <a16:creationId xmlns:a16="http://schemas.microsoft.com/office/drawing/2014/main" id="{93478A3C-405F-4C0A-8BD1-51E6EE076C6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07873" y="2716506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2000">
                <a:solidFill>
                  <a:schemeClr val="tx1"/>
                </a:solidFill>
              </a:defRPr>
            </a:lvl3pPr>
            <a:lvl4pPr algn="ctr">
              <a:defRPr sz="2000">
                <a:solidFill>
                  <a:schemeClr val="tx1"/>
                </a:solidFill>
              </a:defRPr>
            </a:lvl4pPr>
            <a:lvl5pPr algn="ctr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33" name="Espace réservé du texte 16">
            <a:extLst>
              <a:ext uri="{FF2B5EF4-FFF2-40B4-BE49-F238E27FC236}">
                <a16:creationId xmlns:a16="http://schemas.microsoft.com/office/drawing/2014/main" id="{72918E43-C971-4536-B147-F5B0461249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07873" y="3739148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2000">
                <a:solidFill>
                  <a:schemeClr val="tx1"/>
                </a:solidFill>
              </a:defRPr>
            </a:lvl3pPr>
            <a:lvl4pPr algn="ctr">
              <a:defRPr sz="2000">
                <a:solidFill>
                  <a:schemeClr val="tx1"/>
                </a:solidFill>
              </a:defRPr>
            </a:lvl4pPr>
            <a:lvl5pPr algn="ctr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34" name="Espace réservé du texte 16">
            <a:extLst>
              <a:ext uri="{FF2B5EF4-FFF2-40B4-BE49-F238E27FC236}">
                <a16:creationId xmlns:a16="http://schemas.microsoft.com/office/drawing/2014/main" id="{FF9395F9-3145-4EF7-B175-1B7C4922846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07873" y="4761790"/>
            <a:ext cx="592200" cy="591344"/>
          </a:xfrm>
          <a:prstGeom prst="ellipse">
            <a:avLst/>
          </a:prstGeo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FA4ECA31-1390-4659-BD24-29CEE790C1B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30075" y="1787781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6" name="Espace réservé du texte 9">
            <a:extLst>
              <a:ext uri="{FF2B5EF4-FFF2-40B4-BE49-F238E27FC236}">
                <a16:creationId xmlns:a16="http://schemas.microsoft.com/office/drawing/2014/main" id="{48146F07-8FFC-4F6F-975F-ECD0FC39520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30075" y="2810424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430011FD-0F73-4CC9-B11F-DB525F350CD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430075" y="3833066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8" name="Espace réservé du texte 9">
            <a:extLst>
              <a:ext uri="{FF2B5EF4-FFF2-40B4-BE49-F238E27FC236}">
                <a16:creationId xmlns:a16="http://schemas.microsoft.com/office/drawing/2014/main" id="{230271D5-4CBC-4FB0-8D8B-682003DBF41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430075" y="4855708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9" name="Espace réservé du texte 9">
            <a:extLst>
              <a:ext uri="{FF2B5EF4-FFF2-40B4-BE49-F238E27FC236}">
                <a16:creationId xmlns:a16="http://schemas.microsoft.com/office/drawing/2014/main" id="{6AC33BE4-18BC-4E61-B61F-45A858E5A5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17777" y="1787781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40" name="Espace réservé du texte 9">
            <a:extLst>
              <a:ext uri="{FF2B5EF4-FFF2-40B4-BE49-F238E27FC236}">
                <a16:creationId xmlns:a16="http://schemas.microsoft.com/office/drawing/2014/main" id="{D4D1A017-0F10-4FC6-8373-FDB9E33E651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7776" y="2810424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EBF6D835-5E51-4AB3-BEA9-A0E2DAE2E3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17776" y="3833066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42" name="Espace réservé du texte 9">
            <a:extLst>
              <a:ext uri="{FF2B5EF4-FFF2-40B4-BE49-F238E27FC236}">
                <a16:creationId xmlns:a16="http://schemas.microsoft.com/office/drawing/2014/main" id="{97C57117-7A5D-44DD-9E6B-5BC3F47458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17776" y="4855708"/>
            <a:ext cx="3894355" cy="403508"/>
          </a:xfrm>
        </p:spPr>
        <p:txBody>
          <a:bodyPr anchor="ctr" anchorCtr="0"/>
          <a:lstStyle>
            <a:lvl1pPr>
              <a:lnSpc>
                <a:spcPct val="114000"/>
              </a:lnSpc>
              <a:defRPr sz="1200" b="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 sz="1200">
                <a:solidFill>
                  <a:schemeClr val="bg1"/>
                </a:solidFill>
              </a:defRPr>
            </a:lvl5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0931C2DD-BA24-42F1-A672-78ABBEA493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1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5161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ab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/>
              <a:t>Table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tableau 20">
            <a:extLst>
              <a:ext uri="{FF2B5EF4-FFF2-40B4-BE49-F238E27FC236}">
                <a16:creationId xmlns:a16="http://schemas.microsoft.com/office/drawing/2014/main" id="{C2712D18-E8D9-4074-A78F-530D41944DC2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1280319" y="1332708"/>
            <a:ext cx="9615488" cy="4557713"/>
          </a:xfrm>
          <a:solidFill>
            <a:srgbClr val="BCBDBF"/>
          </a:solidFill>
        </p:spPr>
        <p:txBody>
          <a:bodyPr tIns="360000">
            <a:noAutofit/>
          </a:bodyPr>
          <a:lstStyle>
            <a:lvl1pPr algn="ctr">
              <a:defRPr>
                <a:solidFill>
                  <a:srgbClr val="6D6D6F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3842C6E-220F-403A-8CA6-0DCA0A6F30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912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char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/>
              <a:t>Chart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3842C6E-220F-403A-8CA6-0DCA0A6F30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  <p:sp>
        <p:nvSpPr>
          <p:cNvPr id="6" name="Espace réservé du graphique 5">
            <a:extLst>
              <a:ext uri="{FF2B5EF4-FFF2-40B4-BE49-F238E27FC236}">
                <a16:creationId xmlns:a16="http://schemas.microsoft.com/office/drawing/2014/main" id="{6EDF2811-D818-4DE7-9580-DF4C4BFB014C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317501" y="1663384"/>
            <a:ext cx="11557000" cy="4122737"/>
          </a:xfrm>
          <a:solidFill>
            <a:srgbClr val="BCBDBF"/>
          </a:solidFill>
        </p:spPr>
        <p:txBody>
          <a:bodyPr vert="horz" lIns="0" tIns="360000" rIns="0" bIns="0" rtlCol="0">
            <a:noAutofit/>
          </a:bodyPr>
          <a:lstStyle>
            <a:lvl1pPr>
              <a:defRPr lang="fr-FR">
                <a:solidFill>
                  <a:srgbClr val="6D6D6F"/>
                </a:solidFill>
              </a:defRPr>
            </a:lvl1pPr>
          </a:lstStyle>
          <a:p>
            <a:pPr lvl="0" algn="ctr"/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0F7C7A7-FEF4-49FF-A078-F7E083E8D1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500" y="1289935"/>
            <a:ext cx="11556999" cy="27071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Titre du graphique</a:t>
            </a:r>
          </a:p>
        </p:txBody>
      </p:sp>
    </p:spTree>
    <p:extLst>
      <p:ext uri="{BB962C8B-B14F-4D97-AF65-F5344CB8AC3E}">
        <p14:creationId xmlns:p14="http://schemas.microsoft.com/office/powerpoint/2010/main" val="116999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char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/>
              <a:t>Chart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3842C6E-220F-403A-8CA6-0DCA0A6F30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  <p:sp>
        <p:nvSpPr>
          <p:cNvPr id="8" name="Espace réservé du graphique 3">
            <a:extLst>
              <a:ext uri="{FF2B5EF4-FFF2-40B4-BE49-F238E27FC236}">
                <a16:creationId xmlns:a16="http://schemas.microsoft.com/office/drawing/2014/main" id="{332D72A4-0141-4C3B-855C-4E8953EB4C8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372679" y="1634914"/>
            <a:ext cx="2520000" cy="270715"/>
          </a:xfrm>
        </p:spPr>
        <p:txBody>
          <a:bodyPr/>
          <a:lstStyle/>
          <a:p>
            <a:endParaRPr lang="fr-FR"/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FB85A98E-D816-47F9-9332-0889939C74B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040" y="5763036"/>
            <a:ext cx="11574462" cy="160493"/>
          </a:xfrm>
        </p:spPr>
        <p:txBody>
          <a:bodyPr wrap="square" bIns="0">
            <a:spAutoFit/>
          </a:bodyPr>
          <a:lstStyle>
            <a:lvl1pPr>
              <a:spcBef>
                <a:spcPts val="0"/>
              </a:spcBef>
              <a:defRPr sz="1067" b="0" cap="none" baseline="0"/>
            </a:lvl1pPr>
            <a:lvl2pPr>
              <a:spcBef>
                <a:spcPts val="0"/>
              </a:spcBef>
              <a:defRPr sz="1067" b="0">
                <a:solidFill>
                  <a:schemeClr val="tx2"/>
                </a:solidFill>
              </a:defRPr>
            </a:lvl2pPr>
            <a:lvl3pPr>
              <a:spcBef>
                <a:spcPts val="0"/>
              </a:spcBef>
              <a:defRPr sz="1067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None/>
              <a:defRPr sz="1067">
                <a:solidFill>
                  <a:schemeClr val="tx2"/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None/>
              <a:defRPr sz="1067" b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Source</a:t>
            </a:r>
          </a:p>
        </p:txBody>
      </p:sp>
      <p:sp>
        <p:nvSpPr>
          <p:cNvPr id="11" name="Espace réservé du graphique 3">
            <a:extLst>
              <a:ext uri="{FF2B5EF4-FFF2-40B4-BE49-F238E27FC236}">
                <a16:creationId xmlns:a16="http://schemas.microsoft.com/office/drawing/2014/main" id="{2E463E7F-C528-435B-9120-56FFE9C16B21}"/>
              </a:ext>
            </a:extLst>
          </p:cNvPr>
          <p:cNvSpPr>
            <a:spLocks noGrp="1"/>
          </p:cNvSpPr>
          <p:nvPr>
            <p:ph type="chart" sz="quarter" idx="36"/>
          </p:nvPr>
        </p:nvSpPr>
        <p:spPr>
          <a:xfrm>
            <a:off x="9354820" y="1634913"/>
            <a:ext cx="2520000" cy="270715"/>
          </a:xfrm>
        </p:spPr>
        <p:txBody>
          <a:bodyPr/>
          <a:lstStyle/>
          <a:p>
            <a:endParaRPr lang="fr-FR"/>
          </a:p>
        </p:txBody>
      </p:sp>
      <p:sp>
        <p:nvSpPr>
          <p:cNvPr id="12" name="Espace réservé du graphique 3">
            <a:extLst>
              <a:ext uri="{FF2B5EF4-FFF2-40B4-BE49-F238E27FC236}">
                <a16:creationId xmlns:a16="http://schemas.microsoft.com/office/drawing/2014/main" id="{111B58AA-4608-4E85-845E-C2B629B199A1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5863748" y="1634913"/>
            <a:ext cx="2520000" cy="270715"/>
          </a:xfrm>
        </p:spPr>
        <p:txBody>
          <a:bodyPr/>
          <a:lstStyle/>
          <a:p>
            <a:endParaRPr lang="fr-FR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3F393267-1B1B-4BD5-901F-AABF754223E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300039" y="1306055"/>
            <a:ext cx="168000" cy="168000"/>
          </a:xfrm>
          <a:prstGeom prst="ellipse">
            <a:avLst/>
          </a:prstGeom>
          <a:solidFill>
            <a:srgbClr val="151A48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14" name="Espace réservé du texte 46">
            <a:extLst>
              <a:ext uri="{FF2B5EF4-FFF2-40B4-BE49-F238E27FC236}">
                <a16:creationId xmlns:a16="http://schemas.microsoft.com/office/drawing/2014/main" id="{553D9920-A23F-4D9E-9CA7-A531ABE20F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1624" y="1287463"/>
            <a:ext cx="1536000" cy="184666"/>
          </a:xfrm>
        </p:spPr>
        <p:txBody>
          <a:bodyPr bIns="0"/>
          <a:lstStyle>
            <a:lvl1pPr>
              <a:lnSpc>
                <a:spcPct val="100000"/>
              </a:lnSpc>
              <a:defRPr sz="1200" cap="none" baseline="0">
                <a:solidFill>
                  <a:srgbClr val="151A48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rgbClr val="151A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F9AA18AA-81C4-4986-A01A-6183AA649AFD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2203207" y="1306055"/>
            <a:ext cx="168000" cy="168000"/>
          </a:xfrm>
          <a:prstGeom prst="ellipse">
            <a:avLst/>
          </a:prstGeom>
          <a:solidFill>
            <a:srgbClr val="154B92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16" name="Espace réservé du texte 46">
            <a:extLst>
              <a:ext uri="{FF2B5EF4-FFF2-40B4-BE49-F238E27FC236}">
                <a16:creationId xmlns:a16="http://schemas.microsoft.com/office/drawing/2014/main" id="{A0B6FAA2-7C12-455C-8EB9-F606005F0A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44794" y="1287463"/>
            <a:ext cx="1536000" cy="184666"/>
          </a:xfrm>
        </p:spPr>
        <p:txBody>
          <a:bodyPr bIns="0"/>
          <a:lstStyle>
            <a:lvl1pPr>
              <a:lnSpc>
                <a:spcPct val="100000"/>
              </a:lnSpc>
              <a:defRPr sz="1200" cap="none" baseline="0">
                <a:solidFill>
                  <a:srgbClr val="154B92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rgbClr val="154B92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7" name="Espace réservé du texte 6">
            <a:extLst>
              <a:ext uri="{FF2B5EF4-FFF2-40B4-BE49-F238E27FC236}">
                <a16:creationId xmlns:a16="http://schemas.microsoft.com/office/drawing/2014/main" id="{B7F403C2-DC43-4919-B6DA-1D015AE490D9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4116536" y="1306055"/>
            <a:ext cx="168000" cy="168000"/>
          </a:xfrm>
          <a:prstGeom prst="ellipse">
            <a:avLst/>
          </a:prstGeom>
          <a:solidFill>
            <a:schemeClr val="accent1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18" name="Espace réservé du texte 46">
            <a:extLst>
              <a:ext uri="{FF2B5EF4-FFF2-40B4-BE49-F238E27FC236}">
                <a16:creationId xmlns:a16="http://schemas.microsoft.com/office/drawing/2014/main" id="{25D284D2-915A-4364-BB20-1B0DAF163C0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58123" y="1287463"/>
            <a:ext cx="1536000" cy="184666"/>
          </a:xfrm>
        </p:spPr>
        <p:txBody>
          <a:bodyPr bIns="0"/>
          <a:lstStyle>
            <a:lvl1pPr>
              <a:lnSpc>
                <a:spcPct val="100000"/>
              </a:lnSpc>
              <a:defRPr sz="1200" cap="none" baseline="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4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4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DA877C3D-1B9A-4A70-8395-FEF3970CE364}"/>
              </a:ext>
            </a:extLst>
          </p:cNvPr>
          <p:cNvSpPr>
            <a:spLocks noGrp="1" noChangeAspect="1"/>
          </p:cNvSpPr>
          <p:nvPr>
            <p:ph type="body" sz="quarter" idx="47" hasCustomPrompt="1"/>
          </p:nvPr>
        </p:nvSpPr>
        <p:spPr>
          <a:xfrm>
            <a:off x="3164691" y="4490793"/>
            <a:ext cx="935977" cy="935977"/>
          </a:xfrm>
          <a:prstGeom prst="ellipse">
            <a:avLst/>
          </a:prstGeom>
          <a:solidFill>
            <a:srgbClr val="C8C9C7"/>
          </a:solidFill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xx</a:t>
            </a:r>
          </a:p>
          <a:p>
            <a:pPr lvl="1"/>
            <a:r>
              <a:rPr lang="fr-FR"/>
              <a:t>XX</a:t>
            </a:r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5D196399-85F3-4457-BC7B-D2C2190FE9B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98504" y="2453031"/>
            <a:ext cx="1577341" cy="1130829"/>
          </a:xfrm>
        </p:spPr>
        <p:txBody>
          <a:bodyPr/>
          <a:lstStyle>
            <a:lvl1pPr>
              <a:defRPr b="0"/>
            </a:lvl1pPr>
            <a:lvl2pPr>
              <a:defRPr/>
            </a:lvl2pPr>
            <a:lvl4pPr>
              <a:defRPr/>
            </a:lvl4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E62F2151-39A1-4422-92B2-1D64EBCA699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17500" y="4516897"/>
            <a:ext cx="1577341" cy="1130829"/>
          </a:xfrm>
        </p:spPr>
        <p:txBody>
          <a:bodyPr/>
          <a:lstStyle>
            <a:lvl1pPr>
              <a:defRPr b="0"/>
            </a:lvl1pPr>
            <a:lvl2pPr>
              <a:defRPr/>
            </a:lvl2pPr>
            <a:lvl4pPr>
              <a:defRPr/>
            </a:lvl4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6559AEEA-3FD6-4A0D-AC2B-49B293D502A9}"/>
              </a:ext>
            </a:extLst>
          </p:cNvPr>
          <p:cNvSpPr>
            <a:spLocks noGrp="1" noChangeAspect="1"/>
          </p:cNvSpPr>
          <p:nvPr>
            <p:ph type="body" sz="quarter" idx="51" hasCustomPrompt="1"/>
          </p:nvPr>
        </p:nvSpPr>
        <p:spPr>
          <a:xfrm>
            <a:off x="6056293" y="1300990"/>
            <a:ext cx="168000" cy="168000"/>
          </a:xfrm>
          <a:prstGeom prst="ellipse">
            <a:avLst/>
          </a:prstGeom>
          <a:solidFill>
            <a:srgbClr val="8FC6E2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31" name="Espace réservé du texte 46">
            <a:extLst>
              <a:ext uri="{FF2B5EF4-FFF2-40B4-BE49-F238E27FC236}">
                <a16:creationId xmlns:a16="http://schemas.microsoft.com/office/drawing/2014/main" id="{F97A83F8-B73F-4011-B203-6BC6B626679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97879" y="1282398"/>
            <a:ext cx="1536000" cy="184666"/>
          </a:xfrm>
        </p:spPr>
        <p:txBody>
          <a:bodyPr bIns="0"/>
          <a:lstStyle>
            <a:lvl1pPr>
              <a:lnSpc>
                <a:spcPct val="100000"/>
              </a:lnSpc>
              <a:defRPr sz="1200" cap="none" baseline="0">
                <a:solidFill>
                  <a:srgbClr val="8FC6E2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rgbClr val="8FC6E2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4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4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2" name="Espace réservé du texte 6">
            <a:extLst>
              <a:ext uri="{FF2B5EF4-FFF2-40B4-BE49-F238E27FC236}">
                <a16:creationId xmlns:a16="http://schemas.microsoft.com/office/drawing/2014/main" id="{701535D5-DE8A-44E5-9C42-61E46A0DF57C}"/>
              </a:ext>
            </a:extLst>
          </p:cNvPr>
          <p:cNvSpPr>
            <a:spLocks noGrp="1" noChangeAspect="1"/>
          </p:cNvSpPr>
          <p:nvPr>
            <p:ph type="body" sz="quarter" idx="53" hasCustomPrompt="1"/>
          </p:nvPr>
        </p:nvSpPr>
        <p:spPr>
          <a:xfrm>
            <a:off x="6578681" y="4413712"/>
            <a:ext cx="1090135" cy="1090136"/>
          </a:xfrm>
          <a:prstGeom prst="ellipse">
            <a:avLst/>
          </a:prstGeom>
          <a:solidFill>
            <a:srgbClr val="C8C9C7"/>
          </a:solidFill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xx</a:t>
            </a:r>
          </a:p>
          <a:p>
            <a:pPr lvl="1"/>
            <a:r>
              <a:rPr lang="fr-FR"/>
              <a:t>XX</a:t>
            </a:r>
          </a:p>
        </p:txBody>
      </p:sp>
      <p:sp>
        <p:nvSpPr>
          <p:cNvPr id="34" name="Espace réservé du texte 6">
            <a:extLst>
              <a:ext uri="{FF2B5EF4-FFF2-40B4-BE49-F238E27FC236}">
                <a16:creationId xmlns:a16="http://schemas.microsoft.com/office/drawing/2014/main" id="{668F6F22-FA69-4745-B468-29837CE98ECE}"/>
              </a:ext>
            </a:extLst>
          </p:cNvPr>
          <p:cNvSpPr>
            <a:spLocks noGrp="1" noChangeAspect="1"/>
          </p:cNvSpPr>
          <p:nvPr>
            <p:ph type="body" sz="quarter" idx="55" hasCustomPrompt="1"/>
          </p:nvPr>
        </p:nvSpPr>
        <p:spPr>
          <a:xfrm>
            <a:off x="9951478" y="4295439"/>
            <a:ext cx="1326682" cy="1326682"/>
          </a:xfrm>
          <a:prstGeom prst="ellipse">
            <a:avLst/>
          </a:prstGeom>
          <a:solidFill>
            <a:srgbClr val="C8C9C7"/>
          </a:solidFill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xx</a:t>
            </a:r>
          </a:p>
          <a:p>
            <a:pPr lvl="1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922563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title_numberlis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Numbers </a:t>
            </a:r>
            <a:r>
              <a:rPr lang="fr-FR" err="1"/>
              <a:t>list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5D74449-7FB8-420A-B533-DB99F3075A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118" y="1351508"/>
            <a:ext cx="1873015" cy="9360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30" name="Espace réservé du texte 8">
            <a:extLst>
              <a:ext uri="{FF2B5EF4-FFF2-40B4-BE49-F238E27FC236}">
                <a16:creationId xmlns:a16="http://schemas.microsoft.com/office/drawing/2014/main" id="{DA92ABA8-64B1-47A3-916E-A496794030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98870" y="1348891"/>
            <a:ext cx="1873015" cy="9360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X%</a:t>
            </a:r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C4B880D9-E47D-4F56-A44C-CE45083166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62001" y="1348891"/>
            <a:ext cx="7668000" cy="936000"/>
          </a:xfrm>
          <a:solidFill>
            <a:schemeClr val="tx1"/>
          </a:solidFill>
        </p:spPr>
        <p:txBody>
          <a:bodyPr lIns="684000" tIns="360000" rIns="684000" bIns="360000" anchor="ctr" anchorCtr="0">
            <a:noAutofit/>
          </a:bodyPr>
          <a:lstStyle>
            <a:lvl1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2" name="Espace réservé du texte 8">
            <a:extLst>
              <a:ext uri="{FF2B5EF4-FFF2-40B4-BE49-F238E27FC236}">
                <a16:creationId xmlns:a16="http://schemas.microsoft.com/office/drawing/2014/main" id="{82BF8BF8-4807-497B-88AE-7B00408C1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118" y="2373614"/>
            <a:ext cx="1873015" cy="936000"/>
          </a:xfrm>
          <a:solidFill>
            <a:srgbClr val="413F42"/>
          </a:solidFill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3" name="Espace réservé du texte 8">
            <a:extLst>
              <a:ext uri="{FF2B5EF4-FFF2-40B4-BE49-F238E27FC236}">
                <a16:creationId xmlns:a16="http://schemas.microsoft.com/office/drawing/2014/main" id="{D3EBC73F-BB34-44AD-80A1-0FA3608F52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98870" y="2370997"/>
            <a:ext cx="1873015" cy="936000"/>
          </a:xfrm>
          <a:solidFill>
            <a:srgbClr val="413F42"/>
          </a:solidFill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X%</a:t>
            </a:r>
          </a:p>
        </p:txBody>
      </p:sp>
      <p:sp>
        <p:nvSpPr>
          <p:cNvPr id="44" name="Espace réservé du texte 8">
            <a:extLst>
              <a:ext uri="{FF2B5EF4-FFF2-40B4-BE49-F238E27FC236}">
                <a16:creationId xmlns:a16="http://schemas.microsoft.com/office/drawing/2014/main" id="{48393E72-95AD-4587-A497-41E5C8A114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62001" y="2370997"/>
            <a:ext cx="7668000" cy="936000"/>
          </a:xfrm>
          <a:solidFill>
            <a:srgbClr val="413F42"/>
          </a:solidFill>
        </p:spPr>
        <p:txBody>
          <a:bodyPr lIns="684000" tIns="360000" rIns="684000" bIns="360000" anchor="ctr" anchorCtr="0">
            <a:noAutofit/>
          </a:bodyPr>
          <a:lstStyle>
            <a:lvl1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45" name="Espace réservé du texte 8">
            <a:extLst>
              <a:ext uri="{FF2B5EF4-FFF2-40B4-BE49-F238E27FC236}">
                <a16:creationId xmlns:a16="http://schemas.microsoft.com/office/drawing/2014/main" id="{9B267C63-26C4-4046-A394-F0D00D442E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7501" y="3395721"/>
            <a:ext cx="1873015" cy="936000"/>
          </a:xfrm>
          <a:solidFill>
            <a:srgbClr val="6D6D6F"/>
          </a:solidFill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46" name="Espace réservé du texte 8">
            <a:extLst>
              <a:ext uri="{FF2B5EF4-FFF2-40B4-BE49-F238E27FC236}">
                <a16:creationId xmlns:a16="http://schemas.microsoft.com/office/drawing/2014/main" id="{679E252B-349D-4F62-A9B3-1BD75E91EC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96253" y="3393105"/>
            <a:ext cx="1873015" cy="936000"/>
          </a:xfrm>
          <a:solidFill>
            <a:srgbClr val="6D6D6F"/>
          </a:solidFill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X%</a:t>
            </a:r>
          </a:p>
        </p:txBody>
      </p:sp>
      <p:sp>
        <p:nvSpPr>
          <p:cNvPr id="47" name="Espace réservé du texte 8">
            <a:extLst>
              <a:ext uri="{FF2B5EF4-FFF2-40B4-BE49-F238E27FC236}">
                <a16:creationId xmlns:a16="http://schemas.microsoft.com/office/drawing/2014/main" id="{65FCED47-1D0D-4144-9738-1F4E19D1BE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59384" y="3393105"/>
            <a:ext cx="7668000" cy="936000"/>
          </a:xfrm>
          <a:solidFill>
            <a:srgbClr val="6D6D6F"/>
          </a:solidFill>
        </p:spPr>
        <p:txBody>
          <a:bodyPr lIns="684000" tIns="360000" rIns="684000" bIns="360000" anchor="ctr" anchorCtr="0">
            <a:noAutofit/>
          </a:bodyPr>
          <a:lstStyle>
            <a:lvl1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48" name="Espace réservé du texte 8">
            <a:extLst>
              <a:ext uri="{FF2B5EF4-FFF2-40B4-BE49-F238E27FC236}">
                <a16:creationId xmlns:a16="http://schemas.microsoft.com/office/drawing/2014/main" id="{8BCC902E-5AB5-41D8-9594-135BCE2358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734" y="4417828"/>
            <a:ext cx="1873015" cy="936000"/>
          </a:xfrm>
          <a:solidFill>
            <a:srgbClr val="BCBDBF"/>
          </a:solidFill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49" name="Espace réservé du texte 8">
            <a:extLst>
              <a:ext uri="{FF2B5EF4-FFF2-40B4-BE49-F238E27FC236}">
                <a16:creationId xmlns:a16="http://schemas.microsoft.com/office/drawing/2014/main" id="{F1CCDF0E-A846-4BE4-A582-3ED58AE289F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01486" y="4415211"/>
            <a:ext cx="1873015" cy="936000"/>
          </a:xfrm>
          <a:solidFill>
            <a:srgbClr val="BCBDBF"/>
          </a:solidFill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X%</a:t>
            </a:r>
          </a:p>
        </p:txBody>
      </p:sp>
      <p:sp>
        <p:nvSpPr>
          <p:cNvPr id="50" name="Espace réservé du texte 8">
            <a:extLst>
              <a:ext uri="{FF2B5EF4-FFF2-40B4-BE49-F238E27FC236}">
                <a16:creationId xmlns:a16="http://schemas.microsoft.com/office/drawing/2014/main" id="{E5E962DE-D391-4CEC-93C0-46D2EFAB571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64618" y="4415211"/>
            <a:ext cx="7668000" cy="936000"/>
          </a:xfrm>
          <a:solidFill>
            <a:srgbClr val="BCBDBF"/>
          </a:solidFill>
        </p:spPr>
        <p:txBody>
          <a:bodyPr lIns="684000" tIns="360000" rIns="684000" bIns="360000" anchor="ctr" anchorCtr="0">
            <a:noAutofit/>
          </a:bodyPr>
          <a:lstStyle>
            <a:lvl1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l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B38EEEEE-79DE-400C-932D-111689AEB5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513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bis_title_numberlis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fr-FR" err="1"/>
              <a:t>Title</a:t>
            </a:r>
            <a:r>
              <a:rPr lang="fr-FR"/>
              <a:t> + Numbers </a:t>
            </a:r>
            <a:r>
              <a:rPr lang="fr-FR" err="1"/>
              <a:t>list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C4B880D9-E47D-4F56-A44C-CE45083166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62001" y="1348891"/>
            <a:ext cx="7668000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lIns="684000" tIns="360000" rIns="684000" bIns="360000" anchor="ctr" anchorCtr="0">
            <a:noAutofit/>
          </a:bodyPr>
          <a:lstStyle>
            <a:lvl1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1pPr>
            <a:lvl2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2pPr>
            <a:lvl3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3pPr>
            <a:lvl4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4pPr>
            <a:lvl5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5D74449-7FB8-420A-B533-DB99F3075A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118" y="1351508"/>
            <a:ext cx="1873015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30" name="Espace réservé du texte 8">
            <a:extLst>
              <a:ext uri="{FF2B5EF4-FFF2-40B4-BE49-F238E27FC236}">
                <a16:creationId xmlns:a16="http://schemas.microsoft.com/office/drawing/2014/main" id="{DA92ABA8-64B1-47A3-916E-A496794030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98870" y="1348891"/>
            <a:ext cx="1873015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tx1"/>
                </a:solidFill>
                <a:latin typeface="Aileron" pitchFamily="2" charset="0"/>
              </a:defRPr>
            </a:lvl1pPr>
            <a:lvl2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X%</a:t>
            </a:r>
          </a:p>
        </p:txBody>
      </p:sp>
      <p:sp>
        <p:nvSpPr>
          <p:cNvPr id="24" name="Espace réservé du texte 8">
            <a:extLst>
              <a:ext uri="{FF2B5EF4-FFF2-40B4-BE49-F238E27FC236}">
                <a16:creationId xmlns:a16="http://schemas.microsoft.com/office/drawing/2014/main" id="{AA17DFD3-D989-4A0F-977C-B14024087D9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64618" y="2371869"/>
            <a:ext cx="7668000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lIns="684000" tIns="360000" rIns="684000" bIns="360000" anchor="ctr" anchorCtr="0">
            <a:noAutofit/>
          </a:bodyPr>
          <a:lstStyle>
            <a:lvl1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1pPr>
            <a:lvl2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2pPr>
            <a:lvl3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3pPr>
            <a:lvl4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4pPr>
            <a:lvl5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25" name="Espace réservé du texte 8">
            <a:extLst>
              <a:ext uri="{FF2B5EF4-FFF2-40B4-BE49-F238E27FC236}">
                <a16:creationId xmlns:a16="http://schemas.microsoft.com/office/drawing/2014/main" id="{3C2704E8-BBF0-4089-8899-6234A7F5434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2734" y="2373614"/>
            <a:ext cx="1873015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26" name="Espace réservé du texte 8">
            <a:extLst>
              <a:ext uri="{FF2B5EF4-FFF2-40B4-BE49-F238E27FC236}">
                <a16:creationId xmlns:a16="http://schemas.microsoft.com/office/drawing/2014/main" id="{16DD1E86-E60A-4614-A5A1-3F51AD1BB5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01486" y="2371869"/>
            <a:ext cx="1873015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tx1"/>
                </a:solidFill>
                <a:latin typeface="Aileron" pitchFamily="2" charset="0"/>
              </a:defRPr>
            </a:lvl1pPr>
            <a:lvl2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X%</a:t>
            </a:r>
          </a:p>
        </p:txBody>
      </p:sp>
      <p:sp>
        <p:nvSpPr>
          <p:cNvPr id="33" name="Espace réservé du texte 8">
            <a:extLst>
              <a:ext uri="{FF2B5EF4-FFF2-40B4-BE49-F238E27FC236}">
                <a16:creationId xmlns:a16="http://schemas.microsoft.com/office/drawing/2014/main" id="{D3D0C005-4456-4A37-914D-2DAA4F9D01B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59384" y="3394848"/>
            <a:ext cx="7668000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lIns="684000" tIns="360000" rIns="684000" bIns="360000" anchor="ctr" anchorCtr="0">
            <a:noAutofit/>
          </a:bodyPr>
          <a:lstStyle>
            <a:lvl1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1pPr>
            <a:lvl2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2pPr>
            <a:lvl3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3pPr>
            <a:lvl4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4pPr>
            <a:lvl5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4" name="Espace réservé du texte 8">
            <a:extLst>
              <a:ext uri="{FF2B5EF4-FFF2-40B4-BE49-F238E27FC236}">
                <a16:creationId xmlns:a16="http://schemas.microsoft.com/office/drawing/2014/main" id="{1BFC6212-52E3-44C6-AF47-3FDACCB0858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7501" y="3395721"/>
            <a:ext cx="1873015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35" name="Espace réservé du texte 8">
            <a:extLst>
              <a:ext uri="{FF2B5EF4-FFF2-40B4-BE49-F238E27FC236}">
                <a16:creationId xmlns:a16="http://schemas.microsoft.com/office/drawing/2014/main" id="{B125D36C-FC16-40B8-B86E-AE8BBE101A4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96253" y="3394848"/>
            <a:ext cx="1873015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tx1"/>
                </a:solidFill>
                <a:latin typeface="Aileron" pitchFamily="2" charset="0"/>
              </a:defRPr>
            </a:lvl1pPr>
            <a:lvl2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X%</a:t>
            </a:r>
          </a:p>
        </p:txBody>
      </p:sp>
      <p:sp>
        <p:nvSpPr>
          <p:cNvPr id="36" name="Espace réservé du texte 8">
            <a:extLst>
              <a:ext uri="{FF2B5EF4-FFF2-40B4-BE49-F238E27FC236}">
                <a16:creationId xmlns:a16="http://schemas.microsoft.com/office/drawing/2014/main" id="{22A8B1B2-D890-4EB0-A5DA-C4356C638E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59384" y="4417828"/>
            <a:ext cx="7668000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lIns="684000" tIns="360000" rIns="684000" bIns="360000" anchor="ctr" anchorCtr="0">
            <a:noAutofit/>
          </a:bodyPr>
          <a:lstStyle>
            <a:lvl1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1pPr>
            <a:lvl2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2pPr>
            <a:lvl3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3pPr>
            <a:lvl4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4pPr>
            <a:lvl5pPr algn="l">
              <a:lnSpc>
                <a:spcPct val="107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Phasellus</a:t>
            </a:r>
            <a:r>
              <a:rPr lang="fr-FR"/>
              <a:t> vitae </a:t>
            </a:r>
            <a:r>
              <a:rPr lang="fr-FR" err="1"/>
              <a:t>purus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.</a:t>
            </a:r>
          </a:p>
        </p:txBody>
      </p:sp>
      <p:sp>
        <p:nvSpPr>
          <p:cNvPr id="37" name="Espace réservé du texte 8">
            <a:extLst>
              <a:ext uri="{FF2B5EF4-FFF2-40B4-BE49-F238E27FC236}">
                <a16:creationId xmlns:a16="http://schemas.microsoft.com/office/drawing/2014/main" id="{5D8E5D8B-3199-4F04-800C-84A3FF1C682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7501" y="4417828"/>
            <a:ext cx="1873015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1pPr>
            <a:lvl2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38" name="Espace réservé du texte 8">
            <a:extLst>
              <a:ext uri="{FF2B5EF4-FFF2-40B4-BE49-F238E27FC236}">
                <a16:creationId xmlns:a16="http://schemas.microsoft.com/office/drawing/2014/main" id="{2425F4BB-A7E9-45D8-8FD3-D57377139AB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96253" y="4417828"/>
            <a:ext cx="1873015" cy="936000"/>
          </a:xfrm>
          <a:solidFill>
            <a:srgbClr val="FFFCFA"/>
          </a:solidFill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algn="ctr">
              <a:lnSpc>
                <a:spcPct val="107000"/>
              </a:lnSpc>
              <a:defRPr sz="2000">
                <a:solidFill>
                  <a:schemeClr val="tx1"/>
                </a:solidFill>
                <a:latin typeface="Aileron" pitchFamily="2" charset="0"/>
              </a:defRPr>
            </a:lvl1pPr>
            <a:lvl2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3pPr>
            <a:lvl4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4pPr>
            <a:lvl5pPr algn="ctr">
              <a:lnSpc>
                <a:spcPct val="107000"/>
              </a:lnSpc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X%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DF73EAD2-310F-4DF8-B22C-562EACA62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65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infographic_numb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 err="1"/>
              <a:t>Infographics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B75E5CE4-4624-4276-A135-9E56B32165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52133" y="2780094"/>
            <a:ext cx="1862138" cy="2585657"/>
          </a:xfrm>
          <a:solidFill>
            <a:srgbClr val="413F42"/>
          </a:solidFill>
        </p:spPr>
        <p:txBody>
          <a:bodyPr lIns="0" tIns="2160000" rIns="0" bIns="216000" anchor="b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C942D72-3CFA-4C9A-A3C5-0BA1C64C57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52133" y="1849172"/>
            <a:ext cx="1862138" cy="1863001"/>
          </a:xfrm>
          <a:prstGeom prst="ellipse">
            <a:avLst/>
          </a:prstGeom>
          <a:solidFill>
            <a:srgbClr val="413F42"/>
          </a:solidFill>
        </p:spPr>
        <p:txBody>
          <a:bodyPr>
            <a:noAutofit/>
          </a:bodyPr>
          <a:lstStyle>
            <a:lvl1pPr>
              <a:defRPr sz="102">
                <a:solidFill>
                  <a:srgbClr val="413F42"/>
                </a:solidFill>
              </a:defRPr>
            </a:lvl1pPr>
            <a:lvl2pPr>
              <a:defRPr sz="102">
                <a:solidFill>
                  <a:srgbClr val="413F42"/>
                </a:solidFill>
              </a:defRPr>
            </a:lvl2pPr>
            <a:lvl3pPr>
              <a:defRPr sz="102">
                <a:solidFill>
                  <a:srgbClr val="413F42"/>
                </a:solidFill>
              </a:defRPr>
            </a:lvl3pPr>
            <a:lvl4pPr>
              <a:defRPr sz="102">
                <a:solidFill>
                  <a:srgbClr val="413F42"/>
                </a:solidFill>
              </a:defRPr>
            </a:lvl4pPr>
            <a:lvl5pPr>
              <a:defRPr sz="102">
                <a:solidFill>
                  <a:srgbClr val="413F4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6">
            <a:extLst>
              <a:ext uri="{FF2B5EF4-FFF2-40B4-BE49-F238E27FC236}">
                <a16:creationId xmlns:a16="http://schemas.microsoft.com/office/drawing/2014/main" id="{9277F3C8-D35C-45D8-8599-67A0AE40DA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87668" y="2086142"/>
            <a:ext cx="1391073" cy="1389062"/>
          </a:xfrm>
          <a:prstGeom prst="ellipse">
            <a:avLst/>
          </a:prstGeom>
          <a:solidFill>
            <a:srgbClr val="FFFCFA"/>
          </a:solidFill>
          <a:ln>
            <a:noFill/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2000">
                <a:solidFill>
                  <a:schemeClr val="tx1"/>
                </a:solidFill>
              </a:defRPr>
            </a:lvl3pPr>
            <a:lvl4pPr algn="ctr">
              <a:defRPr sz="2000">
                <a:solidFill>
                  <a:schemeClr val="tx1"/>
                </a:solidFill>
              </a:defRPr>
            </a:lvl4pPr>
            <a:lvl5pPr algn="ctr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20" name="Espace réservé du texte 8">
            <a:extLst>
              <a:ext uri="{FF2B5EF4-FFF2-40B4-BE49-F238E27FC236}">
                <a16:creationId xmlns:a16="http://schemas.microsoft.com/office/drawing/2014/main" id="{2D36C9B7-7073-4CB9-B215-69968AA631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4932" y="2780094"/>
            <a:ext cx="1862138" cy="2585657"/>
          </a:xfrm>
          <a:solidFill>
            <a:srgbClr val="6D6D6F"/>
          </a:solidFill>
        </p:spPr>
        <p:txBody>
          <a:bodyPr lIns="0" tIns="2160000" rIns="0" bIns="216000" anchor="b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B09A833D-42E8-4750-8764-8F1E2F29C5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4932" y="1849172"/>
            <a:ext cx="1862138" cy="1863001"/>
          </a:xfrm>
          <a:prstGeom prst="ellipse">
            <a:avLst/>
          </a:prstGeom>
          <a:solidFill>
            <a:srgbClr val="6D6D6F"/>
          </a:solidFill>
        </p:spPr>
        <p:txBody>
          <a:bodyPr>
            <a:noAutofit/>
          </a:bodyPr>
          <a:lstStyle>
            <a:lvl1pPr>
              <a:defRPr sz="102">
                <a:solidFill>
                  <a:srgbClr val="6D6D6F"/>
                </a:solidFill>
              </a:defRPr>
            </a:lvl1pPr>
            <a:lvl2pPr>
              <a:defRPr sz="102">
                <a:solidFill>
                  <a:srgbClr val="6D6D6F"/>
                </a:solidFill>
              </a:defRPr>
            </a:lvl2pPr>
            <a:lvl3pPr>
              <a:defRPr sz="102">
                <a:solidFill>
                  <a:srgbClr val="6D6D6F"/>
                </a:solidFill>
              </a:defRPr>
            </a:lvl3pPr>
            <a:lvl4pPr>
              <a:defRPr sz="102">
                <a:solidFill>
                  <a:srgbClr val="6D6D6F"/>
                </a:solidFill>
              </a:defRPr>
            </a:lvl4pPr>
            <a:lvl5pPr>
              <a:defRPr sz="102">
                <a:solidFill>
                  <a:srgbClr val="6D6D6F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5" name="Espace réservé du texte 16">
            <a:extLst>
              <a:ext uri="{FF2B5EF4-FFF2-40B4-BE49-F238E27FC236}">
                <a16:creationId xmlns:a16="http://schemas.microsoft.com/office/drawing/2014/main" id="{589F5C9E-8767-4011-BEF1-C97A64602F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0464" y="2086142"/>
            <a:ext cx="1391073" cy="1389062"/>
          </a:xfrm>
          <a:prstGeom prst="ellipse">
            <a:avLst/>
          </a:prstGeom>
          <a:solidFill>
            <a:srgbClr val="FFFCFA"/>
          </a:solidFill>
          <a:ln>
            <a:noFill/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2000">
                <a:solidFill>
                  <a:schemeClr val="tx1"/>
                </a:solidFill>
              </a:defRPr>
            </a:lvl3pPr>
            <a:lvl4pPr algn="ctr">
              <a:defRPr sz="2000">
                <a:solidFill>
                  <a:schemeClr val="tx1"/>
                </a:solidFill>
              </a:defRPr>
            </a:lvl4pPr>
            <a:lvl5pPr algn="ctr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26" name="Espace réservé du texte 8">
            <a:extLst>
              <a:ext uri="{FF2B5EF4-FFF2-40B4-BE49-F238E27FC236}">
                <a16:creationId xmlns:a16="http://schemas.microsoft.com/office/drawing/2014/main" id="{DEC4D4EB-957F-4471-BD30-CBA4838E3B6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7729" y="2780094"/>
            <a:ext cx="1862138" cy="2585657"/>
          </a:xfrm>
          <a:solidFill>
            <a:srgbClr val="BCBDBF"/>
          </a:solidFill>
        </p:spPr>
        <p:txBody>
          <a:bodyPr lIns="0" tIns="2160000" rIns="0" bIns="216000" anchor="b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91BE5EC3-774F-4871-8876-6459E6D4737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77729" y="1849172"/>
            <a:ext cx="1862138" cy="1863001"/>
          </a:xfrm>
          <a:prstGeom prst="ellipse">
            <a:avLst/>
          </a:prstGeom>
          <a:solidFill>
            <a:srgbClr val="BCBDBF"/>
          </a:solidFill>
        </p:spPr>
        <p:txBody>
          <a:bodyPr>
            <a:noAutofit/>
          </a:bodyPr>
          <a:lstStyle>
            <a:lvl1pPr>
              <a:defRPr sz="102">
                <a:solidFill>
                  <a:srgbClr val="BCBDBF"/>
                </a:solidFill>
              </a:defRPr>
            </a:lvl1pPr>
            <a:lvl2pPr>
              <a:defRPr sz="102">
                <a:solidFill>
                  <a:srgbClr val="BCBDBF"/>
                </a:solidFill>
              </a:defRPr>
            </a:lvl2pPr>
            <a:lvl3pPr>
              <a:defRPr sz="102">
                <a:solidFill>
                  <a:srgbClr val="BCBDBF"/>
                </a:solidFill>
              </a:defRPr>
            </a:lvl3pPr>
            <a:lvl4pPr>
              <a:defRPr sz="102">
                <a:solidFill>
                  <a:srgbClr val="BCBDBF"/>
                </a:solidFill>
              </a:defRPr>
            </a:lvl4pPr>
            <a:lvl5pPr>
              <a:defRPr sz="102">
                <a:solidFill>
                  <a:srgbClr val="BCBDBF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1" name="Espace réservé du texte 16">
            <a:extLst>
              <a:ext uri="{FF2B5EF4-FFF2-40B4-BE49-F238E27FC236}">
                <a16:creationId xmlns:a16="http://schemas.microsoft.com/office/drawing/2014/main" id="{75C90442-B6B7-416B-BA88-D28F2EE3A44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13261" y="2086142"/>
            <a:ext cx="1391073" cy="1389062"/>
          </a:xfrm>
          <a:prstGeom prst="ellipse">
            <a:avLst/>
          </a:prstGeom>
          <a:solidFill>
            <a:srgbClr val="FFFCFA"/>
          </a:solidFill>
          <a:ln>
            <a:noFill/>
          </a:ln>
        </p:spPr>
        <p:txBody>
          <a:bodyPr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2000">
                <a:solidFill>
                  <a:schemeClr val="tx1"/>
                </a:solidFill>
              </a:defRPr>
            </a:lvl3pPr>
            <a:lvl4pPr algn="ctr">
              <a:defRPr sz="2000">
                <a:solidFill>
                  <a:schemeClr val="tx1"/>
                </a:solidFill>
              </a:defRPr>
            </a:lvl4pPr>
            <a:lvl5pPr algn="ctr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FC55D272-1288-4FBF-842C-FF352E1D5E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r>
              <a:rPr lang="fr-FR"/>
              <a:t> 12 pt</a:t>
            </a:r>
          </a:p>
        </p:txBody>
      </p:sp>
    </p:spTree>
    <p:extLst>
      <p:ext uri="{BB962C8B-B14F-4D97-AF65-F5344CB8AC3E}">
        <p14:creationId xmlns:p14="http://schemas.microsoft.com/office/powerpoint/2010/main" val="2865376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bis_infographic_imag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 err="1"/>
              <a:t>Infographics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B75E5CE4-4624-4276-A135-9E56B32165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52133" y="2780094"/>
            <a:ext cx="1862138" cy="2585657"/>
          </a:xfrm>
          <a:solidFill>
            <a:srgbClr val="413F42"/>
          </a:solidFill>
        </p:spPr>
        <p:txBody>
          <a:bodyPr lIns="0" tIns="2160000" rIns="0" bIns="216000" anchor="b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C942D72-3CFA-4C9A-A3C5-0BA1C64C57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52133" y="1849172"/>
            <a:ext cx="1862138" cy="1863001"/>
          </a:xfrm>
          <a:prstGeom prst="ellipse">
            <a:avLst/>
          </a:prstGeom>
          <a:solidFill>
            <a:srgbClr val="413F42"/>
          </a:solidFill>
        </p:spPr>
        <p:txBody>
          <a:bodyPr>
            <a:noAutofit/>
          </a:bodyPr>
          <a:lstStyle>
            <a:lvl1pPr>
              <a:defRPr sz="102">
                <a:solidFill>
                  <a:srgbClr val="413F42"/>
                </a:solidFill>
              </a:defRPr>
            </a:lvl1pPr>
            <a:lvl2pPr>
              <a:defRPr sz="102">
                <a:solidFill>
                  <a:srgbClr val="413F42"/>
                </a:solidFill>
              </a:defRPr>
            </a:lvl2pPr>
            <a:lvl3pPr>
              <a:defRPr sz="102">
                <a:solidFill>
                  <a:srgbClr val="413F42"/>
                </a:solidFill>
              </a:defRPr>
            </a:lvl3pPr>
            <a:lvl4pPr>
              <a:defRPr sz="102">
                <a:solidFill>
                  <a:srgbClr val="413F42"/>
                </a:solidFill>
              </a:defRPr>
            </a:lvl4pPr>
            <a:lvl5pPr>
              <a:defRPr sz="102">
                <a:solidFill>
                  <a:srgbClr val="413F4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Espace réservé du texte 8">
            <a:extLst>
              <a:ext uri="{FF2B5EF4-FFF2-40B4-BE49-F238E27FC236}">
                <a16:creationId xmlns:a16="http://schemas.microsoft.com/office/drawing/2014/main" id="{2D36C9B7-7073-4CB9-B215-69968AA631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4932" y="2780094"/>
            <a:ext cx="1862138" cy="2585657"/>
          </a:xfrm>
          <a:solidFill>
            <a:srgbClr val="6D6D6F"/>
          </a:solidFill>
        </p:spPr>
        <p:txBody>
          <a:bodyPr lIns="0" tIns="2160000" rIns="0" bIns="216000" anchor="b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B09A833D-42E8-4750-8764-8F1E2F29C5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4932" y="1849172"/>
            <a:ext cx="1862138" cy="1863001"/>
          </a:xfrm>
          <a:prstGeom prst="ellipse">
            <a:avLst/>
          </a:prstGeom>
          <a:solidFill>
            <a:srgbClr val="6D6D6F"/>
          </a:solidFill>
        </p:spPr>
        <p:txBody>
          <a:bodyPr>
            <a:noAutofit/>
          </a:bodyPr>
          <a:lstStyle>
            <a:lvl1pPr>
              <a:defRPr sz="102">
                <a:solidFill>
                  <a:srgbClr val="6D6D6F"/>
                </a:solidFill>
              </a:defRPr>
            </a:lvl1pPr>
            <a:lvl2pPr>
              <a:defRPr sz="102">
                <a:solidFill>
                  <a:srgbClr val="6D6D6F"/>
                </a:solidFill>
              </a:defRPr>
            </a:lvl2pPr>
            <a:lvl3pPr>
              <a:defRPr sz="102">
                <a:solidFill>
                  <a:srgbClr val="6D6D6F"/>
                </a:solidFill>
              </a:defRPr>
            </a:lvl3pPr>
            <a:lvl4pPr>
              <a:defRPr sz="102">
                <a:solidFill>
                  <a:srgbClr val="6D6D6F"/>
                </a:solidFill>
              </a:defRPr>
            </a:lvl4pPr>
            <a:lvl5pPr>
              <a:defRPr sz="102">
                <a:solidFill>
                  <a:srgbClr val="6D6D6F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6" name="Espace réservé du texte 8">
            <a:extLst>
              <a:ext uri="{FF2B5EF4-FFF2-40B4-BE49-F238E27FC236}">
                <a16:creationId xmlns:a16="http://schemas.microsoft.com/office/drawing/2014/main" id="{DEC4D4EB-957F-4471-BD30-CBA4838E3B6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7729" y="2780094"/>
            <a:ext cx="1862138" cy="2585657"/>
          </a:xfrm>
          <a:solidFill>
            <a:srgbClr val="BCBDBF"/>
          </a:solidFill>
        </p:spPr>
        <p:txBody>
          <a:bodyPr lIns="0" tIns="2160000" rIns="0" bIns="216000" anchor="b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91BE5EC3-774F-4871-8876-6459E6D4737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77729" y="1849172"/>
            <a:ext cx="1862138" cy="1863001"/>
          </a:xfrm>
          <a:prstGeom prst="ellipse">
            <a:avLst/>
          </a:prstGeom>
          <a:solidFill>
            <a:srgbClr val="BCBDBF"/>
          </a:solidFill>
        </p:spPr>
        <p:txBody>
          <a:bodyPr>
            <a:noAutofit/>
          </a:bodyPr>
          <a:lstStyle>
            <a:lvl1pPr>
              <a:defRPr sz="102">
                <a:solidFill>
                  <a:srgbClr val="BCBDBF"/>
                </a:solidFill>
              </a:defRPr>
            </a:lvl1pPr>
            <a:lvl2pPr>
              <a:defRPr sz="102">
                <a:solidFill>
                  <a:srgbClr val="BCBDBF"/>
                </a:solidFill>
              </a:defRPr>
            </a:lvl2pPr>
            <a:lvl3pPr>
              <a:defRPr sz="102">
                <a:solidFill>
                  <a:srgbClr val="BCBDBF"/>
                </a:solidFill>
              </a:defRPr>
            </a:lvl3pPr>
            <a:lvl4pPr>
              <a:defRPr sz="102">
                <a:solidFill>
                  <a:srgbClr val="BCBDBF"/>
                </a:solidFill>
              </a:defRPr>
            </a:lvl4pPr>
            <a:lvl5pPr>
              <a:defRPr sz="102">
                <a:solidFill>
                  <a:srgbClr val="BCBDBF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2BF640D4-7C13-4F3C-8072-48EEBFFC0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r>
              <a:rPr lang="fr-FR"/>
              <a:t> 12 pt</a:t>
            </a:r>
          </a:p>
        </p:txBody>
      </p:sp>
      <p:sp>
        <p:nvSpPr>
          <p:cNvPr id="25" name="Espace réservé pour une image  18">
            <a:extLst>
              <a:ext uri="{FF2B5EF4-FFF2-40B4-BE49-F238E27FC236}">
                <a16:creationId xmlns:a16="http://schemas.microsoft.com/office/drawing/2014/main" id="{963EA20C-56F3-42DB-AC62-169CF1FF694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402581" y="2087255"/>
            <a:ext cx="1389061" cy="13890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photo</a:t>
            </a:r>
          </a:p>
        </p:txBody>
      </p:sp>
      <p:sp>
        <p:nvSpPr>
          <p:cNvPr id="27" name="Espace réservé pour une image  18">
            <a:extLst>
              <a:ext uri="{FF2B5EF4-FFF2-40B4-BE49-F238E27FC236}">
                <a16:creationId xmlns:a16="http://schemas.microsoft.com/office/drawing/2014/main" id="{F2084211-BC6C-4DB2-8631-DC2439DD02B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488673" y="2086142"/>
            <a:ext cx="1389061" cy="13890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photo</a:t>
            </a:r>
          </a:p>
        </p:txBody>
      </p:sp>
      <p:sp>
        <p:nvSpPr>
          <p:cNvPr id="28" name="Espace réservé pour une image  18">
            <a:extLst>
              <a:ext uri="{FF2B5EF4-FFF2-40B4-BE49-F238E27FC236}">
                <a16:creationId xmlns:a16="http://schemas.microsoft.com/office/drawing/2014/main" id="{680AD2C7-E0E6-4D26-BC63-F4B142FBBDB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314267" y="2086142"/>
            <a:ext cx="1389061" cy="13890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algn="ctr">
              <a:defRPr sz="350"/>
            </a:lvl1pPr>
          </a:lstStyle>
          <a:p>
            <a:r>
              <a:rPr lang="fr-FR"/>
              <a:t>Ajouter photo</a:t>
            </a:r>
          </a:p>
        </p:txBody>
      </p:sp>
    </p:spTree>
    <p:extLst>
      <p:ext uri="{BB962C8B-B14F-4D97-AF65-F5344CB8AC3E}">
        <p14:creationId xmlns:p14="http://schemas.microsoft.com/office/powerpoint/2010/main" val="3138003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proces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/>
              <a:t>Process + </a:t>
            </a:r>
            <a:r>
              <a:rPr lang="fr-FR" err="1"/>
              <a:t>Text</a:t>
            </a:r>
            <a:r>
              <a:rPr lang="fr-FR"/>
              <a:t> </a:t>
            </a:r>
            <a:r>
              <a:rPr lang="fr-FR" err="1"/>
              <a:t>example</a:t>
            </a:r>
            <a:endParaRPr lang="fr-FR"/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92BC9C46-DFD3-4DEE-91F1-9C906FE4CC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1184" y="1314450"/>
            <a:ext cx="3769784" cy="1038600"/>
          </a:xfrm>
          <a:custGeom>
            <a:avLst/>
            <a:gdLst>
              <a:gd name="connsiteX0" fmla="*/ 0 w 7539567"/>
              <a:gd name="connsiteY0" fmla="*/ 0 h 2077200"/>
              <a:gd name="connsiteX1" fmla="*/ 7161371 w 7539567"/>
              <a:gd name="connsiteY1" fmla="*/ 0 h 2077200"/>
              <a:gd name="connsiteX2" fmla="*/ 7539567 w 7539567"/>
              <a:gd name="connsiteY2" fmla="*/ 1038600 h 2077200"/>
              <a:gd name="connsiteX3" fmla="*/ 7161371 w 7539567"/>
              <a:gd name="connsiteY3" fmla="*/ 2077200 h 2077200"/>
              <a:gd name="connsiteX4" fmla="*/ 0 w 7539567"/>
              <a:gd name="connsiteY4" fmla="*/ 2077200 h 207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9567" h="2077200">
                <a:moveTo>
                  <a:pt x="0" y="0"/>
                </a:moveTo>
                <a:lnTo>
                  <a:pt x="7161371" y="0"/>
                </a:lnTo>
                <a:lnTo>
                  <a:pt x="7539567" y="1038600"/>
                </a:lnTo>
                <a:lnTo>
                  <a:pt x="7161371" y="2077200"/>
                </a:lnTo>
                <a:lnTo>
                  <a:pt x="0" y="207720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anchor="ctr" anchorCtr="0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  <a:lvl2pPr algn="ctr">
              <a:defRPr sz="18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800">
                <a:solidFill>
                  <a:schemeClr val="bg1"/>
                </a:solidFill>
              </a:defRPr>
            </a:lvl4pPr>
            <a:lvl5pPr algn="ctr"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description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5" name="Espace réservé du texte 54">
            <a:extLst>
              <a:ext uri="{FF2B5EF4-FFF2-40B4-BE49-F238E27FC236}">
                <a16:creationId xmlns:a16="http://schemas.microsoft.com/office/drawing/2014/main" id="{637CB44A-43ED-4522-8FA4-40273433C4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76382" y="1314732"/>
            <a:ext cx="4343552" cy="2207402"/>
          </a:xfrm>
          <a:custGeom>
            <a:avLst/>
            <a:gdLst>
              <a:gd name="connsiteX0" fmla="*/ 6490548 w 8687104"/>
              <a:gd name="connsiteY0" fmla="*/ 0 h 4414804"/>
              <a:gd name="connsiteX1" fmla="*/ 6705144 w 8687104"/>
              <a:gd name="connsiteY1" fmla="*/ 10836 h 4414804"/>
              <a:gd name="connsiteX2" fmla="*/ 8687104 w 8687104"/>
              <a:gd name="connsiteY2" fmla="*/ 2207121 h 4414804"/>
              <a:gd name="connsiteX3" fmla="*/ 6479420 w 8687104"/>
              <a:gd name="connsiteY3" fmla="*/ 4414804 h 4414804"/>
              <a:gd name="connsiteX4" fmla="*/ 449034 w 8687104"/>
              <a:gd name="connsiteY4" fmla="*/ 4414804 h 4414804"/>
              <a:gd name="connsiteX5" fmla="*/ 67825 w 8687104"/>
              <a:gd name="connsiteY5" fmla="*/ 3367931 h 4414804"/>
              <a:gd name="connsiteX6" fmla="*/ 449034 w 8687104"/>
              <a:gd name="connsiteY6" fmla="*/ 2321056 h 4414804"/>
              <a:gd name="connsiteX7" fmla="*/ 0 w 8687104"/>
              <a:gd name="connsiteY7" fmla="*/ 2321056 h 4414804"/>
              <a:gd name="connsiteX8" fmla="*/ 0 w 8687104"/>
              <a:gd name="connsiteY8" fmla="*/ 2320362 h 4414804"/>
              <a:gd name="connsiteX9" fmla="*/ 6769988 w 8687104"/>
              <a:gd name="connsiteY9" fmla="*/ 2320362 h 4414804"/>
              <a:gd name="connsiteX10" fmla="*/ 6891536 w 8687104"/>
              <a:gd name="connsiteY10" fmla="*/ 2198816 h 4414804"/>
              <a:gd name="connsiteX11" fmla="*/ 6769988 w 8687104"/>
              <a:gd name="connsiteY11" fmla="*/ 2077270 h 4414804"/>
              <a:gd name="connsiteX12" fmla="*/ 6268356 w 8687104"/>
              <a:gd name="connsiteY12" fmla="*/ 2077270 h 4414804"/>
              <a:gd name="connsiteX13" fmla="*/ 6268356 w 8687104"/>
              <a:gd name="connsiteY13" fmla="*/ 2076638 h 4414804"/>
              <a:gd name="connsiteX14" fmla="*/ 6490344 w 8687104"/>
              <a:gd name="connsiteY14" fmla="*/ 2076638 h 4414804"/>
              <a:gd name="connsiteX15" fmla="*/ 6868540 w 8687104"/>
              <a:gd name="connsiteY15" fmla="*/ 1038038 h 4414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687104" h="4414804">
                <a:moveTo>
                  <a:pt x="6490548" y="0"/>
                </a:moveTo>
                <a:lnTo>
                  <a:pt x="6705144" y="10836"/>
                </a:lnTo>
                <a:cubicBezTo>
                  <a:pt x="7818382" y="123892"/>
                  <a:pt x="8687104" y="1064056"/>
                  <a:pt x="8687104" y="2207121"/>
                </a:cubicBezTo>
                <a:cubicBezTo>
                  <a:pt x="8687104" y="3426391"/>
                  <a:pt x="7698692" y="4414804"/>
                  <a:pt x="6479420" y="4414804"/>
                </a:cubicBezTo>
                <a:lnTo>
                  <a:pt x="449034" y="4414804"/>
                </a:lnTo>
                <a:lnTo>
                  <a:pt x="67825" y="3367931"/>
                </a:lnTo>
                <a:lnTo>
                  <a:pt x="449034" y="2321056"/>
                </a:lnTo>
                <a:lnTo>
                  <a:pt x="0" y="2321056"/>
                </a:lnTo>
                <a:lnTo>
                  <a:pt x="0" y="2320362"/>
                </a:lnTo>
                <a:lnTo>
                  <a:pt x="6769988" y="2320362"/>
                </a:lnTo>
                <a:cubicBezTo>
                  <a:pt x="6837116" y="2320362"/>
                  <a:pt x="6891536" y="2265944"/>
                  <a:pt x="6891536" y="2198816"/>
                </a:cubicBezTo>
                <a:cubicBezTo>
                  <a:pt x="6891536" y="2131688"/>
                  <a:pt x="6837116" y="2077270"/>
                  <a:pt x="6769988" y="2077270"/>
                </a:cubicBezTo>
                <a:lnTo>
                  <a:pt x="6268356" y="2077270"/>
                </a:lnTo>
                <a:lnTo>
                  <a:pt x="6268356" y="2076638"/>
                </a:lnTo>
                <a:lnTo>
                  <a:pt x="6490344" y="2076638"/>
                </a:lnTo>
                <a:lnTo>
                  <a:pt x="6868540" y="1038038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tIns="1080000" anchor="ctr" anchorCtr="0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  <a:lvl2pPr algn="ctr">
              <a:defRPr sz="18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800">
                <a:solidFill>
                  <a:schemeClr val="bg1"/>
                </a:solidFill>
              </a:defRPr>
            </a:lvl4pPr>
            <a:lvl5pPr algn="ctr"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description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CE6EE8A6-2EFC-4ED5-B193-B35336E4F8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7596" y="1314450"/>
            <a:ext cx="3145022" cy="1038600"/>
          </a:xfrm>
          <a:custGeom>
            <a:avLst/>
            <a:gdLst>
              <a:gd name="connsiteX0" fmla="*/ 0 w 6290043"/>
              <a:gd name="connsiteY0" fmla="*/ 0 h 2077200"/>
              <a:gd name="connsiteX1" fmla="*/ 5911847 w 6290043"/>
              <a:gd name="connsiteY1" fmla="*/ 0 h 2077200"/>
              <a:gd name="connsiteX2" fmla="*/ 6290043 w 6290043"/>
              <a:gd name="connsiteY2" fmla="*/ 1038600 h 2077200"/>
              <a:gd name="connsiteX3" fmla="*/ 5911847 w 6290043"/>
              <a:gd name="connsiteY3" fmla="*/ 2077200 h 2077200"/>
              <a:gd name="connsiteX4" fmla="*/ 0 w 6290043"/>
              <a:gd name="connsiteY4" fmla="*/ 2077200 h 2077200"/>
              <a:gd name="connsiteX5" fmla="*/ 378196 w 6290043"/>
              <a:gd name="connsiteY5" fmla="*/ 1038600 h 207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90043" h="2077200">
                <a:moveTo>
                  <a:pt x="0" y="0"/>
                </a:moveTo>
                <a:lnTo>
                  <a:pt x="5911847" y="0"/>
                </a:lnTo>
                <a:lnTo>
                  <a:pt x="6290043" y="1038600"/>
                </a:lnTo>
                <a:lnTo>
                  <a:pt x="5911847" y="2077200"/>
                </a:lnTo>
                <a:lnTo>
                  <a:pt x="0" y="2077200"/>
                </a:lnTo>
                <a:lnTo>
                  <a:pt x="378196" y="103860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anchor="ctr" anchorCtr="0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  <a:lvl2pPr algn="ctr">
              <a:defRPr sz="18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800">
                <a:solidFill>
                  <a:schemeClr val="bg1"/>
                </a:solidFill>
              </a:defRPr>
            </a:lvl4pPr>
            <a:lvl5pPr algn="ctr"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description</a:t>
            </a:r>
          </a:p>
        </p:txBody>
      </p:sp>
      <p:sp>
        <p:nvSpPr>
          <p:cNvPr id="62" name="Espace réservé du texte 61">
            <a:extLst>
              <a:ext uri="{FF2B5EF4-FFF2-40B4-BE49-F238E27FC236}">
                <a16:creationId xmlns:a16="http://schemas.microsoft.com/office/drawing/2014/main" id="{CBF24C5B-AF20-47B2-9D53-99E435BBAC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01801" y="1314450"/>
            <a:ext cx="1694790" cy="1038600"/>
          </a:xfrm>
          <a:custGeom>
            <a:avLst/>
            <a:gdLst>
              <a:gd name="connsiteX0" fmla="*/ 0 w 3389579"/>
              <a:gd name="connsiteY0" fmla="*/ 0 h 2077200"/>
              <a:gd name="connsiteX1" fmla="*/ 3389579 w 3389579"/>
              <a:gd name="connsiteY1" fmla="*/ 0 h 2077200"/>
              <a:gd name="connsiteX2" fmla="*/ 3389579 w 3389579"/>
              <a:gd name="connsiteY2" fmla="*/ 2077200 h 2077200"/>
              <a:gd name="connsiteX3" fmla="*/ 0 w 3389579"/>
              <a:gd name="connsiteY3" fmla="*/ 2077200 h 207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9579" h="2077200">
                <a:moveTo>
                  <a:pt x="0" y="0"/>
                </a:moveTo>
                <a:lnTo>
                  <a:pt x="3389579" y="0"/>
                </a:lnTo>
                <a:lnTo>
                  <a:pt x="3389579" y="2077200"/>
                </a:lnTo>
                <a:lnTo>
                  <a:pt x="0" y="207720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anchor="ctr" anchorCtr="0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  <a:lvl2pPr algn="ctr">
              <a:defRPr sz="18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800">
                <a:solidFill>
                  <a:schemeClr val="bg1"/>
                </a:solidFill>
              </a:defRPr>
            </a:lvl4pPr>
            <a:lvl5pPr algn="ctr"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description</a:t>
            </a:r>
          </a:p>
        </p:txBody>
      </p:sp>
      <p:sp>
        <p:nvSpPr>
          <p:cNvPr id="57" name="Espace réservé du texte 56">
            <a:extLst>
              <a:ext uri="{FF2B5EF4-FFF2-40B4-BE49-F238E27FC236}">
                <a16:creationId xmlns:a16="http://schemas.microsoft.com/office/drawing/2014/main" id="{4E8A8E45-5758-4F2F-B51B-A8BAC7C763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52457" y="2475261"/>
            <a:ext cx="3578593" cy="1046875"/>
          </a:xfrm>
          <a:custGeom>
            <a:avLst/>
            <a:gdLst>
              <a:gd name="connsiteX0" fmla="*/ 381209 w 7157186"/>
              <a:gd name="connsiteY0" fmla="*/ 0 h 2093749"/>
              <a:gd name="connsiteX1" fmla="*/ 1198239 w 7157186"/>
              <a:gd name="connsiteY1" fmla="*/ 0 h 2093749"/>
              <a:gd name="connsiteX2" fmla="*/ 6340156 w 7157186"/>
              <a:gd name="connsiteY2" fmla="*/ 0 h 2093749"/>
              <a:gd name="connsiteX3" fmla="*/ 7157186 w 7157186"/>
              <a:gd name="connsiteY3" fmla="*/ 0 h 2093749"/>
              <a:gd name="connsiteX4" fmla="*/ 6775977 w 7157186"/>
              <a:gd name="connsiteY4" fmla="*/ 1046875 h 2093749"/>
              <a:gd name="connsiteX5" fmla="*/ 7157186 w 7157186"/>
              <a:gd name="connsiteY5" fmla="*/ 2093749 h 2093749"/>
              <a:gd name="connsiteX6" fmla="*/ 6340156 w 7157186"/>
              <a:gd name="connsiteY6" fmla="*/ 2093749 h 2093749"/>
              <a:gd name="connsiteX7" fmla="*/ 1198239 w 7157186"/>
              <a:gd name="connsiteY7" fmla="*/ 2093749 h 2093749"/>
              <a:gd name="connsiteX8" fmla="*/ 381209 w 7157186"/>
              <a:gd name="connsiteY8" fmla="*/ 2093749 h 2093749"/>
              <a:gd name="connsiteX9" fmla="*/ 0 w 7157186"/>
              <a:gd name="connsiteY9" fmla="*/ 1046875 h 2093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57186" h="2093749">
                <a:moveTo>
                  <a:pt x="381209" y="0"/>
                </a:moveTo>
                <a:lnTo>
                  <a:pt x="1198239" y="0"/>
                </a:lnTo>
                <a:lnTo>
                  <a:pt x="6340156" y="0"/>
                </a:lnTo>
                <a:lnTo>
                  <a:pt x="7157186" y="0"/>
                </a:lnTo>
                <a:lnTo>
                  <a:pt x="6775977" y="1046875"/>
                </a:lnTo>
                <a:lnTo>
                  <a:pt x="7157186" y="2093749"/>
                </a:lnTo>
                <a:lnTo>
                  <a:pt x="6340156" y="2093749"/>
                </a:lnTo>
                <a:lnTo>
                  <a:pt x="1198239" y="2093749"/>
                </a:lnTo>
                <a:lnTo>
                  <a:pt x="381209" y="2093749"/>
                </a:lnTo>
                <a:lnTo>
                  <a:pt x="0" y="1046875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anchor="ctr" anchorCtr="0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  <a:lvl2pPr algn="ctr">
              <a:defRPr sz="18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800">
                <a:solidFill>
                  <a:schemeClr val="bg1"/>
                </a:solidFill>
              </a:defRPr>
            </a:lvl4pPr>
            <a:lvl5pPr algn="ctr"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description</a:t>
            </a:r>
          </a:p>
        </p:txBody>
      </p:sp>
      <p:sp>
        <p:nvSpPr>
          <p:cNvPr id="64" name="Espace réservé du texte 63">
            <a:extLst>
              <a:ext uri="{FF2B5EF4-FFF2-40B4-BE49-F238E27FC236}">
                <a16:creationId xmlns:a16="http://schemas.microsoft.com/office/drawing/2014/main" id="{893EE36E-D62C-41E7-995E-BCB0A24291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01801" y="2475261"/>
            <a:ext cx="1694790" cy="1058515"/>
          </a:xfrm>
          <a:custGeom>
            <a:avLst/>
            <a:gdLst>
              <a:gd name="connsiteX0" fmla="*/ 0 w 3389579"/>
              <a:gd name="connsiteY0" fmla="*/ 0 h 2117030"/>
              <a:gd name="connsiteX1" fmla="*/ 3389579 w 3389579"/>
              <a:gd name="connsiteY1" fmla="*/ 0 h 2117030"/>
              <a:gd name="connsiteX2" fmla="*/ 3389579 w 3389579"/>
              <a:gd name="connsiteY2" fmla="*/ 2117030 h 2117030"/>
              <a:gd name="connsiteX3" fmla="*/ 0 w 3389579"/>
              <a:gd name="connsiteY3" fmla="*/ 2117030 h 211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9579" h="2117030">
                <a:moveTo>
                  <a:pt x="0" y="0"/>
                </a:moveTo>
                <a:lnTo>
                  <a:pt x="3389579" y="0"/>
                </a:lnTo>
                <a:lnTo>
                  <a:pt x="3389579" y="2117030"/>
                </a:lnTo>
                <a:lnTo>
                  <a:pt x="0" y="211703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anchor="ctr" anchorCtr="0">
            <a:no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  <a:lvl2pPr algn="ctr">
              <a:defRPr sz="18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800">
                <a:solidFill>
                  <a:schemeClr val="bg1"/>
                </a:solidFill>
              </a:defRPr>
            </a:lvl4pPr>
            <a:lvl5pPr algn="ctr"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description</a:t>
            </a:r>
          </a:p>
        </p:txBody>
      </p:sp>
      <p:sp>
        <p:nvSpPr>
          <p:cNvPr id="66" name="Espace réservé du texte 65">
            <a:extLst>
              <a:ext uri="{FF2B5EF4-FFF2-40B4-BE49-F238E27FC236}">
                <a16:creationId xmlns:a16="http://schemas.microsoft.com/office/drawing/2014/main" id="{102CA31A-A548-443D-8F99-CC0A03BFE1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5813" y="1798638"/>
            <a:ext cx="409575" cy="107722"/>
          </a:xfrm>
          <a:prstGeom prst="rightArrow">
            <a:avLst>
              <a:gd name="adj1" fmla="val 16104"/>
              <a:gd name="adj2" fmla="val 96015"/>
            </a:avLst>
          </a:prstGeom>
          <a:solidFill>
            <a:srgbClr val="161616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tx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.</a:t>
            </a:r>
          </a:p>
        </p:txBody>
      </p:sp>
      <p:sp>
        <p:nvSpPr>
          <p:cNvPr id="67" name="Espace réservé du texte 65">
            <a:extLst>
              <a:ext uri="{FF2B5EF4-FFF2-40B4-BE49-F238E27FC236}">
                <a16:creationId xmlns:a16="http://schemas.microsoft.com/office/drawing/2014/main" id="{26D86065-2716-4BFF-89A4-2A0C7B1747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flipH="1">
            <a:off x="785812" y="2950657"/>
            <a:ext cx="409575" cy="107722"/>
          </a:xfrm>
          <a:prstGeom prst="rightArrow">
            <a:avLst>
              <a:gd name="adj1" fmla="val 16104"/>
              <a:gd name="adj2" fmla="val 96015"/>
            </a:avLst>
          </a:prstGeom>
          <a:solidFill>
            <a:srgbClr val="161616"/>
          </a:solidFill>
        </p:spPr>
        <p:txBody>
          <a:bodyPr>
            <a:noAutofit/>
          </a:bodyPr>
          <a:lstStyle>
            <a:lvl1pPr>
              <a:defRPr sz="102">
                <a:solidFill>
                  <a:schemeClr val="tx1"/>
                </a:solidFill>
              </a:defRPr>
            </a:lvl1pPr>
            <a:lvl2pPr>
              <a:defRPr sz="102">
                <a:solidFill>
                  <a:schemeClr val="bg1"/>
                </a:solidFill>
              </a:defRPr>
            </a:lvl2pPr>
            <a:lvl3pPr>
              <a:defRPr sz="102">
                <a:solidFill>
                  <a:schemeClr val="bg1"/>
                </a:solidFill>
              </a:defRPr>
            </a:lvl3pPr>
            <a:lvl4pPr>
              <a:defRPr sz="102">
                <a:solidFill>
                  <a:schemeClr val="bg1"/>
                </a:solidFill>
              </a:defRPr>
            </a:lvl4pPr>
            <a:lvl5pPr>
              <a:defRPr sz="102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.</a:t>
            </a:r>
          </a:p>
        </p:txBody>
      </p:sp>
      <p:sp>
        <p:nvSpPr>
          <p:cNvPr id="68" name="Espace réservé du texte 8">
            <a:extLst>
              <a:ext uri="{FF2B5EF4-FFF2-40B4-BE49-F238E27FC236}">
                <a16:creationId xmlns:a16="http://schemas.microsoft.com/office/drawing/2014/main" id="{DF87AC3F-0B38-4599-A9FB-F2D132D706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7500" y="4427092"/>
            <a:ext cx="2834774" cy="936000"/>
          </a:xfrm>
          <a:solidFill>
            <a:schemeClr val="tx1"/>
          </a:solidFill>
        </p:spPr>
        <p:txBody>
          <a:bodyPr lIns="0" tIns="360000" rIns="0" bIns="0" anchor="t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69" name="Espace réservé du texte 8">
            <a:extLst>
              <a:ext uri="{FF2B5EF4-FFF2-40B4-BE49-F238E27FC236}">
                <a16:creationId xmlns:a16="http://schemas.microsoft.com/office/drawing/2014/main" id="{DA9A6010-A46B-4FF9-93F7-1743474A44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6489" y="4427092"/>
            <a:ext cx="2834774" cy="936000"/>
          </a:xfrm>
          <a:solidFill>
            <a:schemeClr val="tx1"/>
          </a:solidFill>
        </p:spPr>
        <p:txBody>
          <a:bodyPr lIns="0" tIns="360000" rIns="0" bIns="0" anchor="t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70" name="Espace réservé du texte 8">
            <a:extLst>
              <a:ext uri="{FF2B5EF4-FFF2-40B4-BE49-F238E27FC236}">
                <a16:creationId xmlns:a16="http://schemas.microsoft.com/office/drawing/2014/main" id="{502E332C-EA85-4422-902B-E1C6827274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0739" y="4427092"/>
            <a:ext cx="2834774" cy="936000"/>
          </a:xfrm>
          <a:solidFill>
            <a:schemeClr val="tx1"/>
          </a:solidFill>
        </p:spPr>
        <p:txBody>
          <a:bodyPr lIns="0" tIns="360000" rIns="0" bIns="0" anchor="t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71" name="Espace réservé du texte 8">
            <a:extLst>
              <a:ext uri="{FF2B5EF4-FFF2-40B4-BE49-F238E27FC236}">
                <a16:creationId xmlns:a16="http://schemas.microsoft.com/office/drawing/2014/main" id="{9D8F4304-CA50-414D-979C-94F0FFD0A7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9728" y="4427091"/>
            <a:ext cx="2834774" cy="936000"/>
          </a:xfrm>
          <a:solidFill>
            <a:schemeClr val="tx1"/>
          </a:solidFill>
        </p:spPr>
        <p:txBody>
          <a:bodyPr lIns="0" tIns="360000" rIns="0" bIns="0" anchor="t" anchorCtr="0">
            <a:noAutofit/>
          </a:bodyPr>
          <a:lstStyle>
            <a:lvl1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1pPr>
            <a:lvl2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2pPr>
            <a:lvl3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3pPr>
            <a:lvl4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4pPr>
            <a:lvl5pPr algn="ctr">
              <a:lnSpc>
                <a:spcPct val="107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Title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ABEF0199-A1DB-41A6-A39F-D63D119648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r>
              <a:rPr lang="fr-FR"/>
              <a:t> 12 pt</a:t>
            </a:r>
          </a:p>
        </p:txBody>
      </p:sp>
    </p:spTree>
    <p:extLst>
      <p:ext uri="{BB962C8B-B14F-4D97-AF65-F5344CB8AC3E}">
        <p14:creationId xmlns:p14="http://schemas.microsoft.com/office/powerpoint/2010/main" val="2498335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mapww_middle_east_wit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115565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 err="1"/>
              <a:t>Map</a:t>
            </a:r>
            <a:r>
              <a:rPr lang="fr-FR"/>
              <a:t> WW Middle East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9" name="Google Shape;358;p50">
            <a:extLst>
              <a:ext uri="{FF2B5EF4-FFF2-40B4-BE49-F238E27FC236}">
                <a16:creationId xmlns:a16="http://schemas.microsoft.com/office/drawing/2014/main" id="{6A0D30C2-EF55-41CD-A76C-141583C8A3F3}"/>
              </a:ext>
            </a:extLst>
          </p:cNvPr>
          <p:cNvGrpSpPr/>
          <p:nvPr/>
        </p:nvGrpSpPr>
        <p:grpSpPr>
          <a:xfrm>
            <a:off x="1981922" y="1395994"/>
            <a:ext cx="8228159" cy="4367056"/>
            <a:chOff x="184150" y="1265239"/>
            <a:chExt cx="8545514" cy="4535488"/>
          </a:xfrm>
          <a:solidFill>
            <a:srgbClr val="C8C9C7"/>
          </a:solidFill>
        </p:grpSpPr>
        <p:sp>
          <p:nvSpPr>
            <p:cNvPr id="12" name="Google Shape;359;p50">
              <a:extLst>
                <a:ext uri="{FF2B5EF4-FFF2-40B4-BE49-F238E27FC236}">
                  <a16:creationId xmlns:a16="http://schemas.microsoft.com/office/drawing/2014/main" id="{B0BCAEFF-1D1E-4099-A54F-B01B73115927}"/>
                </a:ext>
              </a:extLst>
            </p:cNvPr>
            <p:cNvSpPr/>
            <p:nvPr/>
          </p:nvSpPr>
          <p:spPr>
            <a:xfrm>
              <a:off x="4757739" y="4538664"/>
              <a:ext cx="171449" cy="198438"/>
            </a:xfrm>
            <a:custGeom>
              <a:avLst/>
              <a:gdLst/>
              <a:ahLst/>
              <a:cxnLst/>
              <a:rect l="l" t="t" r="r" b="b"/>
              <a:pathLst>
                <a:path w="64" h="74" extrusionOk="0">
                  <a:moveTo>
                    <a:pt x="63" y="12"/>
                  </a:moveTo>
                  <a:cubicBezTo>
                    <a:pt x="45" y="6"/>
                    <a:pt x="45" y="6"/>
                    <a:pt x="45" y="6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8"/>
                    <a:pt x="7" y="32"/>
                    <a:pt x="11" y="36"/>
                  </a:cubicBezTo>
                  <a:cubicBezTo>
                    <a:pt x="16" y="40"/>
                    <a:pt x="21" y="44"/>
                    <a:pt x="26" y="48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54" y="74"/>
                    <a:pt x="54" y="74"/>
                    <a:pt x="54" y="74"/>
                  </a:cubicBezTo>
                  <a:cubicBezTo>
                    <a:pt x="57" y="64"/>
                    <a:pt x="60" y="55"/>
                    <a:pt x="64" y="45"/>
                  </a:cubicBezTo>
                  <a:lnTo>
                    <a:pt x="63" y="12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" name="Google Shape;360;p50">
              <a:extLst>
                <a:ext uri="{FF2B5EF4-FFF2-40B4-BE49-F238E27FC236}">
                  <a16:creationId xmlns:a16="http://schemas.microsoft.com/office/drawing/2014/main" id="{19AC5E4F-A38C-43C7-BFC2-7F7D45F72AAB}"/>
                </a:ext>
              </a:extLst>
            </p:cNvPr>
            <p:cNvSpPr/>
            <p:nvPr/>
          </p:nvSpPr>
          <p:spPr>
            <a:xfrm>
              <a:off x="4687889" y="4313239"/>
              <a:ext cx="255587" cy="279401"/>
            </a:xfrm>
            <a:custGeom>
              <a:avLst/>
              <a:gdLst/>
              <a:ahLst/>
              <a:cxnLst/>
              <a:rect l="l" t="t" r="r" b="b"/>
              <a:pathLst>
                <a:path w="95" h="104" extrusionOk="0">
                  <a:moveTo>
                    <a:pt x="87" y="56"/>
                  </a:moveTo>
                  <a:cubicBezTo>
                    <a:pt x="95" y="18"/>
                    <a:pt x="95" y="18"/>
                    <a:pt x="95" y="18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5" y="11"/>
                    <a:pt x="84" y="11"/>
                    <a:pt x="83" y="10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8" y="11"/>
                    <a:pt x="78" y="9"/>
                    <a:pt x="78" y="8"/>
                  </a:cubicBezTo>
                  <a:cubicBezTo>
                    <a:pt x="77" y="6"/>
                    <a:pt x="77" y="5"/>
                    <a:pt x="76" y="3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1" y="59"/>
                    <a:pt x="61" y="59"/>
                    <a:pt x="61" y="59"/>
                  </a:cubicBezTo>
                  <a:cubicBezTo>
                    <a:pt x="56" y="55"/>
                    <a:pt x="51" y="52"/>
                    <a:pt x="45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4" y="44"/>
                    <a:pt x="28" y="40"/>
                    <a:pt x="23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12" y="104"/>
                    <a:pt x="18" y="104"/>
                    <a:pt x="23" y="104"/>
                  </a:cubicBezTo>
                  <a:cubicBezTo>
                    <a:pt x="26" y="104"/>
                    <a:pt x="26" y="104"/>
                    <a:pt x="26" y="104"/>
                  </a:cubicBezTo>
                  <a:cubicBezTo>
                    <a:pt x="27" y="103"/>
                    <a:pt x="29" y="103"/>
                    <a:pt x="31" y="103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70" y="84"/>
                    <a:pt x="70" y="84"/>
                    <a:pt x="70" y="84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89" y="66"/>
                    <a:pt x="89" y="66"/>
                    <a:pt x="89" y="66"/>
                  </a:cubicBezTo>
                  <a:lnTo>
                    <a:pt x="87" y="56"/>
                  </a:lnTo>
                  <a:close/>
                  <a:moveTo>
                    <a:pt x="62" y="10"/>
                  </a:moveTo>
                  <a:cubicBezTo>
                    <a:pt x="59" y="15"/>
                    <a:pt x="59" y="15"/>
                    <a:pt x="59" y="15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3" y="6"/>
                    <a:pt x="63" y="6"/>
                    <a:pt x="63" y="6"/>
                  </a:cubicBezTo>
                  <a:lnTo>
                    <a:pt x="62" y="1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4" name="Google Shape;361;p50">
              <a:extLst>
                <a:ext uri="{FF2B5EF4-FFF2-40B4-BE49-F238E27FC236}">
                  <a16:creationId xmlns:a16="http://schemas.microsoft.com/office/drawing/2014/main" id="{C5305CD3-1063-4598-B863-4D9D0790A7D7}"/>
                </a:ext>
              </a:extLst>
            </p:cNvPr>
            <p:cNvSpPr/>
            <p:nvPr/>
          </p:nvSpPr>
          <p:spPr>
            <a:xfrm>
              <a:off x="4343401" y="2965450"/>
              <a:ext cx="104775" cy="206376"/>
            </a:xfrm>
            <a:custGeom>
              <a:avLst/>
              <a:gdLst/>
              <a:ahLst/>
              <a:cxnLst/>
              <a:rect l="l" t="t" r="r" b="b"/>
              <a:pathLst>
                <a:path w="39" h="77" extrusionOk="0">
                  <a:moveTo>
                    <a:pt x="11" y="5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39"/>
                    <a:pt x="26" y="36"/>
                    <a:pt x="27" y="32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11" y="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" name="Google Shape;362;p50">
              <a:extLst>
                <a:ext uri="{FF2B5EF4-FFF2-40B4-BE49-F238E27FC236}">
                  <a16:creationId xmlns:a16="http://schemas.microsoft.com/office/drawing/2014/main" id="{D0293252-F508-4DFD-80C4-8419D5AD398D}"/>
                </a:ext>
              </a:extLst>
            </p:cNvPr>
            <p:cNvSpPr/>
            <p:nvPr/>
          </p:nvSpPr>
          <p:spPr>
            <a:xfrm>
              <a:off x="4171951" y="3773488"/>
              <a:ext cx="33337" cy="142875"/>
            </a:xfrm>
            <a:custGeom>
              <a:avLst/>
              <a:gdLst/>
              <a:ahLst/>
              <a:cxnLst/>
              <a:rect l="l" t="t" r="r" b="b"/>
              <a:pathLst>
                <a:path w="12" h="53" extrusionOk="0">
                  <a:moveTo>
                    <a:pt x="1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6"/>
                    <a:pt x="1" y="8"/>
                  </a:cubicBezTo>
                  <a:cubicBezTo>
                    <a:pt x="1" y="11"/>
                    <a:pt x="2" y="14"/>
                    <a:pt x="3" y="17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10" y="53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9" y="6"/>
                    <a:pt x="9" y="6"/>
                    <a:pt x="9" y="6"/>
                  </a:cubicBezTo>
                  <a:lnTo>
                    <a:pt x="10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" name="Google Shape;363;p50">
              <a:extLst>
                <a:ext uri="{FF2B5EF4-FFF2-40B4-BE49-F238E27FC236}">
                  <a16:creationId xmlns:a16="http://schemas.microsoft.com/office/drawing/2014/main" id="{E0B7BA19-13E5-4EFE-AE5B-1B2404F4EC07}"/>
                </a:ext>
              </a:extLst>
            </p:cNvPr>
            <p:cNvSpPr/>
            <p:nvPr/>
          </p:nvSpPr>
          <p:spPr>
            <a:xfrm>
              <a:off x="4486276" y="3392488"/>
              <a:ext cx="239712" cy="466726"/>
            </a:xfrm>
            <a:custGeom>
              <a:avLst/>
              <a:gdLst/>
              <a:ahLst/>
              <a:cxnLst/>
              <a:rect l="l" t="t" r="r" b="b"/>
              <a:pathLst>
                <a:path w="89" h="174" extrusionOk="0">
                  <a:moveTo>
                    <a:pt x="8" y="25"/>
                  </a:moveTo>
                  <a:cubicBezTo>
                    <a:pt x="9" y="29"/>
                    <a:pt x="10" y="32"/>
                    <a:pt x="11" y="3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7" y="91"/>
                    <a:pt x="5" y="94"/>
                    <a:pt x="5" y="97"/>
                  </a:cubicBezTo>
                  <a:cubicBezTo>
                    <a:pt x="3" y="103"/>
                    <a:pt x="1" y="108"/>
                    <a:pt x="0" y="114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13" y="128"/>
                    <a:pt x="13" y="128"/>
                    <a:pt x="13" y="128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7" y="156"/>
                    <a:pt x="9" y="159"/>
                    <a:pt x="11" y="163"/>
                  </a:cubicBezTo>
                  <a:cubicBezTo>
                    <a:pt x="13" y="166"/>
                    <a:pt x="14" y="169"/>
                    <a:pt x="15" y="172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6" y="171"/>
                    <a:pt x="38" y="169"/>
                    <a:pt x="40" y="169"/>
                  </a:cubicBezTo>
                  <a:cubicBezTo>
                    <a:pt x="47" y="166"/>
                    <a:pt x="54" y="164"/>
                    <a:pt x="61" y="162"/>
                  </a:cubicBezTo>
                  <a:cubicBezTo>
                    <a:pt x="68" y="152"/>
                    <a:pt x="68" y="152"/>
                    <a:pt x="68" y="152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73" y="144"/>
                    <a:pt x="70" y="140"/>
                    <a:pt x="67" y="136"/>
                  </a:cubicBezTo>
                  <a:cubicBezTo>
                    <a:pt x="66" y="134"/>
                    <a:pt x="66" y="134"/>
                    <a:pt x="66" y="134"/>
                  </a:cubicBezTo>
                  <a:cubicBezTo>
                    <a:pt x="67" y="129"/>
                    <a:pt x="69" y="126"/>
                    <a:pt x="71" y="122"/>
                  </a:cubicBezTo>
                  <a:cubicBezTo>
                    <a:pt x="72" y="119"/>
                    <a:pt x="72" y="116"/>
                    <a:pt x="72" y="114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3" y="95"/>
                    <a:pt x="76" y="88"/>
                    <a:pt x="78" y="82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9"/>
                    <a:pt x="8" y="25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" name="Google Shape;364;p50">
              <a:extLst>
                <a:ext uri="{FF2B5EF4-FFF2-40B4-BE49-F238E27FC236}">
                  <a16:creationId xmlns:a16="http://schemas.microsoft.com/office/drawing/2014/main" id="{8A2C68A4-178C-4D0B-B826-D4DBD3FD5A30}"/>
                </a:ext>
              </a:extLst>
            </p:cNvPr>
            <p:cNvSpPr/>
            <p:nvPr/>
          </p:nvSpPr>
          <p:spPr>
            <a:xfrm>
              <a:off x="4486276" y="3392488"/>
              <a:ext cx="239712" cy="466726"/>
            </a:xfrm>
            <a:custGeom>
              <a:avLst/>
              <a:gdLst/>
              <a:ahLst/>
              <a:cxnLst/>
              <a:rect l="l" t="t" r="r" b="b"/>
              <a:pathLst>
                <a:path w="89" h="174" extrusionOk="0">
                  <a:moveTo>
                    <a:pt x="8" y="25"/>
                  </a:moveTo>
                  <a:cubicBezTo>
                    <a:pt x="9" y="29"/>
                    <a:pt x="10" y="32"/>
                    <a:pt x="11" y="3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7" y="91"/>
                    <a:pt x="5" y="94"/>
                    <a:pt x="5" y="97"/>
                  </a:cubicBezTo>
                  <a:cubicBezTo>
                    <a:pt x="3" y="103"/>
                    <a:pt x="1" y="108"/>
                    <a:pt x="0" y="114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13" y="128"/>
                    <a:pt x="13" y="128"/>
                    <a:pt x="13" y="128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7" y="156"/>
                    <a:pt x="9" y="159"/>
                    <a:pt x="11" y="163"/>
                  </a:cubicBezTo>
                  <a:cubicBezTo>
                    <a:pt x="13" y="166"/>
                    <a:pt x="14" y="169"/>
                    <a:pt x="15" y="172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6" y="171"/>
                    <a:pt x="38" y="169"/>
                    <a:pt x="40" y="169"/>
                  </a:cubicBezTo>
                  <a:cubicBezTo>
                    <a:pt x="47" y="166"/>
                    <a:pt x="54" y="164"/>
                    <a:pt x="61" y="162"/>
                  </a:cubicBezTo>
                  <a:cubicBezTo>
                    <a:pt x="68" y="152"/>
                    <a:pt x="68" y="152"/>
                    <a:pt x="68" y="152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73" y="144"/>
                    <a:pt x="70" y="140"/>
                    <a:pt x="67" y="136"/>
                  </a:cubicBezTo>
                  <a:cubicBezTo>
                    <a:pt x="66" y="134"/>
                    <a:pt x="66" y="134"/>
                    <a:pt x="66" y="134"/>
                  </a:cubicBezTo>
                  <a:cubicBezTo>
                    <a:pt x="67" y="129"/>
                    <a:pt x="69" y="126"/>
                    <a:pt x="71" y="122"/>
                  </a:cubicBezTo>
                  <a:cubicBezTo>
                    <a:pt x="72" y="119"/>
                    <a:pt x="72" y="116"/>
                    <a:pt x="72" y="114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3" y="95"/>
                    <a:pt x="76" y="88"/>
                    <a:pt x="78" y="82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9"/>
                    <a:pt x="8" y="25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" name="Google Shape;365;p50">
              <a:extLst>
                <a:ext uri="{FF2B5EF4-FFF2-40B4-BE49-F238E27FC236}">
                  <a16:creationId xmlns:a16="http://schemas.microsoft.com/office/drawing/2014/main" id="{D3A0A32D-1270-4D4A-AF19-B4F299CF7B5C}"/>
                </a:ext>
              </a:extLst>
            </p:cNvPr>
            <p:cNvSpPr/>
            <p:nvPr/>
          </p:nvSpPr>
          <p:spPr>
            <a:xfrm>
              <a:off x="4873627" y="4117976"/>
              <a:ext cx="257175" cy="303213"/>
            </a:xfrm>
            <a:custGeom>
              <a:avLst/>
              <a:gdLst/>
              <a:ahLst/>
              <a:cxnLst/>
              <a:rect l="l" t="t" r="r" b="b"/>
              <a:pathLst>
                <a:path w="96" h="113" extrusionOk="0">
                  <a:moveTo>
                    <a:pt x="41" y="1"/>
                  </a:moveTo>
                  <a:cubicBezTo>
                    <a:pt x="40" y="6"/>
                    <a:pt x="40" y="6"/>
                    <a:pt x="40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6" y="15"/>
                    <a:pt x="33" y="15"/>
                    <a:pt x="3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4"/>
                    <a:pt x="20" y="12"/>
                    <a:pt x="20" y="11"/>
                  </a:cubicBezTo>
                  <a:cubicBezTo>
                    <a:pt x="20" y="8"/>
                    <a:pt x="20" y="5"/>
                    <a:pt x="20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8"/>
                    <a:pt x="6" y="12"/>
                    <a:pt x="7" y="17"/>
                  </a:cubicBezTo>
                  <a:cubicBezTo>
                    <a:pt x="8" y="22"/>
                    <a:pt x="9" y="26"/>
                    <a:pt x="11" y="31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54"/>
                    <a:pt x="3" y="56"/>
                    <a:pt x="5" y="60"/>
                  </a:cubicBezTo>
                  <a:cubicBezTo>
                    <a:pt x="8" y="67"/>
                    <a:pt x="11" y="74"/>
                    <a:pt x="14" y="81"/>
                  </a:cubicBezTo>
                  <a:cubicBezTo>
                    <a:pt x="14" y="81"/>
                    <a:pt x="14" y="82"/>
                    <a:pt x="14" y="83"/>
                  </a:cubicBezTo>
                  <a:cubicBezTo>
                    <a:pt x="15" y="84"/>
                    <a:pt x="16" y="84"/>
                    <a:pt x="17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21" y="88"/>
                    <a:pt x="24" y="89"/>
                    <a:pt x="26" y="90"/>
                  </a:cubicBezTo>
                  <a:cubicBezTo>
                    <a:pt x="28" y="91"/>
                    <a:pt x="29" y="92"/>
                    <a:pt x="32" y="93"/>
                  </a:cubicBezTo>
                  <a:cubicBezTo>
                    <a:pt x="32" y="93"/>
                    <a:pt x="32" y="93"/>
                    <a:pt x="32" y="93"/>
                  </a:cubicBezTo>
                  <a:cubicBezTo>
                    <a:pt x="32" y="93"/>
                    <a:pt x="33" y="93"/>
                    <a:pt x="33" y="94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8" y="91"/>
                    <a:pt x="39" y="94"/>
                    <a:pt x="39" y="97"/>
                  </a:cubicBezTo>
                  <a:cubicBezTo>
                    <a:pt x="40" y="100"/>
                    <a:pt x="41" y="103"/>
                    <a:pt x="41" y="106"/>
                  </a:cubicBezTo>
                  <a:cubicBezTo>
                    <a:pt x="48" y="111"/>
                    <a:pt x="48" y="111"/>
                    <a:pt x="48" y="111"/>
                  </a:cubicBezTo>
                  <a:cubicBezTo>
                    <a:pt x="48" y="113"/>
                    <a:pt x="48" y="113"/>
                    <a:pt x="48" y="113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96" y="97"/>
                    <a:pt x="96" y="97"/>
                    <a:pt x="96" y="97"/>
                  </a:cubicBezTo>
                  <a:cubicBezTo>
                    <a:pt x="85" y="86"/>
                    <a:pt x="85" y="86"/>
                    <a:pt x="85" y="86"/>
                  </a:cubicBezTo>
                  <a:cubicBezTo>
                    <a:pt x="86" y="80"/>
                    <a:pt x="86" y="74"/>
                    <a:pt x="86" y="69"/>
                  </a:cubicBezTo>
                  <a:cubicBezTo>
                    <a:pt x="86" y="66"/>
                    <a:pt x="86" y="64"/>
                    <a:pt x="85" y="62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4"/>
                    <a:pt x="87" y="53"/>
                    <a:pt x="86" y="52"/>
                  </a:cubicBezTo>
                  <a:cubicBezTo>
                    <a:pt x="85" y="50"/>
                    <a:pt x="84" y="48"/>
                    <a:pt x="82" y="47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69" y="28"/>
                    <a:pt x="69" y="28"/>
                    <a:pt x="69" y="28"/>
                  </a:cubicBezTo>
                  <a:lnTo>
                    <a:pt x="41" y="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" name="Google Shape;366;p50">
              <a:extLst>
                <a:ext uri="{FF2B5EF4-FFF2-40B4-BE49-F238E27FC236}">
                  <a16:creationId xmlns:a16="http://schemas.microsoft.com/office/drawing/2014/main" id="{536A5958-9F89-490E-887D-5F5CFA307562}"/>
                </a:ext>
              </a:extLst>
            </p:cNvPr>
            <p:cNvSpPr/>
            <p:nvPr/>
          </p:nvSpPr>
          <p:spPr>
            <a:xfrm>
              <a:off x="4883152" y="4826001"/>
              <a:ext cx="44450" cy="60324"/>
            </a:xfrm>
            <a:custGeom>
              <a:avLst/>
              <a:gdLst/>
              <a:ahLst/>
              <a:cxnLst/>
              <a:rect l="l" t="t" r="r" b="b"/>
              <a:pathLst>
                <a:path w="28" h="38" extrusionOk="0">
                  <a:moveTo>
                    <a:pt x="22" y="38"/>
                  </a:moveTo>
                  <a:lnTo>
                    <a:pt x="9" y="36"/>
                  </a:lnTo>
                  <a:lnTo>
                    <a:pt x="0" y="14"/>
                  </a:lnTo>
                  <a:lnTo>
                    <a:pt x="9" y="0"/>
                  </a:lnTo>
                  <a:lnTo>
                    <a:pt x="22" y="4"/>
                  </a:lnTo>
                  <a:lnTo>
                    <a:pt x="28" y="26"/>
                  </a:lnTo>
                  <a:lnTo>
                    <a:pt x="22" y="38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" name="Google Shape;367;p50">
              <a:extLst>
                <a:ext uri="{FF2B5EF4-FFF2-40B4-BE49-F238E27FC236}">
                  <a16:creationId xmlns:a16="http://schemas.microsoft.com/office/drawing/2014/main" id="{38F87475-1CA4-4234-9CAB-D49B023D36B5}"/>
                </a:ext>
              </a:extLst>
            </p:cNvPr>
            <p:cNvSpPr/>
            <p:nvPr/>
          </p:nvSpPr>
          <p:spPr>
            <a:xfrm>
              <a:off x="4706937" y="3736976"/>
              <a:ext cx="287337" cy="241301"/>
            </a:xfrm>
            <a:custGeom>
              <a:avLst/>
              <a:gdLst/>
              <a:ahLst/>
              <a:cxnLst/>
              <a:rect l="l" t="t" r="r" b="b"/>
              <a:pathLst>
                <a:path w="181" h="152" extrusionOk="0">
                  <a:moveTo>
                    <a:pt x="0" y="57"/>
                  </a:moveTo>
                  <a:lnTo>
                    <a:pt x="30" y="45"/>
                  </a:lnTo>
                  <a:lnTo>
                    <a:pt x="35" y="35"/>
                  </a:lnTo>
                  <a:lnTo>
                    <a:pt x="47" y="35"/>
                  </a:lnTo>
                  <a:lnTo>
                    <a:pt x="57" y="50"/>
                  </a:lnTo>
                  <a:lnTo>
                    <a:pt x="78" y="50"/>
                  </a:lnTo>
                  <a:lnTo>
                    <a:pt x="93" y="54"/>
                  </a:lnTo>
                  <a:lnTo>
                    <a:pt x="105" y="40"/>
                  </a:lnTo>
                  <a:lnTo>
                    <a:pt x="113" y="35"/>
                  </a:lnTo>
                  <a:lnTo>
                    <a:pt x="125" y="45"/>
                  </a:lnTo>
                  <a:lnTo>
                    <a:pt x="132" y="45"/>
                  </a:lnTo>
                  <a:lnTo>
                    <a:pt x="144" y="23"/>
                  </a:lnTo>
                  <a:lnTo>
                    <a:pt x="144" y="5"/>
                  </a:lnTo>
                  <a:lnTo>
                    <a:pt x="159" y="0"/>
                  </a:lnTo>
                  <a:lnTo>
                    <a:pt x="159" y="27"/>
                  </a:lnTo>
                  <a:lnTo>
                    <a:pt x="174" y="40"/>
                  </a:lnTo>
                  <a:lnTo>
                    <a:pt x="169" y="62"/>
                  </a:lnTo>
                  <a:lnTo>
                    <a:pt x="159" y="77"/>
                  </a:lnTo>
                  <a:lnTo>
                    <a:pt x="167" y="82"/>
                  </a:lnTo>
                  <a:lnTo>
                    <a:pt x="176" y="116"/>
                  </a:lnTo>
                  <a:lnTo>
                    <a:pt x="181" y="123"/>
                  </a:lnTo>
                  <a:lnTo>
                    <a:pt x="181" y="135"/>
                  </a:lnTo>
                  <a:lnTo>
                    <a:pt x="164" y="137"/>
                  </a:lnTo>
                  <a:lnTo>
                    <a:pt x="159" y="143"/>
                  </a:lnTo>
                  <a:lnTo>
                    <a:pt x="133" y="150"/>
                  </a:lnTo>
                  <a:lnTo>
                    <a:pt x="123" y="143"/>
                  </a:lnTo>
                  <a:lnTo>
                    <a:pt x="113" y="152"/>
                  </a:lnTo>
                  <a:lnTo>
                    <a:pt x="93" y="140"/>
                  </a:lnTo>
                  <a:lnTo>
                    <a:pt x="81" y="143"/>
                  </a:lnTo>
                  <a:lnTo>
                    <a:pt x="51" y="123"/>
                  </a:lnTo>
                  <a:lnTo>
                    <a:pt x="17" y="76"/>
                  </a:lnTo>
                  <a:lnTo>
                    <a:pt x="7" y="71"/>
                  </a:lnTo>
                  <a:lnTo>
                    <a:pt x="0" y="5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3" name="Google Shape;368;p50">
              <a:extLst>
                <a:ext uri="{FF2B5EF4-FFF2-40B4-BE49-F238E27FC236}">
                  <a16:creationId xmlns:a16="http://schemas.microsoft.com/office/drawing/2014/main" id="{F31D2079-D57F-4F55-BA3E-E43291EC9ED2}"/>
                </a:ext>
              </a:extLst>
            </p:cNvPr>
            <p:cNvSpPr/>
            <p:nvPr/>
          </p:nvSpPr>
          <p:spPr>
            <a:xfrm>
              <a:off x="4664077" y="3414714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154" h="154" extrusionOk="0">
                  <a:moveTo>
                    <a:pt x="123" y="5"/>
                  </a:moveTo>
                  <a:cubicBezTo>
                    <a:pt x="120" y="7"/>
                    <a:pt x="120" y="7"/>
                    <a:pt x="120" y="7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3" y="44"/>
                    <a:pt x="23" y="45"/>
                    <a:pt x="23" y="4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0" y="80"/>
                    <a:pt x="7" y="87"/>
                    <a:pt x="5" y="93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4" y="112"/>
                    <a:pt x="2" y="119"/>
                    <a:pt x="0" y="126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2" y="129"/>
                    <a:pt x="9" y="141"/>
                    <a:pt x="9" y="141"/>
                  </a:cubicBezTo>
                  <a:cubicBezTo>
                    <a:pt x="16" y="154"/>
                    <a:pt x="16" y="154"/>
                    <a:pt x="16" y="154"/>
                  </a:cubicBezTo>
                  <a:cubicBezTo>
                    <a:pt x="34" y="147"/>
                    <a:pt x="34" y="147"/>
                    <a:pt x="34" y="147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50" y="150"/>
                    <a:pt x="50" y="150"/>
                    <a:pt x="50" y="150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90" y="147"/>
                    <a:pt x="90" y="147"/>
                    <a:pt x="90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110" y="120"/>
                    <a:pt x="110" y="120"/>
                    <a:pt x="110" y="120"/>
                  </a:cubicBezTo>
                  <a:cubicBezTo>
                    <a:pt x="110" y="136"/>
                    <a:pt x="110" y="136"/>
                    <a:pt x="110" y="136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2" y="131"/>
                    <a:pt x="124" y="122"/>
                    <a:pt x="126" y="113"/>
                  </a:cubicBezTo>
                  <a:cubicBezTo>
                    <a:pt x="128" y="105"/>
                    <a:pt x="130" y="97"/>
                    <a:pt x="133" y="89"/>
                  </a:cubicBezTo>
                  <a:cubicBezTo>
                    <a:pt x="142" y="69"/>
                    <a:pt x="142" y="69"/>
                    <a:pt x="142" y="69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0" y="51"/>
                    <a:pt x="147" y="48"/>
                    <a:pt x="143" y="45"/>
                  </a:cubicBezTo>
                  <a:cubicBezTo>
                    <a:pt x="142" y="37"/>
                    <a:pt x="141" y="30"/>
                    <a:pt x="140" y="23"/>
                  </a:cubicBezTo>
                  <a:cubicBezTo>
                    <a:pt x="140" y="20"/>
                    <a:pt x="139" y="18"/>
                    <a:pt x="138" y="16"/>
                  </a:cubicBezTo>
                  <a:cubicBezTo>
                    <a:pt x="135" y="11"/>
                    <a:pt x="131" y="5"/>
                    <a:pt x="127" y="0"/>
                  </a:cubicBezTo>
                  <a:cubicBezTo>
                    <a:pt x="126" y="2"/>
                    <a:pt x="124" y="4"/>
                    <a:pt x="123" y="5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" name="Google Shape;369;p50">
              <a:extLst>
                <a:ext uri="{FF2B5EF4-FFF2-40B4-BE49-F238E27FC236}">
                  <a16:creationId xmlns:a16="http://schemas.microsoft.com/office/drawing/2014/main" id="{81AB9362-3F38-4D47-9E8E-2B553F979E98}"/>
                </a:ext>
              </a:extLst>
            </p:cNvPr>
            <p:cNvSpPr/>
            <p:nvPr/>
          </p:nvSpPr>
          <p:spPr>
            <a:xfrm>
              <a:off x="4664077" y="3414714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154" h="154" extrusionOk="0">
                  <a:moveTo>
                    <a:pt x="123" y="5"/>
                  </a:moveTo>
                  <a:cubicBezTo>
                    <a:pt x="120" y="7"/>
                    <a:pt x="120" y="7"/>
                    <a:pt x="120" y="7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3" y="44"/>
                    <a:pt x="23" y="45"/>
                    <a:pt x="23" y="4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0" y="80"/>
                    <a:pt x="7" y="87"/>
                    <a:pt x="5" y="93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4" y="112"/>
                    <a:pt x="2" y="119"/>
                    <a:pt x="0" y="126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2" y="129"/>
                    <a:pt x="9" y="141"/>
                    <a:pt x="9" y="141"/>
                  </a:cubicBezTo>
                  <a:cubicBezTo>
                    <a:pt x="16" y="154"/>
                    <a:pt x="16" y="154"/>
                    <a:pt x="16" y="154"/>
                  </a:cubicBezTo>
                  <a:cubicBezTo>
                    <a:pt x="34" y="147"/>
                    <a:pt x="34" y="147"/>
                    <a:pt x="34" y="147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50" y="150"/>
                    <a:pt x="50" y="150"/>
                    <a:pt x="50" y="150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90" y="147"/>
                    <a:pt x="90" y="147"/>
                    <a:pt x="90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110" y="120"/>
                    <a:pt x="110" y="120"/>
                    <a:pt x="110" y="120"/>
                  </a:cubicBezTo>
                  <a:cubicBezTo>
                    <a:pt x="110" y="136"/>
                    <a:pt x="110" y="136"/>
                    <a:pt x="110" y="136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2" y="131"/>
                    <a:pt x="124" y="122"/>
                    <a:pt x="126" y="113"/>
                  </a:cubicBezTo>
                  <a:cubicBezTo>
                    <a:pt x="128" y="105"/>
                    <a:pt x="130" y="97"/>
                    <a:pt x="133" y="89"/>
                  </a:cubicBezTo>
                  <a:cubicBezTo>
                    <a:pt x="142" y="69"/>
                    <a:pt x="142" y="69"/>
                    <a:pt x="142" y="69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0" y="51"/>
                    <a:pt x="147" y="48"/>
                    <a:pt x="143" y="45"/>
                  </a:cubicBezTo>
                  <a:cubicBezTo>
                    <a:pt x="142" y="37"/>
                    <a:pt x="141" y="30"/>
                    <a:pt x="140" y="23"/>
                  </a:cubicBezTo>
                  <a:cubicBezTo>
                    <a:pt x="140" y="20"/>
                    <a:pt x="139" y="18"/>
                    <a:pt x="138" y="16"/>
                  </a:cubicBezTo>
                  <a:cubicBezTo>
                    <a:pt x="135" y="11"/>
                    <a:pt x="131" y="5"/>
                    <a:pt x="127" y="0"/>
                  </a:cubicBezTo>
                  <a:cubicBezTo>
                    <a:pt x="126" y="2"/>
                    <a:pt x="124" y="4"/>
                    <a:pt x="123" y="5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5" name="Google Shape;370;p50">
              <a:extLst>
                <a:ext uri="{FF2B5EF4-FFF2-40B4-BE49-F238E27FC236}">
                  <a16:creationId xmlns:a16="http://schemas.microsoft.com/office/drawing/2014/main" id="{737D0112-9B20-42DE-8BC2-967A8CB2100E}"/>
                </a:ext>
              </a:extLst>
            </p:cNvPr>
            <p:cNvSpPr/>
            <p:nvPr/>
          </p:nvSpPr>
          <p:spPr>
            <a:xfrm>
              <a:off x="5138738" y="3738564"/>
              <a:ext cx="255587" cy="384175"/>
            </a:xfrm>
            <a:custGeom>
              <a:avLst/>
              <a:gdLst/>
              <a:ahLst/>
              <a:cxnLst/>
              <a:rect l="l" t="t" r="r" b="b"/>
              <a:pathLst>
                <a:path w="95" h="143" extrusionOk="0">
                  <a:moveTo>
                    <a:pt x="87" y="0"/>
                  </a:moveTo>
                  <a:cubicBezTo>
                    <a:pt x="86" y="2"/>
                    <a:pt x="83" y="2"/>
                    <a:pt x="81" y="2"/>
                  </a:cubicBezTo>
                  <a:cubicBezTo>
                    <a:pt x="74" y="4"/>
                    <a:pt x="66" y="5"/>
                    <a:pt x="59" y="5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6" y="21"/>
                    <a:pt x="18" y="23"/>
                    <a:pt x="20" y="26"/>
                  </a:cubicBezTo>
                  <a:cubicBezTo>
                    <a:pt x="28" y="32"/>
                    <a:pt x="36" y="38"/>
                    <a:pt x="44" y="44"/>
                  </a:cubicBezTo>
                  <a:cubicBezTo>
                    <a:pt x="47" y="46"/>
                    <a:pt x="50" y="47"/>
                    <a:pt x="53" y="48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26" y="72"/>
                    <a:pt x="26" y="72"/>
                    <a:pt x="26" y="72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8"/>
                    <a:pt x="14" y="79"/>
                    <a:pt x="13" y="80"/>
                  </a:cubicBezTo>
                  <a:cubicBezTo>
                    <a:pt x="11" y="82"/>
                    <a:pt x="10" y="84"/>
                    <a:pt x="8" y="86"/>
                  </a:cubicBezTo>
                  <a:cubicBezTo>
                    <a:pt x="7" y="88"/>
                    <a:pt x="5" y="91"/>
                    <a:pt x="2" y="94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7" y="143"/>
                    <a:pt x="7" y="143"/>
                    <a:pt x="7" y="143"/>
                  </a:cubicBezTo>
                  <a:cubicBezTo>
                    <a:pt x="17" y="132"/>
                    <a:pt x="27" y="121"/>
                    <a:pt x="37" y="109"/>
                  </a:cubicBezTo>
                  <a:cubicBezTo>
                    <a:pt x="46" y="96"/>
                    <a:pt x="55" y="83"/>
                    <a:pt x="64" y="69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2" y="36"/>
                    <a:pt x="83" y="32"/>
                    <a:pt x="85" y="28"/>
                  </a:cubicBezTo>
                  <a:cubicBezTo>
                    <a:pt x="86" y="26"/>
                    <a:pt x="86" y="24"/>
                    <a:pt x="86" y="23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1" y="15"/>
                    <a:pt x="91" y="15"/>
                    <a:pt x="91" y="15"/>
                  </a:cubicBezTo>
                  <a:cubicBezTo>
                    <a:pt x="93" y="3"/>
                    <a:pt x="93" y="3"/>
                    <a:pt x="93" y="3"/>
                  </a:cubicBezTo>
                  <a:lnTo>
                    <a:pt x="87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6" name="Google Shape;371;p50">
              <a:extLst>
                <a:ext uri="{FF2B5EF4-FFF2-40B4-BE49-F238E27FC236}">
                  <a16:creationId xmlns:a16="http://schemas.microsoft.com/office/drawing/2014/main" id="{87E8C611-9D48-4FF7-BD3B-7BF4010BB181}"/>
                </a:ext>
              </a:extLst>
            </p:cNvPr>
            <p:cNvSpPr/>
            <p:nvPr/>
          </p:nvSpPr>
          <p:spPr>
            <a:xfrm>
              <a:off x="3829050" y="3797300"/>
              <a:ext cx="88901" cy="84138"/>
            </a:xfrm>
            <a:custGeom>
              <a:avLst/>
              <a:gdLst/>
              <a:ahLst/>
              <a:cxnLst/>
              <a:rect l="l" t="t" r="r" b="b"/>
              <a:pathLst>
                <a:path w="33" h="31" extrusionOk="0">
                  <a:moveTo>
                    <a:pt x="33" y="15"/>
                  </a:moveTo>
                  <a:cubicBezTo>
                    <a:pt x="29" y="2"/>
                    <a:pt x="29" y="2"/>
                    <a:pt x="29" y="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3"/>
                    <a:pt x="2" y="14"/>
                    <a:pt x="3" y="15"/>
                  </a:cubicBezTo>
                  <a:cubicBezTo>
                    <a:pt x="5" y="17"/>
                    <a:pt x="6" y="19"/>
                    <a:pt x="7" y="21"/>
                  </a:cubicBezTo>
                  <a:cubicBezTo>
                    <a:pt x="8" y="23"/>
                    <a:pt x="9" y="24"/>
                    <a:pt x="10" y="26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33" y="1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7" name="Google Shape;372;p50">
              <a:extLst>
                <a:ext uri="{FF2B5EF4-FFF2-40B4-BE49-F238E27FC236}">
                  <a16:creationId xmlns:a16="http://schemas.microsoft.com/office/drawing/2014/main" id="{0F4A4697-37B9-440F-AD2A-D5900DEEEA52}"/>
                </a:ext>
              </a:extLst>
            </p:cNvPr>
            <p:cNvSpPr/>
            <p:nvPr/>
          </p:nvSpPr>
          <p:spPr>
            <a:xfrm>
              <a:off x="3740150" y="3602039"/>
              <a:ext cx="163512" cy="139700"/>
            </a:xfrm>
            <a:custGeom>
              <a:avLst/>
              <a:gdLst/>
              <a:ahLst/>
              <a:cxnLst/>
              <a:rect l="l" t="t" r="r" b="b"/>
              <a:pathLst>
                <a:path w="61" h="52" extrusionOk="0">
                  <a:moveTo>
                    <a:pt x="35" y="2"/>
                  </a:moveTo>
                  <a:cubicBezTo>
                    <a:pt x="33" y="2"/>
                    <a:pt x="33" y="2"/>
                    <a:pt x="33" y="2"/>
                  </a:cubicBezTo>
                  <a:cubicBezTo>
                    <a:pt x="28" y="1"/>
                    <a:pt x="18" y="0"/>
                    <a:pt x="18" y="0"/>
                  </a:cubicBezTo>
                  <a:cubicBezTo>
                    <a:pt x="18" y="0"/>
                    <a:pt x="12" y="1"/>
                    <a:pt x="9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7" y="7"/>
                    <a:pt x="5" y="13"/>
                    <a:pt x="3" y="17"/>
                  </a:cubicBezTo>
                  <a:cubicBezTo>
                    <a:pt x="2" y="19"/>
                    <a:pt x="1" y="20"/>
                    <a:pt x="0" y="22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11" y="32"/>
                    <a:pt x="16" y="31"/>
                    <a:pt x="20" y="31"/>
                  </a:cubicBezTo>
                  <a:cubicBezTo>
                    <a:pt x="26" y="30"/>
                    <a:pt x="31" y="30"/>
                    <a:pt x="37" y="30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28" y="39"/>
                    <a:pt x="18" y="41"/>
                    <a:pt x="8" y="4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6" y="51"/>
                    <a:pt x="21" y="49"/>
                    <a:pt x="26" y="47"/>
                  </a:cubicBezTo>
                  <a:cubicBezTo>
                    <a:pt x="30" y="46"/>
                    <a:pt x="35" y="45"/>
                    <a:pt x="40" y="44"/>
                  </a:cubicBezTo>
                  <a:cubicBezTo>
                    <a:pt x="61" y="45"/>
                    <a:pt x="61" y="45"/>
                    <a:pt x="61" y="4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4"/>
                    <a:pt x="56" y="24"/>
                    <a:pt x="56" y="24"/>
                  </a:cubicBezTo>
                  <a:lnTo>
                    <a:pt x="35" y="2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" name="Google Shape;373;p50">
              <a:extLst>
                <a:ext uri="{FF2B5EF4-FFF2-40B4-BE49-F238E27FC236}">
                  <a16:creationId xmlns:a16="http://schemas.microsoft.com/office/drawing/2014/main" id="{13C01FC1-BCC1-4202-B539-BE2116D59F73}"/>
                </a:ext>
              </a:extLst>
            </p:cNvPr>
            <p:cNvSpPr/>
            <p:nvPr/>
          </p:nvSpPr>
          <p:spPr>
            <a:xfrm>
              <a:off x="4859337" y="4117976"/>
              <a:ext cx="30162" cy="61913"/>
            </a:xfrm>
            <a:custGeom>
              <a:avLst/>
              <a:gdLst/>
              <a:ahLst/>
              <a:cxnLst/>
              <a:rect l="l" t="t" r="r" b="b"/>
              <a:pathLst>
                <a:path w="19" h="39" extrusionOk="0">
                  <a:moveTo>
                    <a:pt x="19" y="1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4" y="39"/>
                  </a:lnTo>
                  <a:lnTo>
                    <a:pt x="17" y="29"/>
                  </a:lnTo>
                  <a:lnTo>
                    <a:pt x="19" y="5"/>
                  </a:lnTo>
                  <a:lnTo>
                    <a:pt x="19" y="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9" name="Google Shape;374;p50">
              <a:extLst>
                <a:ext uri="{FF2B5EF4-FFF2-40B4-BE49-F238E27FC236}">
                  <a16:creationId xmlns:a16="http://schemas.microsoft.com/office/drawing/2014/main" id="{24D903BA-88FF-4B77-B7FF-7DCBBCBC7596}"/>
                </a:ext>
              </a:extLst>
            </p:cNvPr>
            <p:cNvSpPr/>
            <p:nvPr/>
          </p:nvSpPr>
          <p:spPr>
            <a:xfrm>
              <a:off x="4459289" y="3932239"/>
              <a:ext cx="446088" cy="539750"/>
            </a:xfrm>
            <a:custGeom>
              <a:avLst/>
              <a:gdLst/>
              <a:ahLst/>
              <a:cxnLst/>
              <a:rect l="l" t="t" r="r" b="b"/>
              <a:pathLst>
                <a:path w="166" h="201" extrusionOk="0">
                  <a:moveTo>
                    <a:pt x="38" y="77"/>
                  </a:moveTo>
                  <a:cubicBezTo>
                    <a:pt x="36" y="83"/>
                    <a:pt x="27" y="100"/>
                    <a:pt x="27" y="100"/>
                  </a:cubicBezTo>
                  <a:cubicBezTo>
                    <a:pt x="25" y="101"/>
                    <a:pt x="25" y="101"/>
                    <a:pt x="25" y="101"/>
                  </a:cubicBezTo>
                  <a:cubicBezTo>
                    <a:pt x="21" y="103"/>
                    <a:pt x="17" y="105"/>
                    <a:pt x="14" y="107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2" y="120"/>
                    <a:pt x="2" y="120"/>
                    <a:pt x="2" y="120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1" y="124"/>
                    <a:pt x="1" y="124"/>
                    <a:pt x="1" y="124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13" y="125"/>
                    <a:pt x="26" y="123"/>
                    <a:pt x="39" y="121"/>
                  </a:cubicBezTo>
                  <a:cubicBezTo>
                    <a:pt x="46" y="137"/>
                    <a:pt x="46" y="137"/>
                    <a:pt x="46" y="137"/>
                  </a:cubicBezTo>
                  <a:cubicBezTo>
                    <a:pt x="58" y="136"/>
                    <a:pt x="58" y="136"/>
                    <a:pt x="58" y="136"/>
                  </a:cubicBezTo>
                  <a:cubicBezTo>
                    <a:pt x="64" y="124"/>
                    <a:pt x="64" y="124"/>
                    <a:pt x="64" y="124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84" y="136"/>
                    <a:pt x="87" y="147"/>
                    <a:pt x="90" y="158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3" y="177"/>
                    <a:pt x="93" y="177"/>
                    <a:pt x="93" y="177"/>
                  </a:cubicBezTo>
                  <a:cubicBezTo>
                    <a:pt x="96" y="177"/>
                    <a:pt x="99" y="177"/>
                    <a:pt x="101" y="177"/>
                  </a:cubicBezTo>
                  <a:cubicBezTo>
                    <a:pt x="101" y="177"/>
                    <a:pt x="101" y="177"/>
                    <a:pt x="101" y="177"/>
                  </a:cubicBezTo>
                  <a:cubicBezTo>
                    <a:pt x="106" y="177"/>
                    <a:pt x="106" y="177"/>
                    <a:pt x="106" y="177"/>
                  </a:cubicBezTo>
                  <a:cubicBezTo>
                    <a:pt x="108" y="177"/>
                    <a:pt x="108" y="177"/>
                    <a:pt x="108" y="177"/>
                  </a:cubicBezTo>
                  <a:cubicBezTo>
                    <a:pt x="113" y="182"/>
                    <a:pt x="119" y="186"/>
                    <a:pt x="124" y="191"/>
                  </a:cubicBezTo>
                  <a:cubicBezTo>
                    <a:pt x="130" y="190"/>
                    <a:pt x="130" y="190"/>
                    <a:pt x="130" y="190"/>
                  </a:cubicBezTo>
                  <a:cubicBezTo>
                    <a:pt x="134" y="192"/>
                    <a:pt x="138" y="194"/>
                    <a:pt x="142" y="197"/>
                  </a:cubicBezTo>
                  <a:cubicBezTo>
                    <a:pt x="143" y="198"/>
                    <a:pt x="145" y="200"/>
                    <a:pt x="146" y="201"/>
                  </a:cubicBezTo>
                  <a:cubicBezTo>
                    <a:pt x="153" y="201"/>
                    <a:pt x="153" y="201"/>
                    <a:pt x="153" y="201"/>
                  </a:cubicBezTo>
                  <a:cubicBezTo>
                    <a:pt x="153" y="187"/>
                    <a:pt x="153" y="187"/>
                    <a:pt x="153" y="187"/>
                  </a:cubicBezTo>
                  <a:cubicBezTo>
                    <a:pt x="142" y="188"/>
                    <a:pt x="142" y="188"/>
                    <a:pt x="142" y="188"/>
                  </a:cubicBezTo>
                  <a:cubicBezTo>
                    <a:pt x="136" y="182"/>
                    <a:pt x="136" y="182"/>
                    <a:pt x="136" y="182"/>
                  </a:cubicBezTo>
                  <a:cubicBezTo>
                    <a:pt x="137" y="148"/>
                    <a:pt x="137" y="148"/>
                    <a:pt x="137" y="148"/>
                  </a:cubicBezTo>
                  <a:cubicBezTo>
                    <a:pt x="149" y="142"/>
                    <a:pt x="149" y="142"/>
                    <a:pt x="149" y="142"/>
                  </a:cubicBezTo>
                  <a:cubicBezTo>
                    <a:pt x="161" y="145"/>
                    <a:pt x="161" y="145"/>
                    <a:pt x="161" y="145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5" y="139"/>
                    <a:pt x="155" y="139"/>
                    <a:pt x="155" y="139"/>
                  </a:cubicBezTo>
                  <a:cubicBezTo>
                    <a:pt x="154" y="136"/>
                    <a:pt x="153" y="134"/>
                    <a:pt x="152" y="131"/>
                  </a:cubicBezTo>
                  <a:cubicBezTo>
                    <a:pt x="150" y="128"/>
                    <a:pt x="149" y="124"/>
                    <a:pt x="148" y="121"/>
                  </a:cubicBezTo>
                  <a:cubicBezTo>
                    <a:pt x="148" y="116"/>
                    <a:pt x="148" y="111"/>
                    <a:pt x="148" y="106"/>
                  </a:cubicBezTo>
                  <a:cubicBezTo>
                    <a:pt x="148" y="101"/>
                    <a:pt x="148" y="96"/>
                    <a:pt x="148" y="91"/>
                  </a:cubicBezTo>
                  <a:cubicBezTo>
                    <a:pt x="149" y="91"/>
                    <a:pt x="149" y="91"/>
                    <a:pt x="149" y="91"/>
                  </a:cubicBezTo>
                  <a:cubicBezTo>
                    <a:pt x="149" y="69"/>
                    <a:pt x="149" y="69"/>
                    <a:pt x="149" y="69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3" y="64"/>
                    <a:pt x="154" y="58"/>
                    <a:pt x="155" y="53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7" y="48"/>
                    <a:pt x="158" y="43"/>
                    <a:pt x="161" y="38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2" y="38"/>
                    <a:pt x="162" y="38"/>
                    <a:pt x="162" y="38"/>
                  </a:cubicBezTo>
                  <a:cubicBezTo>
                    <a:pt x="166" y="31"/>
                    <a:pt x="166" y="31"/>
                    <a:pt x="166" y="31"/>
                  </a:cubicBezTo>
                  <a:cubicBezTo>
                    <a:pt x="160" y="27"/>
                    <a:pt x="160" y="27"/>
                    <a:pt x="160" y="27"/>
                  </a:cubicBezTo>
                  <a:cubicBezTo>
                    <a:pt x="159" y="17"/>
                    <a:pt x="159" y="17"/>
                    <a:pt x="159" y="17"/>
                  </a:cubicBezTo>
                  <a:cubicBezTo>
                    <a:pt x="147" y="10"/>
                    <a:pt x="147" y="10"/>
                    <a:pt x="147" y="10"/>
                  </a:cubicBezTo>
                  <a:cubicBezTo>
                    <a:pt x="140" y="12"/>
                    <a:pt x="140" y="12"/>
                    <a:pt x="140" y="12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47" y="60"/>
                    <a:pt x="47" y="60"/>
                    <a:pt x="47" y="60"/>
                  </a:cubicBezTo>
                  <a:cubicBezTo>
                    <a:pt x="47" y="60"/>
                    <a:pt x="41" y="72"/>
                    <a:pt x="38" y="77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" name="Google Shape;375;p50">
              <a:extLst>
                <a:ext uri="{FF2B5EF4-FFF2-40B4-BE49-F238E27FC236}">
                  <a16:creationId xmlns:a16="http://schemas.microsoft.com/office/drawing/2014/main" id="{685FF3EC-E5D9-48FA-AB71-9E5F3F572E74}"/>
                </a:ext>
              </a:extLst>
            </p:cNvPr>
            <p:cNvSpPr/>
            <p:nvPr/>
          </p:nvSpPr>
          <p:spPr>
            <a:xfrm>
              <a:off x="4513262" y="3792539"/>
              <a:ext cx="274637" cy="185737"/>
            </a:xfrm>
            <a:custGeom>
              <a:avLst/>
              <a:gdLst/>
              <a:ahLst/>
              <a:cxnLst/>
              <a:rect l="l" t="t" r="r" b="b"/>
              <a:pathLst>
                <a:path w="102" h="69" extrusionOk="0">
                  <a:moveTo>
                    <a:pt x="11" y="25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3" y="40"/>
                    <a:pt x="5" y="45"/>
                    <a:pt x="8" y="50"/>
                  </a:cubicBezTo>
                  <a:cubicBezTo>
                    <a:pt x="10" y="54"/>
                    <a:pt x="12" y="58"/>
                    <a:pt x="14" y="61"/>
                  </a:cubicBezTo>
                  <a:cubicBezTo>
                    <a:pt x="16" y="64"/>
                    <a:pt x="18" y="67"/>
                    <a:pt x="21" y="69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4" y="57"/>
                    <a:pt x="44" y="57"/>
                    <a:pt x="44" y="57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80" y="57"/>
                    <a:pt x="80" y="57"/>
                    <a:pt x="80" y="57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4" y="16"/>
                    <a:pt x="73" y="14"/>
                    <a:pt x="72" y="12"/>
                  </a:cubicBezTo>
                  <a:cubicBezTo>
                    <a:pt x="70" y="8"/>
                    <a:pt x="68" y="4"/>
                    <a:pt x="65" y="0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4" y="15"/>
                    <a:pt x="37" y="17"/>
                    <a:pt x="30" y="20"/>
                  </a:cubicBezTo>
                  <a:cubicBezTo>
                    <a:pt x="28" y="20"/>
                    <a:pt x="26" y="22"/>
                    <a:pt x="24" y="23"/>
                  </a:cubicBezTo>
                  <a:lnTo>
                    <a:pt x="11" y="2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" name="Google Shape;376;p50">
              <a:extLst>
                <a:ext uri="{FF2B5EF4-FFF2-40B4-BE49-F238E27FC236}">
                  <a16:creationId xmlns:a16="http://schemas.microsoft.com/office/drawing/2014/main" id="{F2DA6C1B-CFDD-480A-B1B4-8DF5603283F2}"/>
                </a:ext>
              </a:extLst>
            </p:cNvPr>
            <p:cNvSpPr/>
            <p:nvPr/>
          </p:nvSpPr>
          <p:spPr>
            <a:xfrm>
              <a:off x="4867275" y="3963988"/>
              <a:ext cx="120650" cy="155575"/>
            </a:xfrm>
            <a:custGeom>
              <a:avLst/>
              <a:gdLst/>
              <a:ahLst/>
              <a:cxnLst/>
              <a:rect l="l" t="t" r="r" b="b"/>
              <a:pathLst>
                <a:path w="45" h="58" extrusionOk="0">
                  <a:moveTo>
                    <a:pt x="0" y="57"/>
                  </a:moveTo>
                  <a:cubicBezTo>
                    <a:pt x="1" y="56"/>
                    <a:pt x="1" y="56"/>
                    <a:pt x="1" y="56"/>
                  </a:cubicBezTo>
                  <a:cubicBezTo>
                    <a:pt x="3" y="43"/>
                    <a:pt x="4" y="37"/>
                    <a:pt x="5" y="35"/>
                  </a:cubicBezTo>
                  <a:cubicBezTo>
                    <a:pt x="6" y="32"/>
                    <a:pt x="13" y="21"/>
                    <a:pt x="14" y="19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0" y="5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" name="Google Shape;377;p50">
              <a:extLst>
                <a:ext uri="{FF2B5EF4-FFF2-40B4-BE49-F238E27FC236}">
                  <a16:creationId xmlns:a16="http://schemas.microsoft.com/office/drawing/2014/main" id="{21B6649E-B860-46AF-AA8F-704B5760E049}"/>
                </a:ext>
              </a:extLst>
            </p:cNvPr>
            <p:cNvSpPr/>
            <p:nvPr/>
          </p:nvSpPr>
          <p:spPr>
            <a:xfrm>
              <a:off x="4237038" y="3684589"/>
              <a:ext cx="257175" cy="274638"/>
            </a:xfrm>
            <a:custGeom>
              <a:avLst/>
              <a:gdLst/>
              <a:ahLst/>
              <a:cxnLst/>
              <a:rect l="l" t="t" r="r" b="b"/>
              <a:pathLst>
                <a:path w="96" h="102" extrusionOk="0">
                  <a:moveTo>
                    <a:pt x="93" y="5"/>
                  </a:moveTo>
                  <a:cubicBezTo>
                    <a:pt x="81" y="7"/>
                    <a:pt x="81" y="7"/>
                    <a:pt x="81" y="7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5" y="10"/>
                    <a:pt x="52" y="10"/>
                    <a:pt x="49" y="11"/>
                  </a:cubicBezTo>
                  <a:cubicBezTo>
                    <a:pt x="46" y="11"/>
                    <a:pt x="43" y="12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4" y="80"/>
                    <a:pt x="7" y="80"/>
                    <a:pt x="10" y="82"/>
                  </a:cubicBezTo>
                  <a:cubicBezTo>
                    <a:pt x="15" y="84"/>
                    <a:pt x="17" y="89"/>
                    <a:pt x="15" y="96"/>
                  </a:cubicBezTo>
                  <a:cubicBezTo>
                    <a:pt x="18" y="101"/>
                    <a:pt x="18" y="101"/>
                    <a:pt x="18" y="101"/>
                  </a:cubicBezTo>
                  <a:cubicBezTo>
                    <a:pt x="23" y="102"/>
                    <a:pt x="23" y="102"/>
                    <a:pt x="23" y="102"/>
                  </a:cubicBezTo>
                  <a:cubicBezTo>
                    <a:pt x="36" y="102"/>
                    <a:pt x="36" y="102"/>
                    <a:pt x="36" y="102"/>
                  </a:cubicBezTo>
                  <a:cubicBezTo>
                    <a:pt x="42" y="100"/>
                    <a:pt x="42" y="100"/>
                    <a:pt x="42" y="100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46" y="98"/>
                    <a:pt x="46" y="98"/>
                    <a:pt x="46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72" y="78"/>
                    <a:pt x="72" y="78"/>
                    <a:pt x="72" y="78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91" y="28"/>
                    <a:pt x="91" y="28"/>
                    <a:pt x="91" y="28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14"/>
                    <a:pt x="96" y="14"/>
                    <a:pt x="96" y="14"/>
                  </a:cubicBezTo>
                  <a:lnTo>
                    <a:pt x="93" y="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" name="Google Shape;378;p50">
              <a:extLst>
                <a:ext uri="{FF2B5EF4-FFF2-40B4-BE49-F238E27FC236}">
                  <a16:creationId xmlns:a16="http://schemas.microsoft.com/office/drawing/2014/main" id="{1B9005F9-4399-45FF-887D-AB9CAF122E90}"/>
                </a:ext>
              </a:extLst>
            </p:cNvPr>
            <p:cNvSpPr/>
            <p:nvPr/>
          </p:nvSpPr>
          <p:spPr>
            <a:xfrm>
              <a:off x="4171951" y="3389315"/>
              <a:ext cx="344487" cy="349250"/>
            </a:xfrm>
            <a:custGeom>
              <a:avLst/>
              <a:gdLst/>
              <a:ahLst/>
              <a:cxnLst/>
              <a:rect l="l" t="t" r="r" b="b"/>
              <a:pathLst>
                <a:path w="128" h="130" extrusionOk="0">
                  <a:moveTo>
                    <a:pt x="128" y="37"/>
                  </a:moveTo>
                  <a:cubicBezTo>
                    <a:pt x="127" y="33"/>
                    <a:pt x="126" y="30"/>
                    <a:pt x="125" y="26"/>
                  </a:cubicBezTo>
                  <a:cubicBezTo>
                    <a:pt x="124" y="20"/>
                    <a:pt x="124" y="14"/>
                    <a:pt x="124" y="7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2" y="39"/>
                    <a:pt x="50" y="40"/>
                    <a:pt x="48" y="42"/>
                  </a:cubicBezTo>
                  <a:cubicBezTo>
                    <a:pt x="45" y="44"/>
                    <a:pt x="41" y="46"/>
                    <a:pt x="37" y="49"/>
                  </a:cubicBezTo>
                  <a:cubicBezTo>
                    <a:pt x="38" y="77"/>
                    <a:pt x="38" y="77"/>
                    <a:pt x="38" y="77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89"/>
                    <a:pt x="30" y="89"/>
                    <a:pt x="30" y="89"/>
                  </a:cubicBezTo>
                  <a:cubicBezTo>
                    <a:pt x="27" y="89"/>
                    <a:pt x="24" y="90"/>
                    <a:pt x="21" y="91"/>
                  </a:cubicBezTo>
                  <a:cubicBezTo>
                    <a:pt x="16" y="92"/>
                    <a:pt x="10" y="92"/>
                    <a:pt x="5" y="94"/>
                  </a:cubicBezTo>
                  <a:cubicBezTo>
                    <a:pt x="4" y="94"/>
                    <a:pt x="3" y="94"/>
                    <a:pt x="2" y="9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16" y="129"/>
                    <a:pt x="16" y="129"/>
                    <a:pt x="16" y="129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7" y="130"/>
                    <a:pt x="27" y="130"/>
                    <a:pt x="27" y="130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47" y="110"/>
                    <a:pt x="47" y="110"/>
                    <a:pt x="47" y="110"/>
                  </a:cubicBezTo>
                  <a:cubicBezTo>
                    <a:pt x="58" y="112"/>
                    <a:pt x="58" y="112"/>
                    <a:pt x="58" y="112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7" y="122"/>
                    <a:pt x="70" y="121"/>
                    <a:pt x="73" y="121"/>
                  </a:cubicBezTo>
                  <a:cubicBezTo>
                    <a:pt x="76" y="120"/>
                    <a:pt x="79" y="120"/>
                    <a:pt x="82" y="120"/>
                  </a:cubicBezTo>
                  <a:cubicBezTo>
                    <a:pt x="82" y="120"/>
                    <a:pt x="82" y="120"/>
                    <a:pt x="82" y="120"/>
                  </a:cubicBezTo>
                  <a:cubicBezTo>
                    <a:pt x="89" y="115"/>
                    <a:pt x="89" y="115"/>
                    <a:pt x="89" y="115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05" y="117"/>
                    <a:pt x="105" y="117"/>
                    <a:pt x="105" y="117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8" y="109"/>
                    <a:pt x="120" y="104"/>
                    <a:pt x="122" y="98"/>
                  </a:cubicBezTo>
                  <a:cubicBezTo>
                    <a:pt x="122" y="95"/>
                    <a:pt x="124" y="92"/>
                    <a:pt x="125" y="89"/>
                  </a:cubicBezTo>
                  <a:cubicBezTo>
                    <a:pt x="127" y="47"/>
                    <a:pt x="127" y="47"/>
                    <a:pt x="127" y="47"/>
                  </a:cubicBezTo>
                  <a:lnTo>
                    <a:pt x="128" y="3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" name="Google Shape;379;p50">
              <a:extLst>
                <a:ext uri="{FF2B5EF4-FFF2-40B4-BE49-F238E27FC236}">
                  <a16:creationId xmlns:a16="http://schemas.microsoft.com/office/drawing/2014/main" id="{F7301D7F-3761-4E75-8136-BBC35CCAACB5}"/>
                </a:ext>
              </a:extLst>
            </p:cNvPr>
            <p:cNvSpPr/>
            <p:nvPr/>
          </p:nvSpPr>
          <p:spPr>
            <a:xfrm>
              <a:off x="4435477" y="4572001"/>
              <a:ext cx="322262" cy="374650"/>
            </a:xfrm>
            <a:custGeom>
              <a:avLst/>
              <a:gdLst/>
              <a:ahLst/>
              <a:cxnLst/>
              <a:rect l="l" t="t" r="r" b="b"/>
              <a:pathLst>
                <a:path w="120" h="140" extrusionOk="0">
                  <a:moveTo>
                    <a:pt x="120" y="8"/>
                  </a:moveTo>
                  <a:cubicBezTo>
                    <a:pt x="119" y="8"/>
                    <a:pt x="118" y="8"/>
                    <a:pt x="117" y="8"/>
                  </a:cubicBezTo>
                  <a:cubicBezTo>
                    <a:pt x="112" y="8"/>
                    <a:pt x="106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7" y="9"/>
                    <a:pt x="95" y="10"/>
                    <a:pt x="93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87" y="12"/>
                    <a:pt x="84" y="14"/>
                    <a:pt x="81" y="14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1" y="3"/>
                    <a:pt x="34" y="2"/>
                    <a:pt x="27" y="2"/>
                  </a:cubicBezTo>
                  <a:cubicBezTo>
                    <a:pt x="24" y="2"/>
                    <a:pt x="21" y="1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1"/>
                    <a:pt x="2" y="13"/>
                  </a:cubicBezTo>
                  <a:cubicBezTo>
                    <a:pt x="3" y="14"/>
                    <a:pt x="3" y="15"/>
                    <a:pt x="4" y="16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9" y="126"/>
                    <a:pt x="39" y="126"/>
                    <a:pt x="39" y="126"/>
                  </a:cubicBezTo>
                  <a:cubicBezTo>
                    <a:pt x="45" y="129"/>
                    <a:pt x="45" y="129"/>
                    <a:pt x="45" y="129"/>
                  </a:cubicBezTo>
                  <a:cubicBezTo>
                    <a:pt x="47" y="133"/>
                    <a:pt x="47" y="133"/>
                    <a:pt x="47" y="133"/>
                  </a:cubicBezTo>
                  <a:cubicBezTo>
                    <a:pt x="51" y="130"/>
                    <a:pt x="51" y="130"/>
                    <a:pt x="51" y="130"/>
                  </a:cubicBezTo>
                  <a:cubicBezTo>
                    <a:pt x="59" y="140"/>
                    <a:pt x="59" y="140"/>
                    <a:pt x="59" y="140"/>
                  </a:cubicBezTo>
                  <a:cubicBezTo>
                    <a:pt x="71" y="137"/>
                    <a:pt x="71" y="137"/>
                    <a:pt x="71" y="137"/>
                  </a:cubicBezTo>
                  <a:cubicBezTo>
                    <a:pt x="71" y="90"/>
                    <a:pt x="71" y="90"/>
                    <a:pt x="71" y="90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20" y="11"/>
                    <a:pt x="120" y="11"/>
                    <a:pt x="120" y="11"/>
                  </a:cubicBezTo>
                  <a:lnTo>
                    <a:pt x="120" y="8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5" name="Google Shape;380;p50">
              <a:extLst>
                <a:ext uri="{FF2B5EF4-FFF2-40B4-BE49-F238E27FC236}">
                  <a16:creationId xmlns:a16="http://schemas.microsoft.com/office/drawing/2014/main" id="{26335971-28E6-43D8-BB3C-9907DAB6F029}"/>
                </a:ext>
              </a:extLst>
            </p:cNvPr>
            <p:cNvSpPr/>
            <p:nvPr/>
          </p:nvSpPr>
          <p:spPr>
            <a:xfrm>
              <a:off x="4873627" y="4378326"/>
              <a:ext cx="276226" cy="493713"/>
            </a:xfrm>
            <a:custGeom>
              <a:avLst/>
              <a:gdLst/>
              <a:ahLst/>
              <a:cxnLst/>
              <a:rect l="l" t="t" r="r" b="b"/>
              <a:pathLst>
                <a:path w="103" h="184" extrusionOk="0">
                  <a:moveTo>
                    <a:pt x="49" y="16"/>
                  </a:moveTo>
                  <a:cubicBezTo>
                    <a:pt x="45" y="22"/>
                    <a:pt x="45" y="22"/>
                    <a:pt x="45" y="22"/>
                  </a:cubicBezTo>
                  <a:cubicBezTo>
                    <a:pt x="47" y="29"/>
                    <a:pt x="50" y="37"/>
                    <a:pt x="52" y="43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5"/>
                    <a:pt x="1" y="60"/>
                    <a:pt x="2" y="66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17" y="115"/>
                    <a:pt x="14" y="124"/>
                    <a:pt x="11" y="134"/>
                  </a:cubicBezTo>
                  <a:cubicBezTo>
                    <a:pt x="14" y="151"/>
                    <a:pt x="14" y="151"/>
                    <a:pt x="14" y="151"/>
                  </a:cubicBezTo>
                  <a:cubicBezTo>
                    <a:pt x="15" y="157"/>
                    <a:pt x="16" y="163"/>
                    <a:pt x="17" y="169"/>
                  </a:cubicBezTo>
                  <a:cubicBezTo>
                    <a:pt x="17" y="172"/>
                    <a:pt x="18" y="176"/>
                    <a:pt x="19" y="178"/>
                  </a:cubicBezTo>
                  <a:cubicBezTo>
                    <a:pt x="20" y="182"/>
                    <a:pt x="20" y="182"/>
                    <a:pt x="20" y="182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2" y="179"/>
                    <a:pt x="34" y="173"/>
                    <a:pt x="35" y="167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32" y="163"/>
                    <a:pt x="32" y="163"/>
                    <a:pt x="32" y="163"/>
                  </a:cubicBezTo>
                  <a:cubicBezTo>
                    <a:pt x="39" y="156"/>
                    <a:pt x="45" y="149"/>
                    <a:pt x="50" y="140"/>
                  </a:cubicBezTo>
                  <a:cubicBezTo>
                    <a:pt x="52" y="136"/>
                    <a:pt x="54" y="132"/>
                    <a:pt x="54" y="127"/>
                  </a:cubicBezTo>
                  <a:cubicBezTo>
                    <a:pt x="52" y="125"/>
                    <a:pt x="52" y="125"/>
                    <a:pt x="52" y="125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50" y="123"/>
                    <a:pt x="50" y="119"/>
                    <a:pt x="49" y="115"/>
                  </a:cubicBezTo>
                  <a:cubicBezTo>
                    <a:pt x="47" y="113"/>
                    <a:pt x="45" y="110"/>
                    <a:pt x="44" y="108"/>
                  </a:cubicBezTo>
                  <a:cubicBezTo>
                    <a:pt x="46" y="103"/>
                    <a:pt x="46" y="103"/>
                    <a:pt x="46" y="103"/>
                  </a:cubicBezTo>
                  <a:cubicBezTo>
                    <a:pt x="63" y="95"/>
                    <a:pt x="63" y="95"/>
                    <a:pt x="63" y="95"/>
                  </a:cubicBezTo>
                  <a:cubicBezTo>
                    <a:pt x="69" y="89"/>
                    <a:pt x="75" y="83"/>
                    <a:pt x="81" y="76"/>
                  </a:cubicBezTo>
                  <a:cubicBezTo>
                    <a:pt x="87" y="70"/>
                    <a:pt x="93" y="63"/>
                    <a:pt x="96" y="55"/>
                  </a:cubicBezTo>
                  <a:cubicBezTo>
                    <a:pt x="99" y="50"/>
                    <a:pt x="101" y="45"/>
                    <a:pt x="103" y="39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26"/>
                    <a:pt x="98" y="16"/>
                    <a:pt x="97" y="8"/>
                  </a:cubicBezTo>
                  <a:cubicBezTo>
                    <a:pt x="97" y="5"/>
                    <a:pt x="96" y="3"/>
                    <a:pt x="96" y="0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9" y="1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" name="Google Shape;381;p50">
              <a:extLst>
                <a:ext uri="{FF2B5EF4-FFF2-40B4-BE49-F238E27FC236}">
                  <a16:creationId xmlns:a16="http://schemas.microsoft.com/office/drawing/2014/main" id="{5D3EC0AC-435D-427F-A4DB-C3405D096D49}"/>
                </a:ext>
              </a:extLst>
            </p:cNvPr>
            <p:cNvSpPr/>
            <p:nvPr/>
          </p:nvSpPr>
          <p:spPr>
            <a:xfrm>
              <a:off x="3743326" y="3276601"/>
              <a:ext cx="312737" cy="390525"/>
            </a:xfrm>
            <a:custGeom>
              <a:avLst/>
              <a:gdLst/>
              <a:ahLst/>
              <a:cxnLst/>
              <a:rect l="l" t="t" r="r" b="b"/>
              <a:pathLst>
                <a:path w="117" h="145" extrusionOk="0">
                  <a:moveTo>
                    <a:pt x="82" y="0"/>
                  </a:moveTo>
                  <a:cubicBezTo>
                    <a:pt x="82" y="12"/>
                    <a:pt x="82" y="12"/>
                    <a:pt x="82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49" y="46"/>
                    <a:pt x="49" y="46"/>
                    <a:pt x="49" y="46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3" y="78"/>
                    <a:pt x="3" y="78"/>
                    <a:pt x="3" y="78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10" y="83"/>
                    <a:pt x="10" y="83"/>
                    <a:pt x="10" y="83"/>
                  </a:cubicBezTo>
                  <a:cubicBezTo>
                    <a:pt x="11" y="88"/>
                    <a:pt x="11" y="88"/>
                    <a:pt x="11" y="88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15" y="98"/>
                    <a:pt x="16" y="106"/>
                    <a:pt x="9" y="119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8" y="123"/>
                    <a:pt x="8" y="123"/>
                    <a:pt x="8" y="123"/>
                  </a:cubicBezTo>
                  <a:cubicBezTo>
                    <a:pt x="17" y="121"/>
                    <a:pt x="17" y="121"/>
                    <a:pt x="17" y="121"/>
                  </a:cubicBezTo>
                  <a:cubicBezTo>
                    <a:pt x="32" y="123"/>
                    <a:pt x="32" y="123"/>
                    <a:pt x="32" y="123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55" y="145"/>
                    <a:pt x="55" y="145"/>
                    <a:pt x="55" y="145"/>
                  </a:cubicBezTo>
                  <a:cubicBezTo>
                    <a:pt x="60" y="141"/>
                    <a:pt x="60" y="141"/>
                    <a:pt x="60" y="141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1" y="128"/>
                    <a:pt x="61" y="128"/>
                    <a:pt x="61" y="128"/>
                  </a:cubicBezTo>
                  <a:cubicBezTo>
                    <a:pt x="64" y="124"/>
                    <a:pt x="64" y="124"/>
                    <a:pt x="64" y="124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102" y="128"/>
                    <a:pt x="102" y="128"/>
                    <a:pt x="102" y="128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82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" name="Google Shape;382;p50">
              <a:extLst>
                <a:ext uri="{FF2B5EF4-FFF2-40B4-BE49-F238E27FC236}">
                  <a16:creationId xmlns:a16="http://schemas.microsoft.com/office/drawing/2014/main" id="{73D36957-D7AC-44A4-8705-E78AB12E3841}"/>
                </a:ext>
              </a:extLst>
            </p:cNvPr>
            <p:cNvSpPr/>
            <p:nvPr/>
          </p:nvSpPr>
          <p:spPr>
            <a:xfrm>
              <a:off x="3890964" y="3357563"/>
              <a:ext cx="384175" cy="414337"/>
            </a:xfrm>
            <a:custGeom>
              <a:avLst/>
              <a:gdLst/>
              <a:ahLst/>
              <a:cxnLst/>
              <a:rect l="l" t="t" r="r" b="b"/>
              <a:pathLst>
                <a:path w="143" h="154" extrusionOk="0">
                  <a:moveTo>
                    <a:pt x="62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3" y="102"/>
                    <a:pt x="13" y="102"/>
                    <a:pt x="13" y="102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8" y="96"/>
                    <a:pt x="7" y="97"/>
                    <a:pt x="7" y="99"/>
                  </a:cubicBezTo>
                  <a:cubicBezTo>
                    <a:pt x="6" y="102"/>
                    <a:pt x="5" y="106"/>
                    <a:pt x="5" y="110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25" y="142"/>
                    <a:pt x="25" y="142"/>
                    <a:pt x="25" y="142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48" y="152"/>
                    <a:pt x="48" y="152"/>
                    <a:pt x="48" y="152"/>
                  </a:cubicBezTo>
                  <a:cubicBezTo>
                    <a:pt x="48" y="149"/>
                    <a:pt x="49" y="146"/>
                    <a:pt x="51" y="144"/>
                  </a:cubicBezTo>
                  <a:cubicBezTo>
                    <a:pt x="55" y="136"/>
                    <a:pt x="59" y="129"/>
                    <a:pt x="65" y="122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100" y="104"/>
                    <a:pt x="100" y="104"/>
                    <a:pt x="100" y="104"/>
                  </a:cubicBezTo>
                  <a:cubicBezTo>
                    <a:pt x="102" y="105"/>
                    <a:pt x="105" y="105"/>
                    <a:pt x="107" y="106"/>
                  </a:cubicBezTo>
                  <a:cubicBezTo>
                    <a:pt x="110" y="106"/>
                    <a:pt x="110" y="106"/>
                    <a:pt x="110" y="106"/>
                  </a:cubicBezTo>
                  <a:cubicBezTo>
                    <a:pt x="115" y="104"/>
                    <a:pt x="121" y="104"/>
                    <a:pt x="126" y="103"/>
                  </a:cubicBezTo>
                  <a:cubicBezTo>
                    <a:pt x="129" y="102"/>
                    <a:pt x="132" y="101"/>
                    <a:pt x="135" y="101"/>
                  </a:cubicBezTo>
                  <a:cubicBezTo>
                    <a:pt x="136" y="101"/>
                    <a:pt x="136" y="101"/>
                    <a:pt x="136" y="101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2" y="61"/>
                    <a:pt x="142" y="61"/>
                    <a:pt x="142" y="61"/>
                  </a:cubicBezTo>
                  <a:cubicBezTo>
                    <a:pt x="135" y="62"/>
                    <a:pt x="135" y="62"/>
                    <a:pt x="135" y="62"/>
                  </a:cubicBezTo>
                  <a:cubicBezTo>
                    <a:pt x="134" y="59"/>
                    <a:pt x="134" y="59"/>
                    <a:pt x="134" y="59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29" y="52"/>
                    <a:pt x="129" y="52"/>
                    <a:pt x="129" y="52"/>
                  </a:cubicBezTo>
                  <a:cubicBezTo>
                    <a:pt x="66" y="2"/>
                    <a:pt x="66" y="2"/>
                    <a:pt x="66" y="2"/>
                  </a:cubicBezTo>
                  <a:lnTo>
                    <a:pt x="62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8" name="Google Shape;383;p50">
              <a:extLst>
                <a:ext uri="{FF2B5EF4-FFF2-40B4-BE49-F238E27FC236}">
                  <a16:creationId xmlns:a16="http://schemas.microsoft.com/office/drawing/2014/main" id="{1696D947-5816-4C08-A6D3-ACCB0728F119}"/>
                </a:ext>
              </a:extLst>
            </p:cNvPr>
            <p:cNvSpPr/>
            <p:nvPr/>
          </p:nvSpPr>
          <p:spPr>
            <a:xfrm>
              <a:off x="4921252" y="4362450"/>
              <a:ext cx="69850" cy="209549"/>
            </a:xfrm>
            <a:custGeom>
              <a:avLst/>
              <a:gdLst/>
              <a:ahLst/>
              <a:cxnLst/>
              <a:rect l="l" t="t" r="r" b="b"/>
              <a:pathLst>
                <a:path w="26" h="78" extrusionOk="0">
                  <a:moveTo>
                    <a:pt x="14" y="8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19" y="22"/>
                    <a:pt x="17" y="15"/>
                    <a:pt x="14" y="8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9" name="Google Shape;384;p50">
              <a:extLst>
                <a:ext uri="{FF2B5EF4-FFF2-40B4-BE49-F238E27FC236}">
                  <a16:creationId xmlns:a16="http://schemas.microsoft.com/office/drawing/2014/main" id="{A33E3BB3-05D7-46B8-9814-0248418D333B}"/>
                </a:ext>
              </a:extLst>
            </p:cNvPr>
            <p:cNvSpPr/>
            <p:nvPr/>
          </p:nvSpPr>
          <p:spPr>
            <a:xfrm>
              <a:off x="4921252" y="4362450"/>
              <a:ext cx="69850" cy="209549"/>
            </a:xfrm>
            <a:custGeom>
              <a:avLst/>
              <a:gdLst/>
              <a:ahLst/>
              <a:cxnLst/>
              <a:rect l="l" t="t" r="r" b="b"/>
              <a:pathLst>
                <a:path w="26" h="78" extrusionOk="0">
                  <a:moveTo>
                    <a:pt x="14" y="8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19" y="22"/>
                    <a:pt x="17" y="15"/>
                    <a:pt x="14" y="8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0" name="Google Shape;385;p50">
              <a:extLst>
                <a:ext uri="{FF2B5EF4-FFF2-40B4-BE49-F238E27FC236}">
                  <a16:creationId xmlns:a16="http://schemas.microsoft.com/office/drawing/2014/main" id="{5ACE614B-FAB2-4702-9EE5-8226A552EE49}"/>
                </a:ext>
              </a:extLst>
            </p:cNvPr>
            <p:cNvSpPr/>
            <p:nvPr/>
          </p:nvSpPr>
          <p:spPr>
            <a:xfrm>
              <a:off x="5189539" y="4429125"/>
              <a:ext cx="185738" cy="396874"/>
            </a:xfrm>
            <a:custGeom>
              <a:avLst/>
              <a:gdLst/>
              <a:ahLst/>
              <a:cxnLst/>
              <a:rect l="l" t="t" r="r" b="b"/>
              <a:pathLst>
                <a:path w="69" h="148" extrusionOk="0">
                  <a:moveTo>
                    <a:pt x="64" y="47"/>
                  </a:moveTo>
                  <a:cubicBezTo>
                    <a:pt x="69" y="41"/>
                    <a:pt x="69" y="41"/>
                    <a:pt x="69" y="41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39" y="35"/>
                    <a:pt x="32" y="44"/>
                    <a:pt x="19" y="49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1" y="108"/>
                    <a:pt x="1" y="108"/>
                    <a:pt x="1" y="10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3" y="125"/>
                    <a:pt x="3" y="125"/>
                    <a:pt x="3" y="125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12" y="147"/>
                    <a:pt x="12" y="147"/>
                    <a:pt x="12" y="147"/>
                  </a:cubicBezTo>
                  <a:cubicBezTo>
                    <a:pt x="19" y="148"/>
                    <a:pt x="19" y="148"/>
                    <a:pt x="19" y="148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33" y="143"/>
                    <a:pt x="33" y="143"/>
                    <a:pt x="33" y="143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0"/>
                    <a:pt x="61" y="40"/>
                    <a:pt x="61" y="40"/>
                  </a:cubicBezTo>
                  <a:lnTo>
                    <a:pt x="64" y="4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1" name="Google Shape;386;p50">
              <a:extLst>
                <a:ext uri="{FF2B5EF4-FFF2-40B4-BE49-F238E27FC236}">
                  <a16:creationId xmlns:a16="http://schemas.microsoft.com/office/drawing/2014/main" id="{E426D337-5476-4F41-9C69-1B7AE53AC84A}"/>
                </a:ext>
              </a:extLst>
            </p:cNvPr>
            <p:cNvSpPr/>
            <p:nvPr/>
          </p:nvSpPr>
          <p:spPr>
            <a:xfrm>
              <a:off x="4384677" y="3086101"/>
              <a:ext cx="377824" cy="457200"/>
            </a:xfrm>
            <a:custGeom>
              <a:avLst/>
              <a:gdLst/>
              <a:ahLst/>
              <a:cxnLst/>
              <a:rect l="l" t="t" r="r" b="b"/>
              <a:pathLst>
                <a:path w="141" h="170" extrusionOk="0">
                  <a:moveTo>
                    <a:pt x="3" y="83"/>
                  </a:moveTo>
                  <a:cubicBezTo>
                    <a:pt x="11" y="103"/>
                    <a:pt x="11" y="103"/>
                    <a:pt x="11" y="103"/>
                  </a:cubicBezTo>
                  <a:cubicBezTo>
                    <a:pt x="21" y="113"/>
                    <a:pt x="21" y="113"/>
                    <a:pt x="21" y="113"/>
                  </a:cubicBezTo>
                  <a:cubicBezTo>
                    <a:pt x="36" y="124"/>
                    <a:pt x="36" y="124"/>
                    <a:pt x="36" y="124"/>
                  </a:cubicBezTo>
                  <a:cubicBezTo>
                    <a:pt x="58" y="114"/>
                    <a:pt x="58" y="114"/>
                    <a:pt x="58" y="11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7" y="167"/>
                    <a:pt x="127" y="166"/>
                    <a:pt x="128" y="164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31"/>
                    <a:pt x="136" y="131"/>
                    <a:pt x="136" y="131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5" y="43"/>
                    <a:pt x="135" y="43"/>
                    <a:pt x="135" y="43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05" y="12"/>
                    <a:pt x="100" y="14"/>
                    <a:pt x="99" y="14"/>
                  </a:cubicBezTo>
                  <a:cubicBezTo>
                    <a:pt x="99" y="14"/>
                    <a:pt x="98" y="16"/>
                    <a:pt x="96" y="20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8" y="6"/>
                    <a:pt x="23" y="4"/>
                    <a:pt x="18" y="0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3"/>
                    <a:pt x="2" y="43"/>
                    <a:pt x="2" y="43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2" name="Google Shape;387;p50">
              <a:extLst>
                <a:ext uri="{FF2B5EF4-FFF2-40B4-BE49-F238E27FC236}">
                  <a16:creationId xmlns:a16="http://schemas.microsoft.com/office/drawing/2014/main" id="{D8233D33-8ABC-44CB-88F7-8F7D2AB3B4C7}"/>
                </a:ext>
              </a:extLst>
            </p:cNvPr>
            <p:cNvSpPr/>
            <p:nvPr/>
          </p:nvSpPr>
          <p:spPr>
            <a:xfrm>
              <a:off x="4384677" y="3086101"/>
              <a:ext cx="377824" cy="457200"/>
            </a:xfrm>
            <a:custGeom>
              <a:avLst/>
              <a:gdLst/>
              <a:ahLst/>
              <a:cxnLst/>
              <a:rect l="l" t="t" r="r" b="b"/>
              <a:pathLst>
                <a:path w="141" h="170" extrusionOk="0">
                  <a:moveTo>
                    <a:pt x="3" y="83"/>
                  </a:moveTo>
                  <a:cubicBezTo>
                    <a:pt x="11" y="103"/>
                    <a:pt x="11" y="103"/>
                    <a:pt x="11" y="103"/>
                  </a:cubicBezTo>
                  <a:cubicBezTo>
                    <a:pt x="21" y="113"/>
                    <a:pt x="21" y="113"/>
                    <a:pt x="21" y="113"/>
                  </a:cubicBezTo>
                  <a:cubicBezTo>
                    <a:pt x="36" y="124"/>
                    <a:pt x="36" y="124"/>
                    <a:pt x="36" y="124"/>
                  </a:cubicBezTo>
                  <a:cubicBezTo>
                    <a:pt x="58" y="114"/>
                    <a:pt x="58" y="114"/>
                    <a:pt x="58" y="11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7" y="167"/>
                    <a:pt x="127" y="166"/>
                    <a:pt x="128" y="164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31"/>
                    <a:pt x="136" y="131"/>
                    <a:pt x="136" y="131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5" y="43"/>
                    <a:pt x="135" y="43"/>
                    <a:pt x="135" y="43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05" y="12"/>
                    <a:pt x="100" y="14"/>
                    <a:pt x="99" y="14"/>
                  </a:cubicBezTo>
                  <a:cubicBezTo>
                    <a:pt x="99" y="14"/>
                    <a:pt x="98" y="16"/>
                    <a:pt x="96" y="20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8" y="6"/>
                    <a:pt x="23" y="4"/>
                    <a:pt x="18" y="0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3"/>
                    <a:pt x="2" y="43"/>
                    <a:pt x="2" y="43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3" name="Google Shape;388;p50">
              <a:extLst>
                <a:ext uri="{FF2B5EF4-FFF2-40B4-BE49-F238E27FC236}">
                  <a16:creationId xmlns:a16="http://schemas.microsoft.com/office/drawing/2014/main" id="{24710168-1C7D-472D-965E-0FC9BD6E22AA}"/>
                </a:ext>
              </a:extLst>
            </p:cNvPr>
            <p:cNvSpPr/>
            <p:nvPr/>
          </p:nvSpPr>
          <p:spPr>
            <a:xfrm>
              <a:off x="3887788" y="3838576"/>
              <a:ext cx="90487" cy="104775"/>
            </a:xfrm>
            <a:custGeom>
              <a:avLst/>
              <a:gdLst/>
              <a:ahLst/>
              <a:cxnLst/>
              <a:rect l="l" t="t" r="r" b="b"/>
              <a:pathLst>
                <a:path w="34" h="39" extrusionOk="0">
                  <a:moveTo>
                    <a:pt x="11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5" y="19"/>
                    <a:pt x="11" y="23"/>
                    <a:pt x="16" y="26"/>
                  </a:cubicBezTo>
                  <a:cubicBezTo>
                    <a:pt x="21" y="30"/>
                    <a:pt x="26" y="35"/>
                    <a:pt x="31" y="39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1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4" name="Google Shape;389;p50">
              <a:extLst>
                <a:ext uri="{FF2B5EF4-FFF2-40B4-BE49-F238E27FC236}">
                  <a16:creationId xmlns:a16="http://schemas.microsoft.com/office/drawing/2014/main" id="{75A744BF-2EA1-40A5-858B-B046B38BA2F4}"/>
                </a:ext>
              </a:extLst>
            </p:cNvPr>
            <p:cNvSpPr/>
            <p:nvPr/>
          </p:nvSpPr>
          <p:spPr>
            <a:xfrm>
              <a:off x="4800602" y="4921250"/>
              <a:ext cx="58737" cy="66675"/>
            </a:xfrm>
            <a:custGeom>
              <a:avLst/>
              <a:gdLst/>
              <a:ahLst/>
              <a:cxnLst/>
              <a:rect l="l" t="t" r="r" b="b"/>
              <a:pathLst>
                <a:path w="37" h="42" extrusionOk="0">
                  <a:moveTo>
                    <a:pt x="0" y="20"/>
                  </a:moveTo>
                  <a:lnTo>
                    <a:pt x="10" y="42"/>
                  </a:lnTo>
                  <a:lnTo>
                    <a:pt x="22" y="40"/>
                  </a:lnTo>
                  <a:lnTo>
                    <a:pt x="24" y="32"/>
                  </a:lnTo>
                  <a:lnTo>
                    <a:pt x="36" y="30"/>
                  </a:lnTo>
                  <a:lnTo>
                    <a:pt x="37" y="13"/>
                  </a:lnTo>
                  <a:lnTo>
                    <a:pt x="22" y="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5" name="Google Shape;390;p50">
              <a:extLst>
                <a:ext uri="{FF2B5EF4-FFF2-40B4-BE49-F238E27FC236}">
                  <a16:creationId xmlns:a16="http://schemas.microsoft.com/office/drawing/2014/main" id="{61A9C472-DA6A-450D-878F-801872356EB7}"/>
                </a:ext>
              </a:extLst>
            </p:cNvPr>
            <p:cNvSpPr/>
            <p:nvPr/>
          </p:nvSpPr>
          <p:spPr>
            <a:xfrm>
              <a:off x="4959351" y="3954463"/>
              <a:ext cx="201612" cy="280988"/>
            </a:xfrm>
            <a:custGeom>
              <a:avLst/>
              <a:gdLst/>
              <a:ahLst/>
              <a:cxnLst/>
              <a:rect l="l" t="t" r="r" b="b"/>
              <a:pathLst>
                <a:path w="75" h="105" extrusionOk="0">
                  <a:moveTo>
                    <a:pt x="69" y="14"/>
                  </a:moveTo>
                  <a:cubicBezTo>
                    <a:pt x="75" y="5"/>
                    <a:pt x="75" y="5"/>
                    <a:pt x="75" y="5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0"/>
                    <a:pt x="14" y="0"/>
                    <a:pt x="13" y="0"/>
                  </a:cubicBezTo>
                  <a:cubicBezTo>
                    <a:pt x="10" y="0"/>
                    <a:pt x="6" y="0"/>
                    <a:pt x="3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9" y="27"/>
                    <a:pt x="8" y="37"/>
                    <a:pt x="7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52" y="99"/>
                    <a:pt x="54" y="94"/>
                    <a:pt x="57" y="89"/>
                  </a:cubicBezTo>
                  <a:cubicBezTo>
                    <a:pt x="62" y="80"/>
                    <a:pt x="68" y="71"/>
                    <a:pt x="74" y="6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17"/>
                    <a:pt x="68" y="17"/>
                    <a:pt x="68" y="17"/>
                  </a:cubicBezTo>
                  <a:lnTo>
                    <a:pt x="69" y="14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6" name="Google Shape;391;p50">
              <a:extLst>
                <a:ext uri="{FF2B5EF4-FFF2-40B4-BE49-F238E27FC236}">
                  <a16:creationId xmlns:a16="http://schemas.microsoft.com/office/drawing/2014/main" id="{11104E6D-B2CB-41BC-B66A-345848EAE687}"/>
                </a:ext>
              </a:extLst>
            </p:cNvPr>
            <p:cNvSpPr/>
            <p:nvPr/>
          </p:nvSpPr>
          <p:spPr>
            <a:xfrm>
              <a:off x="4381500" y="4032251"/>
              <a:ext cx="49212" cy="31750"/>
            </a:xfrm>
            <a:custGeom>
              <a:avLst/>
              <a:gdLst/>
              <a:ahLst/>
              <a:cxnLst/>
              <a:rect l="l" t="t" r="r" b="b"/>
              <a:pathLst>
                <a:path w="31" h="20" extrusionOk="0">
                  <a:moveTo>
                    <a:pt x="31" y="20"/>
                  </a:moveTo>
                  <a:lnTo>
                    <a:pt x="31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7" y="18"/>
                  </a:lnTo>
                  <a:lnTo>
                    <a:pt x="4" y="20"/>
                  </a:lnTo>
                  <a:lnTo>
                    <a:pt x="31" y="2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7" name="Google Shape;392;p50">
              <a:extLst>
                <a:ext uri="{FF2B5EF4-FFF2-40B4-BE49-F238E27FC236}">
                  <a16:creationId xmlns:a16="http://schemas.microsoft.com/office/drawing/2014/main" id="{896E9950-7D5E-49F3-9465-90B17593F11A}"/>
                </a:ext>
              </a:extLst>
            </p:cNvPr>
            <p:cNvSpPr/>
            <p:nvPr/>
          </p:nvSpPr>
          <p:spPr>
            <a:xfrm>
              <a:off x="3770313" y="3719514"/>
              <a:ext cx="77788" cy="65088"/>
            </a:xfrm>
            <a:custGeom>
              <a:avLst/>
              <a:gdLst/>
              <a:ahLst/>
              <a:cxnLst/>
              <a:rect l="l" t="t" r="r" b="b"/>
              <a:pathLst>
                <a:path w="29" h="24" extrusionOk="0">
                  <a:moveTo>
                    <a:pt x="28" y="15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4" y="1"/>
                    <a:pt x="19" y="2"/>
                    <a:pt x="15" y="3"/>
                  </a:cubicBezTo>
                  <a:cubicBezTo>
                    <a:pt x="10" y="5"/>
                    <a:pt x="5" y="7"/>
                    <a:pt x="0" y="8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6" y="24"/>
                    <a:pt x="16" y="24"/>
                    <a:pt x="16" y="24"/>
                  </a:cubicBezTo>
                  <a:lnTo>
                    <a:pt x="28" y="1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8" name="Google Shape;393;p50">
              <a:extLst>
                <a:ext uri="{FF2B5EF4-FFF2-40B4-BE49-F238E27FC236}">
                  <a16:creationId xmlns:a16="http://schemas.microsoft.com/office/drawing/2014/main" id="{4CA6E09A-8FBE-4217-8D48-9C7B29622FEF}"/>
                </a:ext>
              </a:extLst>
            </p:cNvPr>
            <p:cNvSpPr/>
            <p:nvPr/>
          </p:nvSpPr>
          <p:spPr>
            <a:xfrm>
              <a:off x="3813175" y="3719514"/>
              <a:ext cx="157161" cy="138113"/>
            </a:xfrm>
            <a:custGeom>
              <a:avLst/>
              <a:gdLst/>
              <a:ahLst/>
              <a:cxnLst/>
              <a:rect l="l" t="t" r="r" b="b"/>
              <a:pathLst>
                <a:path w="59" h="51" extrusionOk="0">
                  <a:moveTo>
                    <a:pt x="54" y="7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6"/>
                    <a:pt x="2" y="27"/>
                    <a:pt x="3" y="28"/>
                  </a:cubicBezTo>
                  <a:cubicBezTo>
                    <a:pt x="4" y="30"/>
                    <a:pt x="5" y="33"/>
                    <a:pt x="6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2" y="15"/>
                    <a:pt x="52" y="15"/>
                    <a:pt x="52" y="15"/>
                  </a:cubicBezTo>
                  <a:lnTo>
                    <a:pt x="54" y="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49" name="Google Shape;394;p50">
              <a:extLst>
                <a:ext uri="{FF2B5EF4-FFF2-40B4-BE49-F238E27FC236}">
                  <a16:creationId xmlns:a16="http://schemas.microsoft.com/office/drawing/2014/main" id="{F15F4F3B-5923-44BF-A025-8B72EF8BB56A}"/>
                </a:ext>
              </a:extLst>
            </p:cNvPr>
            <p:cNvSpPr/>
            <p:nvPr/>
          </p:nvSpPr>
          <p:spPr>
            <a:xfrm>
              <a:off x="4100513" y="3779839"/>
              <a:ext cx="79375" cy="168276"/>
            </a:xfrm>
            <a:custGeom>
              <a:avLst/>
              <a:gdLst/>
              <a:ahLst/>
              <a:cxnLst/>
              <a:rect l="l" t="t" r="r" b="b"/>
              <a:pathLst>
                <a:path w="50" h="106" extrusionOk="0">
                  <a:moveTo>
                    <a:pt x="49" y="86"/>
                  </a:moveTo>
                  <a:lnTo>
                    <a:pt x="11" y="106"/>
                  </a:lnTo>
                  <a:lnTo>
                    <a:pt x="0" y="103"/>
                  </a:lnTo>
                  <a:lnTo>
                    <a:pt x="3" y="44"/>
                  </a:lnTo>
                  <a:lnTo>
                    <a:pt x="3" y="20"/>
                  </a:lnTo>
                  <a:lnTo>
                    <a:pt x="6" y="6"/>
                  </a:lnTo>
                  <a:lnTo>
                    <a:pt x="44" y="0"/>
                  </a:lnTo>
                  <a:lnTo>
                    <a:pt x="50" y="25"/>
                  </a:lnTo>
                  <a:lnTo>
                    <a:pt x="49" y="8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0" name="Google Shape;395;p50">
              <a:extLst>
                <a:ext uri="{FF2B5EF4-FFF2-40B4-BE49-F238E27FC236}">
                  <a16:creationId xmlns:a16="http://schemas.microsoft.com/office/drawing/2014/main" id="{FE9F66A4-E424-4313-AD96-A8FA739654EB}"/>
                </a:ext>
              </a:extLst>
            </p:cNvPr>
            <p:cNvSpPr/>
            <p:nvPr/>
          </p:nvSpPr>
          <p:spPr>
            <a:xfrm>
              <a:off x="3756025" y="3683000"/>
              <a:ext cx="85725" cy="34925"/>
            </a:xfrm>
            <a:custGeom>
              <a:avLst/>
              <a:gdLst/>
              <a:ahLst/>
              <a:cxnLst/>
              <a:rect l="l" t="t" r="r" b="b"/>
              <a:pathLst>
                <a:path w="32" h="13" extrusionOk="0">
                  <a:moveTo>
                    <a:pt x="32" y="8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1" y="0"/>
                    <a:pt x="16" y="1"/>
                  </a:cubicBezTo>
                  <a:cubicBezTo>
                    <a:pt x="11" y="1"/>
                    <a:pt x="5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2" y="11"/>
                    <a:pt x="22" y="9"/>
                    <a:pt x="32" y="8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1" name="Google Shape;396;p50">
              <a:extLst>
                <a:ext uri="{FF2B5EF4-FFF2-40B4-BE49-F238E27FC236}">
                  <a16:creationId xmlns:a16="http://schemas.microsoft.com/office/drawing/2014/main" id="{E9637B31-3382-4F74-857C-E6CC86CE2ACC}"/>
                </a:ext>
              </a:extLst>
            </p:cNvPr>
            <p:cNvSpPr/>
            <p:nvPr/>
          </p:nvSpPr>
          <p:spPr>
            <a:xfrm>
              <a:off x="3756025" y="3683000"/>
              <a:ext cx="85725" cy="34925"/>
            </a:xfrm>
            <a:custGeom>
              <a:avLst/>
              <a:gdLst/>
              <a:ahLst/>
              <a:cxnLst/>
              <a:rect l="l" t="t" r="r" b="b"/>
              <a:pathLst>
                <a:path w="32" h="13" extrusionOk="0">
                  <a:moveTo>
                    <a:pt x="32" y="8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1" y="0"/>
                    <a:pt x="16" y="1"/>
                  </a:cubicBezTo>
                  <a:cubicBezTo>
                    <a:pt x="11" y="1"/>
                    <a:pt x="5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2" y="11"/>
                    <a:pt x="22" y="9"/>
                    <a:pt x="32" y="8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2" name="Google Shape;397;p50">
              <a:extLst>
                <a:ext uri="{FF2B5EF4-FFF2-40B4-BE49-F238E27FC236}">
                  <a16:creationId xmlns:a16="http://schemas.microsoft.com/office/drawing/2014/main" id="{089D80C3-5CB3-4FE9-8D91-C89D89DA7EAA}"/>
                </a:ext>
              </a:extLst>
            </p:cNvPr>
            <p:cNvSpPr/>
            <p:nvPr/>
          </p:nvSpPr>
          <p:spPr>
            <a:xfrm>
              <a:off x="4360863" y="4021139"/>
              <a:ext cx="152400" cy="174625"/>
            </a:xfrm>
            <a:custGeom>
              <a:avLst/>
              <a:gdLst/>
              <a:ahLst/>
              <a:cxnLst/>
              <a:rect l="l" t="t" r="r" b="b"/>
              <a:pathLst>
                <a:path w="57" h="65" extrusionOk="0">
                  <a:moveTo>
                    <a:pt x="56" y="19"/>
                  </a:moveTo>
                  <a:cubicBezTo>
                    <a:pt x="57" y="9"/>
                    <a:pt x="57" y="9"/>
                    <a:pt x="57" y="9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6" y="39"/>
                    <a:pt x="12" y="48"/>
                    <a:pt x="17" y="57"/>
                  </a:cubicBezTo>
                  <a:cubicBezTo>
                    <a:pt x="20" y="60"/>
                    <a:pt x="21" y="62"/>
                    <a:pt x="23" y="65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52" y="51"/>
                    <a:pt x="52" y="51"/>
                    <a:pt x="52" y="51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25"/>
                    <a:pt x="49" y="25"/>
                    <a:pt x="49" y="25"/>
                  </a:cubicBezTo>
                  <a:lnTo>
                    <a:pt x="56" y="19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3" name="Google Shape;398;p50">
              <a:extLst>
                <a:ext uri="{FF2B5EF4-FFF2-40B4-BE49-F238E27FC236}">
                  <a16:creationId xmlns:a16="http://schemas.microsoft.com/office/drawing/2014/main" id="{9BF82826-6BD4-44F8-A6D9-B0202BBE6922}"/>
                </a:ext>
              </a:extLst>
            </p:cNvPr>
            <p:cNvSpPr/>
            <p:nvPr/>
          </p:nvSpPr>
          <p:spPr>
            <a:xfrm>
              <a:off x="4959351" y="3652838"/>
              <a:ext cx="322262" cy="327025"/>
            </a:xfrm>
            <a:custGeom>
              <a:avLst/>
              <a:gdLst/>
              <a:ahLst/>
              <a:cxnLst/>
              <a:rect l="l" t="t" r="r" b="b"/>
              <a:pathLst>
                <a:path w="120" h="122" extrusionOk="0">
                  <a:moveTo>
                    <a:pt x="111" y="76"/>
                  </a:moveTo>
                  <a:cubicBezTo>
                    <a:pt x="106" y="73"/>
                    <a:pt x="102" y="69"/>
                    <a:pt x="97" y="66"/>
                  </a:cubicBezTo>
                  <a:cubicBezTo>
                    <a:pt x="94" y="63"/>
                    <a:pt x="90" y="61"/>
                    <a:pt x="87" y="58"/>
                  </a:cubicBezTo>
                  <a:cubicBezTo>
                    <a:pt x="85" y="55"/>
                    <a:pt x="83" y="53"/>
                    <a:pt x="81" y="51"/>
                  </a:cubicBezTo>
                  <a:cubicBezTo>
                    <a:pt x="81" y="50"/>
                    <a:pt x="81" y="50"/>
                    <a:pt x="81" y="49"/>
                  </a:cubicBezTo>
                  <a:cubicBezTo>
                    <a:pt x="80" y="49"/>
                    <a:pt x="80" y="48"/>
                    <a:pt x="79" y="47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0" y="8"/>
                    <a:pt x="18" y="16"/>
                    <a:pt x="16" y="24"/>
                  </a:cubicBezTo>
                  <a:cubicBezTo>
                    <a:pt x="14" y="33"/>
                    <a:pt x="12" y="42"/>
                    <a:pt x="10" y="51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4" y="71"/>
                    <a:pt x="2" y="74"/>
                    <a:pt x="0" y="7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3" y="111"/>
                    <a:pt x="13" y="111"/>
                    <a:pt x="13" y="111"/>
                  </a:cubicBezTo>
                  <a:cubicBezTo>
                    <a:pt x="17" y="113"/>
                    <a:pt x="17" y="113"/>
                    <a:pt x="17" y="113"/>
                  </a:cubicBezTo>
                  <a:cubicBezTo>
                    <a:pt x="17" y="110"/>
                    <a:pt x="17" y="110"/>
                    <a:pt x="17" y="110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48" y="122"/>
                    <a:pt x="48" y="122"/>
                    <a:pt x="48" y="122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75" y="117"/>
                    <a:pt x="75" y="117"/>
                    <a:pt x="75" y="117"/>
                  </a:cubicBezTo>
                  <a:cubicBezTo>
                    <a:pt x="78" y="114"/>
                    <a:pt x="81" y="111"/>
                    <a:pt x="83" y="108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117" y="79"/>
                    <a:pt x="114" y="78"/>
                    <a:pt x="111" y="76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4" name="Google Shape;399;p50">
              <a:extLst>
                <a:ext uri="{FF2B5EF4-FFF2-40B4-BE49-F238E27FC236}">
                  <a16:creationId xmlns:a16="http://schemas.microsoft.com/office/drawing/2014/main" id="{39E6B12A-F051-4DFB-9B95-639146F6E20F}"/>
                </a:ext>
              </a:extLst>
            </p:cNvPr>
            <p:cNvSpPr/>
            <p:nvPr/>
          </p:nvSpPr>
          <p:spPr>
            <a:xfrm>
              <a:off x="4959351" y="3652838"/>
              <a:ext cx="322262" cy="327025"/>
            </a:xfrm>
            <a:custGeom>
              <a:avLst/>
              <a:gdLst/>
              <a:ahLst/>
              <a:cxnLst/>
              <a:rect l="l" t="t" r="r" b="b"/>
              <a:pathLst>
                <a:path w="120" h="122" extrusionOk="0">
                  <a:moveTo>
                    <a:pt x="111" y="76"/>
                  </a:moveTo>
                  <a:cubicBezTo>
                    <a:pt x="106" y="73"/>
                    <a:pt x="102" y="69"/>
                    <a:pt x="97" y="66"/>
                  </a:cubicBezTo>
                  <a:cubicBezTo>
                    <a:pt x="94" y="63"/>
                    <a:pt x="90" y="61"/>
                    <a:pt x="87" y="58"/>
                  </a:cubicBezTo>
                  <a:cubicBezTo>
                    <a:pt x="85" y="55"/>
                    <a:pt x="83" y="53"/>
                    <a:pt x="81" y="51"/>
                  </a:cubicBezTo>
                  <a:cubicBezTo>
                    <a:pt x="81" y="50"/>
                    <a:pt x="81" y="50"/>
                    <a:pt x="81" y="49"/>
                  </a:cubicBezTo>
                  <a:cubicBezTo>
                    <a:pt x="80" y="49"/>
                    <a:pt x="80" y="48"/>
                    <a:pt x="79" y="47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0" y="8"/>
                    <a:pt x="18" y="16"/>
                    <a:pt x="16" y="24"/>
                  </a:cubicBezTo>
                  <a:cubicBezTo>
                    <a:pt x="14" y="33"/>
                    <a:pt x="12" y="42"/>
                    <a:pt x="10" y="51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4" y="71"/>
                    <a:pt x="2" y="74"/>
                    <a:pt x="0" y="7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3" y="111"/>
                    <a:pt x="13" y="111"/>
                    <a:pt x="13" y="111"/>
                  </a:cubicBezTo>
                  <a:cubicBezTo>
                    <a:pt x="17" y="113"/>
                    <a:pt x="17" y="113"/>
                    <a:pt x="17" y="113"/>
                  </a:cubicBezTo>
                  <a:cubicBezTo>
                    <a:pt x="17" y="110"/>
                    <a:pt x="17" y="110"/>
                    <a:pt x="17" y="110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48" y="122"/>
                    <a:pt x="48" y="122"/>
                    <a:pt x="48" y="122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75" y="117"/>
                    <a:pt x="75" y="117"/>
                    <a:pt x="75" y="117"/>
                  </a:cubicBezTo>
                  <a:cubicBezTo>
                    <a:pt x="78" y="114"/>
                    <a:pt x="81" y="111"/>
                    <a:pt x="83" y="108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117" y="79"/>
                    <a:pt x="114" y="78"/>
                    <a:pt x="111" y="76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5" name="Google Shape;400;p50">
              <a:extLst>
                <a:ext uri="{FF2B5EF4-FFF2-40B4-BE49-F238E27FC236}">
                  <a16:creationId xmlns:a16="http://schemas.microsoft.com/office/drawing/2014/main" id="{0BCD3650-B8EA-4DEA-9507-91DBA2FDA92E}"/>
                </a:ext>
              </a:extLst>
            </p:cNvPr>
            <p:cNvSpPr/>
            <p:nvPr/>
          </p:nvSpPr>
          <p:spPr>
            <a:xfrm>
              <a:off x="5021264" y="3562351"/>
              <a:ext cx="155575" cy="168276"/>
            </a:xfrm>
            <a:custGeom>
              <a:avLst/>
              <a:gdLst/>
              <a:ahLst/>
              <a:cxnLst/>
              <a:rect l="l" t="t" r="r" b="b"/>
              <a:pathLst>
                <a:path w="98" h="106" extrusionOk="0">
                  <a:moveTo>
                    <a:pt x="35" y="0"/>
                  </a:moveTo>
                  <a:lnTo>
                    <a:pt x="25" y="18"/>
                  </a:lnTo>
                  <a:lnTo>
                    <a:pt x="15" y="23"/>
                  </a:lnTo>
                  <a:lnTo>
                    <a:pt x="0" y="57"/>
                  </a:lnTo>
                  <a:lnTo>
                    <a:pt x="35" y="62"/>
                  </a:lnTo>
                  <a:lnTo>
                    <a:pt x="74" y="106"/>
                  </a:lnTo>
                  <a:lnTo>
                    <a:pt x="98" y="89"/>
                  </a:lnTo>
                  <a:lnTo>
                    <a:pt x="54" y="57"/>
                  </a:lnTo>
                  <a:lnTo>
                    <a:pt x="49" y="42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6" name="Google Shape;401;p50">
              <a:extLst>
                <a:ext uri="{FF2B5EF4-FFF2-40B4-BE49-F238E27FC236}">
                  <a16:creationId xmlns:a16="http://schemas.microsoft.com/office/drawing/2014/main" id="{84DFEF89-9C7A-46E1-9357-1EE432D7AC1F}"/>
                </a:ext>
              </a:extLst>
            </p:cNvPr>
            <p:cNvSpPr/>
            <p:nvPr/>
          </p:nvSpPr>
          <p:spPr>
            <a:xfrm>
              <a:off x="4746626" y="3135314"/>
              <a:ext cx="258762" cy="303213"/>
            </a:xfrm>
            <a:custGeom>
              <a:avLst/>
              <a:gdLst/>
              <a:ahLst/>
              <a:cxnLst/>
              <a:rect l="l" t="t" r="r" b="b"/>
              <a:pathLst>
                <a:path w="96" h="113" extrusionOk="0">
                  <a:moveTo>
                    <a:pt x="83" y="9"/>
                  </a:moveTo>
                  <a:cubicBezTo>
                    <a:pt x="78" y="13"/>
                    <a:pt x="74" y="13"/>
                    <a:pt x="70" y="10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113"/>
                    <a:pt x="1" y="113"/>
                    <a:pt x="1" y="113"/>
                  </a:cubicBezTo>
                  <a:cubicBezTo>
                    <a:pt x="88" y="113"/>
                    <a:pt x="88" y="113"/>
                    <a:pt x="88" y="113"/>
                  </a:cubicBezTo>
                  <a:cubicBezTo>
                    <a:pt x="89" y="111"/>
                    <a:pt x="89" y="111"/>
                    <a:pt x="89" y="111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6" y="104"/>
                    <a:pt x="96" y="104"/>
                    <a:pt x="96" y="104"/>
                  </a:cubicBezTo>
                  <a:cubicBezTo>
                    <a:pt x="94" y="98"/>
                    <a:pt x="94" y="98"/>
                    <a:pt x="94" y="98"/>
                  </a:cubicBezTo>
                  <a:cubicBezTo>
                    <a:pt x="93" y="91"/>
                    <a:pt x="93" y="91"/>
                    <a:pt x="93" y="91"/>
                  </a:cubicBezTo>
                  <a:cubicBezTo>
                    <a:pt x="95" y="91"/>
                    <a:pt x="95" y="91"/>
                    <a:pt x="95" y="91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2" y="86"/>
                    <a:pt x="92" y="86"/>
                    <a:pt x="92" y="86"/>
                  </a:cubicBezTo>
                  <a:cubicBezTo>
                    <a:pt x="82" y="69"/>
                    <a:pt x="82" y="69"/>
                    <a:pt x="82" y="69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77" y="49"/>
                    <a:pt x="77" y="49"/>
                    <a:pt x="77" y="49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93" y="36"/>
                    <a:pt x="93" y="36"/>
                    <a:pt x="93" y="36"/>
                  </a:cubicBezTo>
                  <a:lnTo>
                    <a:pt x="83" y="9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7" name="Google Shape;402;p50">
              <a:extLst>
                <a:ext uri="{FF2B5EF4-FFF2-40B4-BE49-F238E27FC236}">
                  <a16:creationId xmlns:a16="http://schemas.microsoft.com/office/drawing/2014/main" id="{DECB4DD1-D4FC-4B16-B77C-6FDFC4E23466}"/>
                </a:ext>
              </a:extLst>
            </p:cNvPr>
            <p:cNvSpPr/>
            <p:nvPr/>
          </p:nvSpPr>
          <p:spPr>
            <a:xfrm>
              <a:off x="5133977" y="3703639"/>
              <a:ext cx="61912" cy="84138"/>
            </a:xfrm>
            <a:custGeom>
              <a:avLst/>
              <a:gdLst/>
              <a:ahLst/>
              <a:cxnLst/>
              <a:rect l="l" t="t" r="r" b="b"/>
              <a:pathLst>
                <a:path w="39" h="53" extrusionOk="0">
                  <a:moveTo>
                    <a:pt x="3" y="17"/>
                  </a:moveTo>
                  <a:lnTo>
                    <a:pt x="0" y="43"/>
                  </a:lnTo>
                  <a:lnTo>
                    <a:pt x="7" y="53"/>
                  </a:lnTo>
                  <a:lnTo>
                    <a:pt x="23" y="48"/>
                  </a:lnTo>
                  <a:lnTo>
                    <a:pt x="27" y="51"/>
                  </a:lnTo>
                  <a:lnTo>
                    <a:pt x="39" y="34"/>
                  </a:lnTo>
                  <a:lnTo>
                    <a:pt x="37" y="31"/>
                  </a:lnTo>
                  <a:lnTo>
                    <a:pt x="25" y="31"/>
                  </a:lnTo>
                  <a:lnTo>
                    <a:pt x="22" y="27"/>
                  </a:lnTo>
                  <a:lnTo>
                    <a:pt x="34" y="21"/>
                  </a:lnTo>
                  <a:lnTo>
                    <a:pt x="34" y="10"/>
                  </a:lnTo>
                  <a:lnTo>
                    <a:pt x="27" y="0"/>
                  </a:lnTo>
                  <a:lnTo>
                    <a:pt x="3" y="1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8" name="Google Shape;403;p50">
              <a:extLst>
                <a:ext uri="{FF2B5EF4-FFF2-40B4-BE49-F238E27FC236}">
                  <a16:creationId xmlns:a16="http://schemas.microsoft.com/office/drawing/2014/main" id="{2FCA2137-4D34-486D-885D-86C3EA277AAD}"/>
                </a:ext>
              </a:extLst>
            </p:cNvPr>
            <p:cNvSpPr/>
            <p:nvPr/>
          </p:nvSpPr>
          <p:spPr>
            <a:xfrm>
              <a:off x="3957637" y="3765551"/>
              <a:ext cx="147637" cy="198438"/>
            </a:xfrm>
            <a:custGeom>
              <a:avLst/>
              <a:gdLst/>
              <a:ahLst/>
              <a:cxnLst/>
              <a:rect l="l" t="t" r="r" b="b"/>
              <a:pathLst>
                <a:path w="55" h="74" extrusionOk="0">
                  <a:moveTo>
                    <a:pt x="23" y="0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25" y="71"/>
                    <a:pt x="36" y="68"/>
                    <a:pt x="47" y="65"/>
                  </a:cubicBezTo>
                  <a:cubicBezTo>
                    <a:pt x="49" y="65"/>
                    <a:pt x="51" y="65"/>
                    <a:pt x="53" y="65"/>
                  </a:cubicBezTo>
                  <a:cubicBezTo>
                    <a:pt x="54" y="54"/>
                    <a:pt x="54" y="43"/>
                    <a:pt x="55" y="32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34" y="19"/>
                    <a:pt x="34" y="19"/>
                    <a:pt x="34" y="19"/>
                  </a:cubicBezTo>
                  <a:lnTo>
                    <a:pt x="23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59" name="Google Shape;404;p50">
              <a:extLst>
                <a:ext uri="{FF2B5EF4-FFF2-40B4-BE49-F238E27FC236}">
                  <a16:creationId xmlns:a16="http://schemas.microsoft.com/office/drawing/2014/main" id="{7B69CAC2-AF5B-4630-87B2-FE883F2D2E46}"/>
                </a:ext>
              </a:extLst>
            </p:cNvPr>
            <p:cNvSpPr/>
            <p:nvPr/>
          </p:nvSpPr>
          <p:spPr>
            <a:xfrm>
              <a:off x="4422775" y="3963988"/>
              <a:ext cx="200026" cy="258762"/>
            </a:xfrm>
            <a:custGeom>
              <a:avLst/>
              <a:gdLst/>
              <a:ahLst/>
              <a:cxnLst/>
              <a:rect l="l" t="t" r="r" b="b"/>
              <a:pathLst>
                <a:path w="75" h="96" extrusionOk="0">
                  <a:moveTo>
                    <a:pt x="55" y="14"/>
                  </a:moveTo>
                  <a:cubicBezTo>
                    <a:pt x="55" y="17"/>
                    <a:pt x="55" y="20"/>
                    <a:pt x="56" y="22"/>
                  </a:cubicBezTo>
                  <a:cubicBezTo>
                    <a:pt x="46" y="22"/>
                    <a:pt x="35" y="22"/>
                    <a:pt x="25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27" y="94"/>
                    <a:pt x="27" y="94"/>
                    <a:pt x="27" y="94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5" y="80"/>
                    <a:pt x="48" y="74"/>
                    <a:pt x="53" y="65"/>
                  </a:cubicBezTo>
                  <a:cubicBezTo>
                    <a:pt x="55" y="60"/>
                    <a:pt x="58" y="53"/>
                    <a:pt x="61" y="48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55" y="8"/>
                    <a:pt x="55" y="11"/>
                    <a:pt x="55" y="14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0" name="Google Shape;405;p50">
              <a:extLst>
                <a:ext uri="{FF2B5EF4-FFF2-40B4-BE49-F238E27FC236}">
                  <a16:creationId xmlns:a16="http://schemas.microsoft.com/office/drawing/2014/main" id="{2DE78BF9-27CE-41B1-A917-0408A5CE8440}"/>
                </a:ext>
              </a:extLst>
            </p:cNvPr>
            <p:cNvSpPr/>
            <p:nvPr/>
          </p:nvSpPr>
          <p:spPr>
            <a:xfrm>
              <a:off x="4422775" y="3963988"/>
              <a:ext cx="200026" cy="258762"/>
            </a:xfrm>
            <a:custGeom>
              <a:avLst/>
              <a:gdLst/>
              <a:ahLst/>
              <a:cxnLst/>
              <a:rect l="l" t="t" r="r" b="b"/>
              <a:pathLst>
                <a:path w="75" h="96" extrusionOk="0">
                  <a:moveTo>
                    <a:pt x="55" y="14"/>
                  </a:moveTo>
                  <a:cubicBezTo>
                    <a:pt x="55" y="17"/>
                    <a:pt x="55" y="20"/>
                    <a:pt x="56" y="22"/>
                  </a:cubicBezTo>
                  <a:cubicBezTo>
                    <a:pt x="46" y="22"/>
                    <a:pt x="35" y="22"/>
                    <a:pt x="25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27" y="94"/>
                    <a:pt x="27" y="94"/>
                    <a:pt x="27" y="94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5" y="80"/>
                    <a:pt x="48" y="74"/>
                    <a:pt x="53" y="65"/>
                  </a:cubicBezTo>
                  <a:cubicBezTo>
                    <a:pt x="55" y="60"/>
                    <a:pt x="58" y="53"/>
                    <a:pt x="61" y="48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55" y="8"/>
                    <a:pt x="55" y="11"/>
                    <a:pt x="55" y="14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" name="Google Shape;406;p50">
              <a:extLst>
                <a:ext uri="{FF2B5EF4-FFF2-40B4-BE49-F238E27FC236}">
                  <a16:creationId xmlns:a16="http://schemas.microsoft.com/office/drawing/2014/main" id="{96586F29-6763-4C17-9C3A-4E4E1006F78B}"/>
                </a:ext>
              </a:extLst>
            </p:cNvPr>
            <p:cNvSpPr/>
            <p:nvPr/>
          </p:nvSpPr>
          <p:spPr>
            <a:xfrm>
              <a:off x="4365626" y="3719514"/>
              <a:ext cx="206374" cy="312738"/>
            </a:xfrm>
            <a:custGeom>
              <a:avLst/>
              <a:gdLst/>
              <a:ahLst/>
              <a:cxnLst/>
              <a:rect l="l" t="t" r="r" b="b"/>
              <a:pathLst>
                <a:path w="77" h="116" extrusionOk="0">
                  <a:moveTo>
                    <a:pt x="48" y="1"/>
                  </a:moveTo>
                  <a:cubicBezTo>
                    <a:pt x="48" y="9"/>
                    <a:pt x="48" y="9"/>
                    <a:pt x="48" y="9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7" y="64"/>
                    <a:pt x="15" y="65"/>
                    <a:pt x="13" y="67"/>
                  </a:cubicBezTo>
                  <a:cubicBezTo>
                    <a:pt x="10" y="69"/>
                    <a:pt x="8" y="71"/>
                    <a:pt x="6" y="74"/>
                  </a:cubicBezTo>
                  <a:cubicBezTo>
                    <a:pt x="4" y="77"/>
                    <a:pt x="2" y="80"/>
                    <a:pt x="1" y="83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" y="85"/>
                    <a:pt x="2" y="85"/>
                    <a:pt x="2" y="85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90"/>
                    <a:pt x="2" y="91"/>
                    <a:pt x="2" y="93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11" y="92"/>
                    <a:pt x="11" y="92"/>
                    <a:pt x="11" y="92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8" y="101"/>
                    <a:pt x="8" y="101"/>
                    <a:pt x="8" y="101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24" y="116"/>
                    <a:pt x="24" y="116"/>
                    <a:pt x="24" y="116"/>
                  </a:cubicBezTo>
                  <a:cubicBezTo>
                    <a:pt x="24" y="112"/>
                    <a:pt x="24" y="112"/>
                    <a:pt x="24" y="112"/>
                  </a:cubicBezTo>
                  <a:cubicBezTo>
                    <a:pt x="41" y="112"/>
                    <a:pt x="41" y="112"/>
                    <a:pt x="41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51" y="112"/>
                    <a:pt x="57" y="112"/>
                    <a:pt x="62" y="113"/>
                  </a:cubicBezTo>
                  <a:cubicBezTo>
                    <a:pt x="68" y="113"/>
                    <a:pt x="73" y="113"/>
                    <a:pt x="77" y="113"/>
                  </a:cubicBezTo>
                  <a:cubicBezTo>
                    <a:pt x="76" y="111"/>
                    <a:pt x="76" y="108"/>
                    <a:pt x="76" y="105"/>
                  </a:cubicBezTo>
                  <a:cubicBezTo>
                    <a:pt x="76" y="102"/>
                    <a:pt x="76" y="99"/>
                    <a:pt x="76" y="96"/>
                  </a:cubicBezTo>
                  <a:cubicBezTo>
                    <a:pt x="73" y="94"/>
                    <a:pt x="71" y="91"/>
                    <a:pt x="69" y="88"/>
                  </a:cubicBezTo>
                  <a:cubicBezTo>
                    <a:pt x="67" y="85"/>
                    <a:pt x="65" y="81"/>
                    <a:pt x="63" y="77"/>
                  </a:cubicBezTo>
                  <a:cubicBezTo>
                    <a:pt x="62" y="76"/>
                    <a:pt x="61" y="74"/>
                    <a:pt x="60" y="73"/>
                  </a:cubicBezTo>
                  <a:cubicBezTo>
                    <a:pt x="58" y="69"/>
                    <a:pt x="56" y="65"/>
                    <a:pt x="55" y="62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9" y="47"/>
                    <a:pt x="58" y="44"/>
                    <a:pt x="56" y="41"/>
                  </a:cubicBezTo>
                  <a:cubicBezTo>
                    <a:pt x="54" y="37"/>
                    <a:pt x="52" y="34"/>
                    <a:pt x="49" y="31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48" y="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2" name="Google Shape;407;p50">
              <a:extLst>
                <a:ext uri="{FF2B5EF4-FFF2-40B4-BE49-F238E27FC236}">
                  <a16:creationId xmlns:a16="http://schemas.microsoft.com/office/drawing/2014/main" id="{22A73CD1-1BF4-4579-9F1B-87F27185ED34}"/>
                </a:ext>
              </a:extLst>
            </p:cNvPr>
            <p:cNvSpPr/>
            <p:nvPr/>
          </p:nvSpPr>
          <p:spPr>
            <a:xfrm>
              <a:off x="4865689" y="4130675"/>
              <a:ext cx="39688" cy="92076"/>
            </a:xfrm>
            <a:custGeom>
              <a:avLst/>
              <a:gdLst/>
              <a:ahLst/>
              <a:cxnLst/>
              <a:rect l="l" t="t" r="r" b="b"/>
              <a:pathLst>
                <a:path w="15" h="34" extrusionOk="0">
                  <a:moveTo>
                    <a:pt x="3" y="34"/>
                  </a:moveTo>
                  <a:cubicBezTo>
                    <a:pt x="1" y="27"/>
                    <a:pt x="1" y="27"/>
                    <a:pt x="1" y="2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11"/>
                    <a:pt x="11" y="19"/>
                    <a:pt x="15" y="27"/>
                  </a:cubicBezTo>
                  <a:lnTo>
                    <a:pt x="3" y="34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3" name="Google Shape;408;p50">
              <a:extLst>
                <a:ext uri="{FF2B5EF4-FFF2-40B4-BE49-F238E27FC236}">
                  <a16:creationId xmlns:a16="http://schemas.microsoft.com/office/drawing/2014/main" id="{C348A419-BED7-4D78-BA00-A0F9ECD3DEE0}"/>
                </a:ext>
              </a:extLst>
            </p:cNvPr>
            <p:cNvSpPr/>
            <p:nvPr/>
          </p:nvSpPr>
          <p:spPr>
            <a:xfrm>
              <a:off x="4019552" y="3636964"/>
              <a:ext cx="195261" cy="179389"/>
            </a:xfrm>
            <a:custGeom>
              <a:avLst/>
              <a:gdLst/>
              <a:ahLst/>
              <a:cxnLst/>
              <a:rect l="l" t="t" r="r" b="b"/>
              <a:pathLst>
                <a:path w="73" h="67" extrusionOk="0">
                  <a:moveTo>
                    <a:pt x="52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25"/>
                    <a:pt x="9" y="30"/>
                    <a:pt x="5" y="36"/>
                  </a:cubicBezTo>
                  <a:cubicBezTo>
                    <a:pt x="3" y="40"/>
                    <a:pt x="0" y="43"/>
                    <a:pt x="0" y="48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6" y="55"/>
                    <a:pt x="56" y="53"/>
                    <a:pt x="67" y="51"/>
                  </a:cubicBezTo>
                  <a:cubicBezTo>
                    <a:pt x="73" y="37"/>
                    <a:pt x="73" y="37"/>
                    <a:pt x="73" y="37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9" y="2"/>
                    <a:pt x="59" y="2"/>
                    <a:pt x="59" y="2"/>
                  </a:cubicBezTo>
                  <a:lnTo>
                    <a:pt x="52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4" name="Google Shape;409;p50">
              <a:extLst>
                <a:ext uri="{FF2B5EF4-FFF2-40B4-BE49-F238E27FC236}">
                  <a16:creationId xmlns:a16="http://schemas.microsoft.com/office/drawing/2014/main" id="{232D7173-3C93-443B-BBF1-B125DED56A1C}"/>
                </a:ext>
              </a:extLst>
            </p:cNvPr>
            <p:cNvSpPr/>
            <p:nvPr/>
          </p:nvSpPr>
          <p:spPr>
            <a:xfrm>
              <a:off x="4625976" y="4600576"/>
              <a:ext cx="241301" cy="285749"/>
            </a:xfrm>
            <a:custGeom>
              <a:avLst/>
              <a:gdLst/>
              <a:ahLst/>
              <a:cxnLst/>
              <a:rect l="l" t="t" r="r" b="b"/>
              <a:pathLst>
                <a:path w="90" h="106" extrusionOk="0">
                  <a:moveTo>
                    <a:pt x="31" y="9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1" y="106"/>
                    <a:pt x="11" y="106"/>
                    <a:pt x="11" y="106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40" y="81"/>
                    <a:pt x="43" y="81"/>
                    <a:pt x="44" y="81"/>
                  </a:cubicBezTo>
                  <a:cubicBezTo>
                    <a:pt x="49" y="82"/>
                    <a:pt x="53" y="82"/>
                    <a:pt x="58" y="82"/>
                  </a:cubicBezTo>
                  <a:cubicBezTo>
                    <a:pt x="63" y="76"/>
                    <a:pt x="68" y="70"/>
                    <a:pt x="72" y="64"/>
                  </a:cubicBezTo>
                  <a:cubicBezTo>
                    <a:pt x="75" y="61"/>
                    <a:pt x="76" y="57"/>
                    <a:pt x="78" y="53"/>
                  </a:cubicBezTo>
                  <a:cubicBezTo>
                    <a:pt x="90" y="49"/>
                    <a:pt x="90" y="49"/>
                    <a:pt x="90" y="49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0" y="21"/>
                    <a:pt x="65" y="17"/>
                    <a:pt x="60" y="13"/>
                  </a:cubicBezTo>
                  <a:cubicBezTo>
                    <a:pt x="56" y="9"/>
                    <a:pt x="52" y="5"/>
                    <a:pt x="49" y="0"/>
                  </a:cubicBezTo>
                  <a:lnTo>
                    <a:pt x="31" y="9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5" name="Google Shape;410;p50">
              <a:extLst>
                <a:ext uri="{FF2B5EF4-FFF2-40B4-BE49-F238E27FC236}">
                  <a16:creationId xmlns:a16="http://schemas.microsoft.com/office/drawing/2014/main" id="{A995267F-E305-450F-A0EC-D08AF14EB198}"/>
                </a:ext>
              </a:extLst>
            </p:cNvPr>
            <p:cNvSpPr/>
            <p:nvPr/>
          </p:nvSpPr>
          <p:spPr>
            <a:xfrm>
              <a:off x="4195763" y="3725864"/>
              <a:ext cx="60324" cy="190500"/>
            </a:xfrm>
            <a:custGeom>
              <a:avLst/>
              <a:gdLst/>
              <a:ahLst/>
              <a:cxnLst/>
              <a:rect l="l" t="t" r="r" b="b"/>
              <a:pathLst>
                <a:path w="22" h="71" extrusionOk="0">
                  <a:moveTo>
                    <a:pt x="7" y="4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10" y="65"/>
                    <a:pt x="15" y="6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7" y="4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6" name="Google Shape;411;p50">
              <a:extLst>
                <a:ext uri="{FF2B5EF4-FFF2-40B4-BE49-F238E27FC236}">
                  <a16:creationId xmlns:a16="http://schemas.microsoft.com/office/drawing/2014/main" id="{1A38EADA-E409-49F8-9505-7BD95EB2C5D4}"/>
                </a:ext>
              </a:extLst>
            </p:cNvPr>
            <p:cNvSpPr/>
            <p:nvPr/>
          </p:nvSpPr>
          <p:spPr>
            <a:xfrm>
              <a:off x="4440237" y="4211639"/>
              <a:ext cx="53976" cy="42863"/>
            </a:xfrm>
            <a:custGeom>
              <a:avLst/>
              <a:gdLst/>
              <a:ahLst/>
              <a:cxnLst/>
              <a:rect l="l" t="t" r="r" b="b"/>
              <a:pathLst>
                <a:path w="20" h="16" extrusionOk="0">
                  <a:moveTo>
                    <a:pt x="9" y="16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3" y="8"/>
                    <a:pt x="4" y="10"/>
                  </a:cubicBezTo>
                  <a:cubicBezTo>
                    <a:pt x="5" y="11"/>
                    <a:pt x="5" y="12"/>
                    <a:pt x="6" y="14"/>
                  </a:cubicBezTo>
                  <a:lnTo>
                    <a:pt x="9" y="1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7" name="Google Shape;412;p50">
              <a:extLst>
                <a:ext uri="{FF2B5EF4-FFF2-40B4-BE49-F238E27FC236}">
                  <a16:creationId xmlns:a16="http://schemas.microsoft.com/office/drawing/2014/main" id="{EF3BD36A-7323-4AC8-BDE4-6D99F24F7F22}"/>
                </a:ext>
              </a:extLst>
            </p:cNvPr>
            <p:cNvSpPr/>
            <p:nvPr/>
          </p:nvSpPr>
          <p:spPr>
            <a:xfrm>
              <a:off x="4430713" y="4257676"/>
              <a:ext cx="300038" cy="350838"/>
            </a:xfrm>
            <a:custGeom>
              <a:avLst/>
              <a:gdLst/>
              <a:ahLst/>
              <a:cxnLst/>
              <a:rect l="l" t="t" r="r" b="b"/>
              <a:pathLst>
                <a:path w="112" h="131" extrusionOk="0">
                  <a:moveTo>
                    <a:pt x="16" y="23"/>
                  </a:moveTo>
                  <a:cubicBezTo>
                    <a:pt x="12" y="29"/>
                    <a:pt x="12" y="29"/>
                    <a:pt x="12" y="2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20" y="51"/>
                    <a:pt x="20" y="61"/>
                    <a:pt x="12" y="70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2" y="122"/>
                    <a:pt x="2" y="122"/>
                    <a:pt x="2" y="122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3" y="118"/>
                    <a:pt x="26" y="119"/>
                    <a:pt x="29" y="119"/>
                  </a:cubicBezTo>
                  <a:cubicBezTo>
                    <a:pt x="36" y="119"/>
                    <a:pt x="43" y="120"/>
                    <a:pt x="50" y="120"/>
                  </a:cubicBezTo>
                  <a:cubicBezTo>
                    <a:pt x="57" y="120"/>
                    <a:pt x="57" y="120"/>
                    <a:pt x="57" y="120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6" y="131"/>
                    <a:pt x="89" y="129"/>
                    <a:pt x="93" y="128"/>
                  </a:cubicBezTo>
                  <a:cubicBezTo>
                    <a:pt x="95" y="128"/>
                    <a:pt x="95" y="128"/>
                    <a:pt x="95" y="128"/>
                  </a:cubicBezTo>
                  <a:cubicBezTo>
                    <a:pt x="102" y="125"/>
                    <a:pt x="102" y="125"/>
                    <a:pt x="102" y="125"/>
                  </a:cubicBezTo>
                  <a:cubicBezTo>
                    <a:pt x="96" y="119"/>
                    <a:pt x="96" y="119"/>
                    <a:pt x="96" y="119"/>
                  </a:cubicBezTo>
                  <a:cubicBezTo>
                    <a:pt x="96" y="76"/>
                    <a:pt x="96" y="76"/>
                    <a:pt x="96" y="76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12" y="56"/>
                    <a:pt x="112" y="56"/>
                    <a:pt x="112" y="56"/>
                  </a:cubicBezTo>
                  <a:cubicBezTo>
                    <a:pt x="110" y="56"/>
                    <a:pt x="107" y="56"/>
                    <a:pt x="104" y="56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98" y="26"/>
                    <a:pt x="95" y="15"/>
                    <a:pt x="92" y="4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7" y="2"/>
                    <a:pt x="24" y="4"/>
                    <a:pt x="11" y="6"/>
                  </a:cubicBezTo>
                  <a:cubicBezTo>
                    <a:pt x="11" y="13"/>
                    <a:pt x="11" y="13"/>
                    <a:pt x="11" y="13"/>
                  </a:cubicBezTo>
                  <a:lnTo>
                    <a:pt x="16" y="2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8" name="Google Shape;413;p50">
              <a:extLst>
                <a:ext uri="{FF2B5EF4-FFF2-40B4-BE49-F238E27FC236}">
                  <a16:creationId xmlns:a16="http://schemas.microsoft.com/office/drawing/2014/main" id="{3621E4E5-CE66-43E8-B8F1-7C2C718E5FB4}"/>
                </a:ext>
              </a:extLst>
            </p:cNvPr>
            <p:cNvSpPr/>
            <p:nvPr/>
          </p:nvSpPr>
          <p:spPr>
            <a:xfrm>
              <a:off x="3962401" y="2976563"/>
              <a:ext cx="477837" cy="547688"/>
            </a:xfrm>
            <a:custGeom>
              <a:avLst/>
              <a:gdLst/>
              <a:ahLst/>
              <a:cxnLst/>
              <a:rect l="l" t="t" r="r" b="b"/>
              <a:pathLst>
                <a:path w="178" h="204" extrusionOk="0">
                  <a:moveTo>
                    <a:pt x="101" y="7"/>
                  </a:moveTo>
                  <a:cubicBezTo>
                    <a:pt x="92" y="4"/>
                    <a:pt x="92" y="4"/>
                    <a:pt x="92" y="4"/>
                  </a:cubicBezTo>
                  <a:cubicBezTo>
                    <a:pt x="79" y="10"/>
                    <a:pt x="67" y="15"/>
                    <a:pt x="54" y="21"/>
                  </a:cubicBezTo>
                  <a:cubicBezTo>
                    <a:pt x="58" y="28"/>
                    <a:pt x="62" y="35"/>
                    <a:pt x="67" y="41"/>
                  </a:cubicBezTo>
                  <a:cubicBezTo>
                    <a:pt x="63" y="48"/>
                    <a:pt x="63" y="48"/>
                    <a:pt x="63" y="48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102" y="194"/>
                    <a:pt x="102" y="194"/>
                    <a:pt x="102" y="194"/>
                  </a:cubicBezTo>
                  <a:cubicBezTo>
                    <a:pt x="108" y="194"/>
                    <a:pt x="108" y="194"/>
                    <a:pt x="108" y="194"/>
                  </a:cubicBezTo>
                  <a:cubicBezTo>
                    <a:pt x="107" y="201"/>
                    <a:pt x="107" y="201"/>
                    <a:pt x="107" y="201"/>
                  </a:cubicBezTo>
                  <a:cubicBezTo>
                    <a:pt x="108" y="204"/>
                    <a:pt x="108" y="204"/>
                    <a:pt x="108" y="204"/>
                  </a:cubicBezTo>
                  <a:cubicBezTo>
                    <a:pt x="115" y="202"/>
                    <a:pt x="121" y="199"/>
                    <a:pt x="126" y="195"/>
                  </a:cubicBezTo>
                  <a:cubicBezTo>
                    <a:pt x="128" y="194"/>
                    <a:pt x="130" y="193"/>
                    <a:pt x="132" y="191"/>
                  </a:cubicBezTo>
                  <a:cubicBezTo>
                    <a:pt x="134" y="189"/>
                    <a:pt x="134" y="189"/>
                    <a:pt x="134" y="189"/>
                  </a:cubicBezTo>
                  <a:cubicBezTo>
                    <a:pt x="178" y="154"/>
                    <a:pt x="178" y="154"/>
                    <a:pt x="178" y="154"/>
                  </a:cubicBezTo>
                  <a:cubicBezTo>
                    <a:pt x="168" y="144"/>
                    <a:pt x="168" y="144"/>
                    <a:pt x="168" y="144"/>
                  </a:cubicBezTo>
                  <a:cubicBezTo>
                    <a:pt x="160" y="124"/>
                    <a:pt x="160" y="124"/>
                    <a:pt x="160" y="124"/>
                  </a:cubicBezTo>
                  <a:cubicBezTo>
                    <a:pt x="161" y="119"/>
                    <a:pt x="161" y="113"/>
                    <a:pt x="161" y="107"/>
                  </a:cubicBezTo>
                  <a:cubicBezTo>
                    <a:pt x="160" y="99"/>
                    <a:pt x="160" y="91"/>
                    <a:pt x="159" y="84"/>
                  </a:cubicBezTo>
                  <a:cubicBezTo>
                    <a:pt x="158" y="80"/>
                    <a:pt x="158" y="80"/>
                    <a:pt x="158" y="80"/>
                  </a:cubicBezTo>
                  <a:cubicBezTo>
                    <a:pt x="158" y="79"/>
                    <a:pt x="158" y="78"/>
                    <a:pt x="157" y="78"/>
                  </a:cubicBezTo>
                  <a:cubicBezTo>
                    <a:pt x="160" y="73"/>
                    <a:pt x="160" y="73"/>
                    <a:pt x="160" y="73"/>
                  </a:cubicBezTo>
                  <a:cubicBezTo>
                    <a:pt x="152" y="50"/>
                    <a:pt x="152" y="50"/>
                    <a:pt x="152" y="50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2" y="36"/>
                    <a:pt x="142" y="36"/>
                    <a:pt x="142" y="36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39" y="2"/>
                    <a:pt x="132" y="3"/>
                    <a:pt x="125" y="4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16" y="5"/>
                    <a:pt x="116" y="5"/>
                    <a:pt x="116" y="5"/>
                  </a:cubicBezTo>
                  <a:cubicBezTo>
                    <a:pt x="106" y="4"/>
                    <a:pt x="106" y="4"/>
                    <a:pt x="106" y="4"/>
                  </a:cubicBezTo>
                  <a:lnTo>
                    <a:pt x="101" y="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" name="Google Shape;414;p50">
              <a:extLst>
                <a:ext uri="{FF2B5EF4-FFF2-40B4-BE49-F238E27FC236}">
                  <a16:creationId xmlns:a16="http://schemas.microsoft.com/office/drawing/2014/main" id="{340C1991-B957-467C-ABE8-76BCC84F8B51}"/>
                </a:ext>
              </a:extLst>
            </p:cNvPr>
            <p:cNvSpPr/>
            <p:nvPr/>
          </p:nvSpPr>
          <p:spPr>
            <a:xfrm>
              <a:off x="4560887" y="4732339"/>
              <a:ext cx="395287" cy="373062"/>
            </a:xfrm>
            <a:custGeom>
              <a:avLst/>
              <a:gdLst/>
              <a:ahLst/>
              <a:cxnLst/>
              <a:rect l="l" t="t" r="r" b="b"/>
              <a:pathLst>
                <a:path w="147" h="139" extrusionOk="0">
                  <a:moveTo>
                    <a:pt x="136" y="50"/>
                  </a:moveTo>
                  <a:cubicBezTo>
                    <a:pt x="133" y="57"/>
                    <a:pt x="133" y="57"/>
                    <a:pt x="133" y="57"/>
                  </a:cubicBezTo>
                  <a:cubicBezTo>
                    <a:pt x="125" y="56"/>
                    <a:pt x="125" y="56"/>
                    <a:pt x="125" y="56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33" y="37"/>
                    <a:pt x="133" y="37"/>
                    <a:pt x="133" y="37"/>
                  </a:cubicBezTo>
                  <a:cubicBezTo>
                    <a:pt x="131" y="31"/>
                    <a:pt x="131" y="25"/>
                    <a:pt x="130" y="19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0" y="8"/>
                    <a:pt x="99" y="12"/>
                    <a:pt x="96" y="15"/>
                  </a:cubicBezTo>
                  <a:cubicBezTo>
                    <a:pt x="92" y="21"/>
                    <a:pt x="87" y="27"/>
                    <a:pt x="82" y="33"/>
                  </a:cubicBezTo>
                  <a:cubicBezTo>
                    <a:pt x="77" y="33"/>
                    <a:pt x="73" y="33"/>
                    <a:pt x="68" y="32"/>
                  </a:cubicBezTo>
                  <a:cubicBezTo>
                    <a:pt x="67" y="32"/>
                    <a:pt x="64" y="32"/>
                    <a:pt x="62" y="31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77"/>
                    <a:pt x="24" y="77"/>
                    <a:pt x="24" y="77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7" y="118"/>
                    <a:pt x="7" y="119"/>
                    <a:pt x="8" y="121"/>
                  </a:cubicBezTo>
                  <a:cubicBezTo>
                    <a:pt x="9" y="125"/>
                    <a:pt x="9" y="128"/>
                    <a:pt x="10" y="131"/>
                  </a:cubicBezTo>
                  <a:cubicBezTo>
                    <a:pt x="11" y="133"/>
                    <a:pt x="11" y="135"/>
                    <a:pt x="11" y="136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21" y="138"/>
                    <a:pt x="21" y="138"/>
                    <a:pt x="21" y="138"/>
                  </a:cubicBezTo>
                  <a:cubicBezTo>
                    <a:pt x="23" y="137"/>
                    <a:pt x="23" y="137"/>
                    <a:pt x="23" y="137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47" y="131"/>
                    <a:pt x="47" y="131"/>
                    <a:pt x="47" y="131"/>
                  </a:cubicBezTo>
                  <a:cubicBezTo>
                    <a:pt x="56" y="131"/>
                    <a:pt x="64" y="130"/>
                    <a:pt x="73" y="130"/>
                  </a:cubicBezTo>
                  <a:cubicBezTo>
                    <a:pt x="79" y="132"/>
                    <a:pt x="79" y="132"/>
                    <a:pt x="79" y="132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83" y="126"/>
                    <a:pt x="83" y="126"/>
                    <a:pt x="83" y="126"/>
                  </a:cubicBezTo>
                  <a:cubicBezTo>
                    <a:pt x="89" y="128"/>
                    <a:pt x="89" y="128"/>
                    <a:pt x="89" y="128"/>
                  </a:cubicBezTo>
                  <a:cubicBezTo>
                    <a:pt x="90" y="125"/>
                    <a:pt x="90" y="125"/>
                    <a:pt x="90" y="125"/>
                  </a:cubicBezTo>
                  <a:cubicBezTo>
                    <a:pt x="99" y="118"/>
                    <a:pt x="107" y="110"/>
                    <a:pt x="114" y="102"/>
                  </a:cubicBezTo>
                  <a:cubicBezTo>
                    <a:pt x="120" y="96"/>
                    <a:pt x="125" y="90"/>
                    <a:pt x="130" y="82"/>
                  </a:cubicBezTo>
                  <a:cubicBezTo>
                    <a:pt x="133" y="77"/>
                    <a:pt x="137" y="71"/>
                    <a:pt x="141" y="65"/>
                  </a:cubicBezTo>
                  <a:cubicBezTo>
                    <a:pt x="143" y="61"/>
                    <a:pt x="145" y="57"/>
                    <a:pt x="147" y="52"/>
                  </a:cubicBezTo>
                  <a:lnTo>
                    <a:pt x="136" y="50"/>
                  </a:lnTo>
                  <a:close/>
                  <a:moveTo>
                    <a:pt x="103" y="89"/>
                  </a:moveTo>
                  <a:cubicBezTo>
                    <a:pt x="102" y="94"/>
                    <a:pt x="102" y="94"/>
                    <a:pt x="102" y="94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102" y="70"/>
                    <a:pt x="102" y="70"/>
                    <a:pt x="102" y="70"/>
                  </a:cubicBezTo>
                  <a:cubicBezTo>
                    <a:pt x="111" y="78"/>
                    <a:pt x="111" y="78"/>
                    <a:pt x="111" y="78"/>
                  </a:cubicBezTo>
                  <a:cubicBezTo>
                    <a:pt x="110" y="88"/>
                    <a:pt x="110" y="88"/>
                    <a:pt x="110" y="88"/>
                  </a:cubicBezTo>
                  <a:lnTo>
                    <a:pt x="103" y="89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0" name="Google Shape;415;p50">
              <a:extLst>
                <a:ext uri="{FF2B5EF4-FFF2-40B4-BE49-F238E27FC236}">
                  <a16:creationId xmlns:a16="http://schemas.microsoft.com/office/drawing/2014/main" id="{2FC7B91B-39EA-499A-9F4C-D1BFDEB4379D}"/>
                </a:ext>
              </a:extLst>
            </p:cNvPr>
            <p:cNvSpPr/>
            <p:nvPr/>
          </p:nvSpPr>
          <p:spPr>
            <a:xfrm>
              <a:off x="3863976" y="3014663"/>
              <a:ext cx="279401" cy="252413"/>
            </a:xfrm>
            <a:custGeom>
              <a:avLst/>
              <a:gdLst/>
              <a:ahLst/>
              <a:cxnLst/>
              <a:rect l="l" t="t" r="r" b="b"/>
              <a:pathLst>
                <a:path w="104" h="94" extrusionOk="0">
                  <a:moveTo>
                    <a:pt x="91" y="7"/>
                  </a:moveTo>
                  <a:cubicBezTo>
                    <a:pt x="90" y="7"/>
                    <a:pt x="90" y="7"/>
                    <a:pt x="90" y="7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29" y="65"/>
                    <a:pt x="25" y="72"/>
                    <a:pt x="16" y="82"/>
                  </a:cubicBezTo>
                  <a:cubicBezTo>
                    <a:pt x="15" y="84"/>
                    <a:pt x="14" y="84"/>
                    <a:pt x="14" y="85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37" y="94"/>
                    <a:pt x="37" y="94"/>
                    <a:pt x="37" y="94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49" y="69"/>
                    <a:pt x="49" y="69"/>
                    <a:pt x="49" y="69"/>
                  </a:cubicBezTo>
                  <a:cubicBezTo>
                    <a:pt x="85" y="52"/>
                    <a:pt x="85" y="52"/>
                    <a:pt x="85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4" y="27"/>
                    <a:pt x="104" y="27"/>
                    <a:pt x="104" y="27"/>
                  </a:cubicBezTo>
                  <a:lnTo>
                    <a:pt x="91" y="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1" name="Google Shape;416;p50">
              <a:extLst>
                <a:ext uri="{FF2B5EF4-FFF2-40B4-BE49-F238E27FC236}">
                  <a16:creationId xmlns:a16="http://schemas.microsoft.com/office/drawing/2014/main" id="{3E214B52-2396-4A0C-9080-A16A68A78AF3}"/>
                </a:ext>
              </a:extLst>
            </p:cNvPr>
            <p:cNvSpPr/>
            <p:nvPr/>
          </p:nvSpPr>
          <p:spPr>
            <a:xfrm>
              <a:off x="3748087" y="3267075"/>
              <a:ext cx="214312" cy="192088"/>
            </a:xfrm>
            <a:custGeom>
              <a:avLst/>
              <a:gdLst/>
              <a:ahLst/>
              <a:cxnLst/>
              <a:rect l="l" t="t" r="r" b="b"/>
              <a:pathLst>
                <a:path w="135" h="121" extrusionOk="0">
                  <a:moveTo>
                    <a:pt x="68" y="16"/>
                  </a:moveTo>
                  <a:lnTo>
                    <a:pt x="57" y="18"/>
                  </a:lnTo>
                  <a:lnTo>
                    <a:pt x="49" y="27"/>
                  </a:lnTo>
                  <a:lnTo>
                    <a:pt x="37" y="57"/>
                  </a:lnTo>
                  <a:lnTo>
                    <a:pt x="24" y="66"/>
                  </a:lnTo>
                  <a:lnTo>
                    <a:pt x="24" y="69"/>
                  </a:lnTo>
                  <a:lnTo>
                    <a:pt x="29" y="71"/>
                  </a:lnTo>
                  <a:lnTo>
                    <a:pt x="27" y="77"/>
                  </a:lnTo>
                  <a:lnTo>
                    <a:pt x="3" y="109"/>
                  </a:lnTo>
                  <a:lnTo>
                    <a:pt x="0" y="121"/>
                  </a:lnTo>
                  <a:lnTo>
                    <a:pt x="73" y="121"/>
                  </a:lnTo>
                  <a:lnTo>
                    <a:pt x="69" y="94"/>
                  </a:lnTo>
                  <a:lnTo>
                    <a:pt x="79" y="84"/>
                  </a:lnTo>
                  <a:lnTo>
                    <a:pt x="98" y="79"/>
                  </a:lnTo>
                  <a:lnTo>
                    <a:pt x="98" y="27"/>
                  </a:lnTo>
                  <a:lnTo>
                    <a:pt x="135" y="27"/>
                  </a:lnTo>
                  <a:lnTo>
                    <a:pt x="135" y="6"/>
                  </a:lnTo>
                  <a:lnTo>
                    <a:pt x="135" y="0"/>
                  </a:lnTo>
                  <a:lnTo>
                    <a:pt x="73" y="0"/>
                  </a:lnTo>
                  <a:lnTo>
                    <a:pt x="68" y="1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2" name="Google Shape;417;p50">
              <a:extLst>
                <a:ext uri="{FF2B5EF4-FFF2-40B4-BE49-F238E27FC236}">
                  <a16:creationId xmlns:a16="http://schemas.microsoft.com/office/drawing/2014/main" id="{AE2FBCDD-5F1B-4F0E-B1D3-BE3D9FA138FA}"/>
                </a:ext>
              </a:extLst>
            </p:cNvPr>
            <p:cNvSpPr/>
            <p:nvPr/>
          </p:nvSpPr>
          <p:spPr>
            <a:xfrm>
              <a:off x="5176838" y="3563939"/>
              <a:ext cx="252412" cy="153988"/>
            </a:xfrm>
            <a:custGeom>
              <a:avLst/>
              <a:gdLst/>
              <a:ahLst/>
              <a:cxnLst/>
              <a:rect l="l" t="t" r="r" b="b"/>
              <a:pathLst>
                <a:path w="94" h="57" extrusionOk="0">
                  <a:moveTo>
                    <a:pt x="18" y="17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3" y="24"/>
                    <a:pt x="4" y="27"/>
                    <a:pt x="4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18" y="1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" name="Google Shape;418;p50">
              <a:extLst>
                <a:ext uri="{FF2B5EF4-FFF2-40B4-BE49-F238E27FC236}">
                  <a16:creationId xmlns:a16="http://schemas.microsoft.com/office/drawing/2014/main" id="{9FD2D11A-089B-4090-A9C4-8705FCDA20D5}"/>
                </a:ext>
              </a:extLst>
            </p:cNvPr>
            <p:cNvSpPr/>
            <p:nvPr/>
          </p:nvSpPr>
          <p:spPr>
            <a:xfrm>
              <a:off x="6586538" y="3411539"/>
              <a:ext cx="168276" cy="415925"/>
            </a:xfrm>
            <a:custGeom>
              <a:avLst/>
              <a:gdLst/>
              <a:ahLst/>
              <a:cxnLst/>
              <a:rect l="l" t="t" r="r" b="b"/>
              <a:pathLst>
                <a:path w="63" h="155" extrusionOk="0">
                  <a:moveTo>
                    <a:pt x="14" y="6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45" y="105"/>
                    <a:pt x="45" y="105"/>
                    <a:pt x="45" y="105"/>
                  </a:cubicBezTo>
                  <a:cubicBezTo>
                    <a:pt x="45" y="115"/>
                    <a:pt x="45" y="115"/>
                    <a:pt x="45" y="115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21" y="136"/>
                    <a:pt x="21" y="136"/>
                    <a:pt x="21" y="136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44"/>
                    <a:pt x="32" y="144"/>
                    <a:pt x="32" y="144"/>
                  </a:cubicBezTo>
                  <a:cubicBezTo>
                    <a:pt x="36" y="144"/>
                    <a:pt x="36" y="144"/>
                    <a:pt x="36" y="144"/>
                  </a:cubicBezTo>
                  <a:cubicBezTo>
                    <a:pt x="38" y="143"/>
                    <a:pt x="38" y="143"/>
                    <a:pt x="38" y="143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52" y="130"/>
                    <a:pt x="52" y="130"/>
                    <a:pt x="52" y="130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57" y="81"/>
                    <a:pt x="57" y="81"/>
                    <a:pt x="57" y="81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36" y="48"/>
                    <a:pt x="35" y="38"/>
                    <a:pt x="40" y="32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2" y="2"/>
                    <a:pt x="18" y="4"/>
                    <a:pt x="14" y="6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" name="Google Shape;419;p50">
              <a:extLst>
                <a:ext uri="{FF2B5EF4-FFF2-40B4-BE49-F238E27FC236}">
                  <a16:creationId xmlns:a16="http://schemas.microsoft.com/office/drawing/2014/main" id="{0F58D945-9A98-4FA3-89E7-5FC87310D049}"/>
                </a:ext>
              </a:extLst>
            </p:cNvPr>
            <p:cNvSpPr/>
            <p:nvPr/>
          </p:nvSpPr>
          <p:spPr>
            <a:xfrm>
              <a:off x="6586538" y="3411539"/>
              <a:ext cx="168276" cy="415925"/>
            </a:xfrm>
            <a:custGeom>
              <a:avLst/>
              <a:gdLst/>
              <a:ahLst/>
              <a:cxnLst/>
              <a:rect l="l" t="t" r="r" b="b"/>
              <a:pathLst>
                <a:path w="63" h="155" extrusionOk="0">
                  <a:moveTo>
                    <a:pt x="14" y="6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45" y="105"/>
                    <a:pt x="45" y="105"/>
                    <a:pt x="45" y="105"/>
                  </a:cubicBezTo>
                  <a:cubicBezTo>
                    <a:pt x="45" y="115"/>
                    <a:pt x="45" y="115"/>
                    <a:pt x="45" y="115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21" y="136"/>
                    <a:pt x="21" y="136"/>
                    <a:pt x="21" y="136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44"/>
                    <a:pt x="32" y="144"/>
                    <a:pt x="32" y="144"/>
                  </a:cubicBezTo>
                  <a:cubicBezTo>
                    <a:pt x="36" y="144"/>
                    <a:pt x="36" y="144"/>
                    <a:pt x="36" y="144"/>
                  </a:cubicBezTo>
                  <a:cubicBezTo>
                    <a:pt x="38" y="143"/>
                    <a:pt x="38" y="143"/>
                    <a:pt x="38" y="143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52" y="130"/>
                    <a:pt x="52" y="130"/>
                    <a:pt x="52" y="130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57" y="81"/>
                    <a:pt x="57" y="81"/>
                    <a:pt x="57" y="81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36" y="48"/>
                    <a:pt x="35" y="38"/>
                    <a:pt x="40" y="32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2" y="2"/>
                    <a:pt x="18" y="4"/>
                    <a:pt x="14" y="6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5" name="Google Shape;420;p50">
              <a:extLst>
                <a:ext uri="{FF2B5EF4-FFF2-40B4-BE49-F238E27FC236}">
                  <a16:creationId xmlns:a16="http://schemas.microsoft.com/office/drawing/2014/main" id="{F5B41730-F8EB-4F14-83A9-9EA8788DA69C}"/>
                </a:ext>
              </a:extLst>
            </p:cNvPr>
            <p:cNvSpPr/>
            <p:nvPr/>
          </p:nvSpPr>
          <p:spPr>
            <a:xfrm>
              <a:off x="6481765" y="3486151"/>
              <a:ext cx="182562" cy="430213"/>
            </a:xfrm>
            <a:custGeom>
              <a:avLst/>
              <a:gdLst/>
              <a:ahLst/>
              <a:cxnLst/>
              <a:rect l="l" t="t" r="r" b="b"/>
              <a:pathLst>
                <a:path w="68" h="160" extrusionOk="0">
                  <a:moveTo>
                    <a:pt x="66" y="61"/>
                  </a:moveTo>
                  <a:cubicBezTo>
                    <a:pt x="59" y="44"/>
                    <a:pt x="59" y="44"/>
                    <a:pt x="59" y="44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7"/>
                    <a:pt x="9" y="52"/>
                    <a:pt x="10" y="56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7" y="111"/>
                    <a:pt x="7" y="111"/>
                    <a:pt x="7" y="111"/>
                  </a:cubicBezTo>
                  <a:cubicBezTo>
                    <a:pt x="6" y="111"/>
                    <a:pt x="6" y="111"/>
                    <a:pt x="6" y="111"/>
                  </a:cubicBezTo>
                  <a:cubicBezTo>
                    <a:pt x="6" y="112"/>
                    <a:pt x="6" y="112"/>
                    <a:pt x="6" y="112"/>
                  </a:cubicBezTo>
                  <a:cubicBezTo>
                    <a:pt x="1" y="125"/>
                    <a:pt x="1" y="125"/>
                    <a:pt x="1" y="125"/>
                  </a:cubicBezTo>
                  <a:cubicBezTo>
                    <a:pt x="1" y="129"/>
                    <a:pt x="1" y="129"/>
                    <a:pt x="1" y="129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12" y="148"/>
                    <a:pt x="12" y="148"/>
                    <a:pt x="12" y="148"/>
                  </a:cubicBezTo>
                  <a:cubicBezTo>
                    <a:pt x="16" y="153"/>
                    <a:pt x="16" y="153"/>
                    <a:pt x="16" y="153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2" y="154"/>
                    <a:pt x="32" y="154"/>
                    <a:pt x="32" y="154"/>
                  </a:cubicBezTo>
                  <a:cubicBezTo>
                    <a:pt x="32" y="152"/>
                    <a:pt x="32" y="152"/>
                    <a:pt x="32" y="152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3" y="138"/>
                    <a:pt x="23" y="138"/>
                    <a:pt x="23" y="138"/>
                  </a:cubicBezTo>
                  <a:cubicBezTo>
                    <a:pt x="23" y="135"/>
                    <a:pt x="23" y="135"/>
                    <a:pt x="23" y="135"/>
                  </a:cubicBezTo>
                  <a:cubicBezTo>
                    <a:pt x="20" y="137"/>
                    <a:pt x="20" y="137"/>
                    <a:pt x="20" y="137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21" y="128"/>
                    <a:pt x="21" y="128"/>
                    <a:pt x="21" y="128"/>
                  </a:cubicBezTo>
                  <a:cubicBezTo>
                    <a:pt x="18" y="128"/>
                    <a:pt x="18" y="128"/>
                    <a:pt x="18" y="128"/>
                  </a:cubicBezTo>
                  <a:cubicBezTo>
                    <a:pt x="13" y="129"/>
                    <a:pt x="13" y="129"/>
                    <a:pt x="13" y="129"/>
                  </a:cubicBezTo>
                  <a:cubicBezTo>
                    <a:pt x="12" y="127"/>
                    <a:pt x="12" y="127"/>
                    <a:pt x="12" y="127"/>
                  </a:cubicBezTo>
                  <a:cubicBezTo>
                    <a:pt x="13" y="117"/>
                    <a:pt x="13" y="117"/>
                    <a:pt x="13" y="117"/>
                  </a:cubicBezTo>
                  <a:cubicBezTo>
                    <a:pt x="11" y="112"/>
                    <a:pt x="11" y="112"/>
                    <a:pt x="11" y="112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20" y="93"/>
                    <a:pt x="20" y="93"/>
                    <a:pt x="20" y="93"/>
                  </a:cubicBezTo>
                  <a:cubicBezTo>
                    <a:pt x="20" y="83"/>
                    <a:pt x="20" y="83"/>
                    <a:pt x="20" y="83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32" y="83"/>
                    <a:pt x="36" y="85"/>
                    <a:pt x="39" y="90"/>
                  </a:cubicBezTo>
                  <a:cubicBezTo>
                    <a:pt x="39" y="90"/>
                    <a:pt x="39" y="90"/>
                    <a:pt x="39" y="89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60" y="72"/>
                    <a:pt x="60" y="72"/>
                    <a:pt x="60" y="72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68" y="67"/>
                    <a:pt x="68" y="67"/>
                    <a:pt x="68" y="67"/>
                  </a:cubicBezTo>
                  <a:lnTo>
                    <a:pt x="66" y="6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6" name="Google Shape;421;p50">
              <a:extLst>
                <a:ext uri="{FF2B5EF4-FFF2-40B4-BE49-F238E27FC236}">
                  <a16:creationId xmlns:a16="http://schemas.microsoft.com/office/drawing/2014/main" id="{0692C4B0-2377-449E-8140-374B2300D621}"/>
                </a:ext>
              </a:extLst>
            </p:cNvPr>
            <p:cNvSpPr/>
            <p:nvPr/>
          </p:nvSpPr>
          <p:spPr>
            <a:xfrm>
              <a:off x="4795838" y="2822576"/>
              <a:ext cx="423862" cy="185737"/>
            </a:xfrm>
            <a:custGeom>
              <a:avLst/>
              <a:gdLst/>
              <a:ahLst/>
              <a:cxnLst/>
              <a:rect l="l" t="t" r="r" b="b"/>
              <a:pathLst>
                <a:path w="158" h="69" extrusionOk="0">
                  <a:moveTo>
                    <a:pt x="127" y="8"/>
                  </a:moveTo>
                  <a:cubicBezTo>
                    <a:pt x="125" y="11"/>
                    <a:pt x="125" y="11"/>
                    <a:pt x="125" y="11"/>
                  </a:cubicBezTo>
                  <a:cubicBezTo>
                    <a:pt x="118" y="11"/>
                    <a:pt x="111" y="12"/>
                    <a:pt x="105" y="12"/>
                  </a:cubicBezTo>
                  <a:cubicBezTo>
                    <a:pt x="100" y="11"/>
                    <a:pt x="96" y="11"/>
                    <a:pt x="92" y="10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89" y="7"/>
                    <a:pt x="87" y="7"/>
                    <a:pt x="85" y="7"/>
                  </a:cubicBezTo>
                  <a:cubicBezTo>
                    <a:pt x="82" y="6"/>
                    <a:pt x="78" y="5"/>
                    <a:pt x="74" y="4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1" y="1"/>
                    <a:pt x="70" y="2"/>
                    <a:pt x="68" y="2"/>
                  </a:cubicBezTo>
                  <a:cubicBezTo>
                    <a:pt x="58" y="5"/>
                    <a:pt x="47" y="8"/>
                    <a:pt x="37" y="9"/>
                  </a:cubicBezTo>
                  <a:cubicBezTo>
                    <a:pt x="33" y="10"/>
                    <a:pt x="30" y="10"/>
                    <a:pt x="26" y="1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57" y="68"/>
                    <a:pt x="59" y="68"/>
                    <a:pt x="61" y="66"/>
                  </a:cubicBezTo>
                  <a:cubicBezTo>
                    <a:pt x="64" y="65"/>
                    <a:pt x="67" y="63"/>
                    <a:pt x="70" y="60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1" y="66"/>
                    <a:pt x="81" y="66"/>
                    <a:pt x="81" y="66"/>
                  </a:cubicBezTo>
                  <a:cubicBezTo>
                    <a:pt x="82" y="66"/>
                    <a:pt x="83" y="65"/>
                    <a:pt x="84" y="65"/>
                  </a:cubicBezTo>
                  <a:cubicBezTo>
                    <a:pt x="86" y="64"/>
                    <a:pt x="86" y="64"/>
                    <a:pt x="86" y="64"/>
                  </a:cubicBezTo>
                  <a:cubicBezTo>
                    <a:pt x="89" y="64"/>
                    <a:pt x="91" y="63"/>
                    <a:pt x="94" y="63"/>
                  </a:cubicBezTo>
                  <a:cubicBezTo>
                    <a:pt x="97" y="63"/>
                    <a:pt x="101" y="63"/>
                    <a:pt x="104" y="63"/>
                  </a:cubicBezTo>
                  <a:cubicBezTo>
                    <a:pt x="113" y="61"/>
                    <a:pt x="122" y="59"/>
                    <a:pt x="132" y="58"/>
                  </a:cubicBezTo>
                  <a:cubicBezTo>
                    <a:pt x="132" y="57"/>
                    <a:pt x="132" y="57"/>
                    <a:pt x="133" y="56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1" y="28"/>
                    <a:pt x="151" y="28"/>
                    <a:pt x="151" y="28"/>
                  </a:cubicBezTo>
                  <a:cubicBezTo>
                    <a:pt x="149" y="28"/>
                    <a:pt x="149" y="28"/>
                    <a:pt x="149" y="28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46" y="24"/>
                    <a:pt x="144" y="22"/>
                    <a:pt x="142" y="20"/>
                  </a:cubicBezTo>
                  <a:cubicBezTo>
                    <a:pt x="137" y="16"/>
                    <a:pt x="133" y="13"/>
                    <a:pt x="129" y="9"/>
                  </a:cubicBezTo>
                  <a:lnTo>
                    <a:pt x="127" y="8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" name="Google Shape;422;p50">
              <a:extLst>
                <a:ext uri="{FF2B5EF4-FFF2-40B4-BE49-F238E27FC236}">
                  <a16:creationId xmlns:a16="http://schemas.microsoft.com/office/drawing/2014/main" id="{71B10224-E8EF-4FF9-A821-7971DF847346}"/>
                </a:ext>
              </a:extLst>
            </p:cNvPr>
            <p:cNvSpPr/>
            <p:nvPr/>
          </p:nvSpPr>
          <p:spPr>
            <a:xfrm>
              <a:off x="4795838" y="2828926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23" h="14" extrusionOk="0">
                  <a:moveTo>
                    <a:pt x="11" y="1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0" y="13"/>
                    <a:pt x="16" y="12"/>
                    <a:pt x="21" y="11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3"/>
                    <a:pt x="17" y="2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3" y="0"/>
                    <a:pt x="12" y="1"/>
                  </a:cubicBezTo>
                  <a:lnTo>
                    <a:pt x="11" y="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8" name="Google Shape;423;p50">
              <a:extLst>
                <a:ext uri="{FF2B5EF4-FFF2-40B4-BE49-F238E27FC236}">
                  <a16:creationId xmlns:a16="http://schemas.microsoft.com/office/drawing/2014/main" id="{2E2AAE09-C7FA-40CE-AB96-CFB6E6CED548}"/>
                </a:ext>
              </a:extLst>
            </p:cNvPr>
            <p:cNvSpPr/>
            <p:nvPr/>
          </p:nvSpPr>
          <p:spPr>
            <a:xfrm>
              <a:off x="5414962" y="2801939"/>
              <a:ext cx="301625" cy="247649"/>
            </a:xfrm>
            <a:custGeom>
              <a:avLst/>
              <a:gdLst/>
              <a:ahLst/>
              <a:cxnLst/>
              <a:rect l="l" t="t" r="r" b="b"/>
              <a:pathLst>
                <a:path w="112" h="92" extrusionOk="0">
                  <a:moveTo>
                    <a:pt x="64" y="19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60"/>
                    <a:pt x="16" y="62"/>
                    <a:pt x="15" y="64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6" y="91"/>
                    <a:pt x="76" y="91"/>
                    <a:pt x="76" y="91"/>
                  </a:cubicBezTo>
                  <a:cubicBezTo>
                    <a:pt x="88" y="92"/>
                    <a:pt x="88" y="92"/>
                    <a:pt x="88" y="92"/>
                  </a:cubicBezTo>
                  <a:cubicBezTo>
                    <a:pt x="112" y="60"/>
                    <a:pt x="112" y="60"/>
                    <a:pt x="112" y="60"/>
                  </a:cubicBezTo>
                  <a:cubicBezTo>
                    <a:pt x="77" y="24"/>
                    <a:pt x="77" y="24"/>
                    <a:pt x="77" y="24"/>
                  </a:cubicBezTo>
                  <a:lnTo>
                    <a:pt x="64" y="19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9" name="Google Shape;424;p50">
              <a:extLst>
                <a:ext uri="{FF2B5EF4-FFF2-40B4-BE49-F238E27FC236}">
                  <a16:creationId xmlns:a16="http://schemas.microsoft.com/office/drawing/2014/main" id="{8B39A7C6-723F-44A5-9284-5B08B1AF8E9E}"/>
                </a:ext>
              </a:extLst>
            </p:cNvPr>
            <p:cNvSpPr/>
            <p:nvPr/>
          </p:nvSpPr>
          <p:spPr>
            <a:xfrm>
              <a:off x="7013576" y="3346450"/>
              <a:ext cx="53976" cy="88900"/>
            </a:xfrm>
            <a:custGeom>
              <a:avLst/>
              <a:gdLst/>
              <a:ahLst/>
              <a:cxnLst/>
              <a:rect l="l" t="t" r="r" b="b"/>
              <a:pathLst>
                <a:path w="20" h="33" extrusionOk="0">
                  <a:moveTo>
                    <a:pt x="20" y="3"/>
                  </a:moveTo>
                  <a:cubicBezTo>
                    <a:pt x="19" y="5"/>
                    <a:pt x="19" y="7"/>
                    <a:pt x="18" y="9"/>
                  </a:cubicBezTo>
                  <a:cubicBezTo>
                    <a:pt x="18" y="11"/>
                    <a:pt x="18" y="12"/>
                    <a:pt x="18" y="14"/>
                  </a:cubicBezTo>
                  <a:cubicBezTo>
                    <a:pt x="15" y="21"/>
                    <a:pt x="11" y="27"/>
                    <a:pt x="8" y="33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1"/>
                    <a:pt x="2" y="18"/>
                    <a:pt x="3" y="15"/>
                  </a:cubicBezTo>
                  <a:cubicBezTo>
                    <a:pt x="4" y="12"/>
                    <a:pt x="6" y="8"/>
                    <a:pt x="8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3"/>
                    <a:pt x="20" y="3"/>
                    <a:pt x="20" y="3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0" name="Google Shape;425;p50">
              <a:extLst>
                <a:ext uri="{FF2B5EF4-FFF2-40B4-BE49-F238E27FC236}">
                  <a16:creationId xmlns:a16="http://schemas.microsoft.com/office/drawing/2014/main" id="{463878F6-393C-4EBC-8A77-E06D5945D3A5}"/>
                </a:ext>
              </a:extLst>
            </p:cNvPr>
            <p:cNvSpPr/>
            <p:nvPr/>
          </p:nvSpPr>
          <p:spPr>
            <a:xfrm>
              <a:off x="7013576" y="3346450"/>
              <a:ext cx="53976" cy="88900"/>
            </a:xfrm>
            <a:custGeom>
              <a:avLst/>
              <a:gdLst/>
              <a:ahLst/>
              <a:cxnLst/>
              <a:rect l="l" t="t" r="r" b="b"/>
              <a:pathLst>
                <a:path w="20" h="33" extrusionOk="0">
                  <a:moveTo>
                    <a:pt x="20" y="3"/>
                  </a:moveTo>
                  <a:cubicBezTo>
                    <a:pt x="19" y="5"/>
                    <a:pt x="19" y="7"/>
                    <a:pt x="18" y="9"/>
                  </a:cubicBezTo>
                  <a:cubicBezTo>
                    <a:pt x="18" y="11"/>
                    <a:pt x="18" y="12"/>
                    <a:pt x="18" y="14"/>
                  </a:cubicBezTo>
                  <a:cubicBezTo>
                    <a:pt x="15" y="21"/>
                    <a:pt x="11" y="27"/>
                    <a:pt x="8" y="33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1"/>
                    <a:pt x="2" y="18"/>
                    <a:pt x="3" y="15"/>
                  </a:cubicBezTo>
                  <a:cubicBezTo>
                    <a:pt x="4" y="12"/>
                    <a:pt x="6" y="8"/>
                    <a:pt x="8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3"/>
                    <a:pt x="20" y="3"/>
                    <a:pt x="20" y="3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1" name="Google Shape;426;p50">
              <a:extLst>
                <a:ext uri="{FF2B5EF4-FFF2-40B4-BE49-F238E27FC236}">
                  <a16:creationId xmlns:a16="http://schemas.microsoft.com/office/drawing/2014/main" id="{1424FC41-8C1D-4F5A-A347-562B67AB7FD8}"/>
                </a:ext>
              </a:extLst>
            </p:cNvPr>
            <p:cNvSpPr/>
            <p:nvPr/>
          </p:nvSpPr>
          <p:spPr>
            <a:xfrm>
              <a:off x="5767389" y="2868613"/>
              <a:ext cx="182562" cy="127001"/>
            </a:xfrm>
            <a:custGeom>
              <a:avLst/>
              <a:gdLst/>
              <a:ahLst/>
              <a:cxnLst/>
              <a:rect l="l" t="t" r="r" b="b"/>
              <a:pathLst>
                <a:path w="68" h="47" extrusionOk="0">
                  <a:moveTo>
                    <a:pt x="55" y="15"/>
                  </a:moveTo>
                  <a:cubicBezTo>
                    <a:pt x="55" y="14"/>
                    <a:pt x="55" y="14"/>
                    <a:pt x="55" y="14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9" y="38"/>
                    <a:pt x="13" y="39"/>
                    <a:pt x="17" y="39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2" y="43"/>
                    <a:pt x="55" y="43"/>
                    <a:pt x="58" y="42"/>
                  </a:cubicBezTo>
                  <a:cubicBezTo>
                    <a:pt x="60" y="41"/>
                    <a:pt x="62" y="40"/>
                    <a:pt x="64" y="40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8" y="28"/>
                    <a:pt x="68" y="28"/>
                    <a:pt x="68" y="28"/>
                  </a:cubicBezTo>
                  <a:lnTo>
                    <a:pt x="55" y="1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2" name="Google Shape;427;p50">
              <a:extLst>
                <a:ext uri="{FF2B5EF4-FFF2-40B4-BE49-F238E27FC236}">
                  <a16:creationId xmlns:a16="http://schemas.microsoft.com/office/drawing/2014/main" id="{76E60D8B-26DE-4448-AF73-FBAA6926988F}"/>
                </a:ext>
              </a:extLst>
            </p:cNvPr>
            <p:cNvSpPr/>
            <p:nvPr/>
          </p:nvSpPr>
          <p:spPr>
            <a:xfrm>
              <a:off x="5006976" y="2979738"/>
              <a:ext cx="142875" cy="157163"/>
            </a:xfrm>
            <a:custGeom>
              <a:avLst/>
              <a:gdLst/>
              <a:ahLst/>
              <a:cxnLst/>
              <a:rect l="l" t="t" r="r" b="b"/>
              <a:pathLst>
                <a:path w="53" h="59" extrusionOk="0">
                  <a:moveTo>
                    <a:pt x="25" y="5"/>
                  </a:moveTo>
                  <a:cubicBezTo>
                    <a:pt x="22" y="5"/>
                    <a:pt x="18" y="5"/>
                    <a:pt x="15" y="5"/>
                  </a:cubicBezTo>
                  <a:cubicBezTo>
                    <a:pt x="12" y="5"/>
                    <a:pt x="10" y="6"/>
                    <a:pt x="7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3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6"/>
                    <a:pt x="3" y="23"/>
                    <a:pt x="3" y="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20" y="47"/>
                    <a:pt x="22" y="45"/>
                    <a:pt x="25" y="43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9" y="10"/>
                    <a:pt x="51" y="5"/>
                    <a:pt x="53" y="0"/>
                  </a:cubicBezTo>
                  <a:cubicBezTo>
                    <a:pt x="43" y="1"/>
                    <a:pt x="34" y="3"/>
                    <a:pt x="25" y="5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3" name="Google Shape;428;p50">
              <a:extLst>
                <a:ext uri="{FF2B5EF4-FFF2-40B4-BE49-F238E27FC236}">
                  <a16:creationId xmlns:a16="http://schemas.microsoft.com/office/drawing/2014/main" id="{76493967-E70D-44FD-B048-CECD35FAB4BD}"/>
                </a:ext>
              </a:extLst>
            </p:cNvPr>
            <p:cNvSpPr/>
            <p:nvPr/>
          </p:nvSpPr>
          <p:spPr>
            <a:xfrm>
              <a:off x="5006976" y="2979738"/>
              <a:ext cx="142875" cy="157163"/>
            </a:xfrm>
            <a:custGeom>
              <a:avLst/>
              <a:gdLst/>
              <a:ahLst/>
              <a:cxnLst/>
              <a:rect l="l" t="t" r="r" b="b"/>
              <a:pathLst>
                <a:path w="53" h="59" extrusionOk="0">
                  <a:moveTo>
                    <a:pt x="25" y="5"/>
                  </a:moveTo>
                  <a:cubicBezTo>
                    <a:pt x="22" y="5"/>
                    <a:pt x="18" y="5"/>
                    <a:pt x="15" y="5"/>
                  </a:cubicBezTo>
                  <a:cubicBezTo>
                    <a:pt x="12" y="5"/>
                    <a:pt x="10" y="6"/>
                    <a:pt x="7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3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6"/>
                    <a:pt x="3" y="23"/>
                    <a:pt x="3" y="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20" y="47"/>
                    <a:pt x="22" y="45"/>
                    <a:pt x="25" y="43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9" y="10"/>
                    <a:pt x="51" y="5"/>
                    <a:pt x="53" y="0"/>
                  </a:cubicBezTo>
                  <a:cubicBezTo>
                    <a:pt x="43" y="1"/>
                    <a:pt x="34" y="3"/>
                    <a:pt x="25" y="5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4" name="Google Shape;429;p50">
              <a:extLst>
                <a:ext uri="{FF2B5EF4-FFF2-40B4-BE49-F238E27FC236}">
                  <a16:creationId xmlns:a16="http://schemas.microsoft.com/office/drawing/2014/main" id="{CBC6649D-8A7D-4A39-B6E2-182BE6911EE4}"/>
                </a:ext>
              </a:extLst>
            </p:cNvPr>
            <p:cNvSpPr/>
            <p:nvPr/>
          </p:nvSpPr>
          <p:spPr>
            <a:xfrm>
              <a:off x="6057902" y="3806826"/>
              <a:ext cx="50800" cy="87313"/>
            </a:xfrm>
            <a:custGeom>
              <a:avLst/>
              <a:gdLst/>
              <a:ahLst/>
              <a:cxnLst/>
              <a:rect l="l" t="t" r="r" b="b"/>
              <a:pathLst>
                <a:path w="19" h="33" extrusionOk="0">
                  <a:moveTo>
                    <a:pt x="4" y="0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4" y="10"/>
                    <a:pt x="16" y="16"/>
                    <a:pt x="19" y="23"/>
                  </a:cubicBezTo>
                  <a:cubicBezTo>
                    <a:pt x="19" y="24"/>
                    <a:pt x="18" y="26"/>
                    <a:pt x="17" y="27"/>
                  </a:cubicBezTo>
                  <a:cubicBezTo>
                    <a:pt x="15" y="29"/>
                    <a:pt x="14" y="31"/>
                    <a:pt x="12" y="32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3"/>
                    <a:pt x="1" y="18"/>
                    <a:pt x="1" y="1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5" name="Google Shape;430;p50">
              <a:extLst>
                <a:ext uri="{FF2B5EF4-FFF2-40B4-BE49-F238E27FC236}">
                  <a16:creationId xmlns:a16="http://schemas.microsoft.com/office/drawing/2014/main" id="{3BF3E269-6085-4111-BEAB-260869CD750B}"/>
                </a:ext>
              </a:extLst>
            </p:cNvPr>
            <p:cNvSpPr/>
            <p:nvPr/>
          </p:nvSpPr>
          <p:spPr>
            <a:xfrm>
              <a:off x="6057902" y="3806826"/>
              <a:ext cx="50800" cy="87313"/>
            </a:xfrm>
            <a:custGeom>
              <a:avLst/>
              <a:gdLst/>
              <a:ahLst/>
              <a:cxnLst/>
              <a:rect l="l" t="t" r="r" b="b"/>
              <a:pathLst>
                <a:path w="19" h="33" extrusionOk="0">
                  <a:moveTo>
                    <a:pt x="4" y="0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4" y="10"/>
                    <a:pt x="16" y="16"/>
                    <a:pt x="19" y="23"/>
                  </a:cubicBezTo>
                  <a:cubicBezTo>
                    <a:pt x="19" y="24"/>
                    <a:pt x="18" y="26"/>
                    <a:pt x="17" y="27"/>
                  </a:cubicBezTo>
                  <a:cubicBezTo>
                    <a:pt x="15" y="29"/>
                    <a:pt x="14" y="31"/>
                    <a:pt x="12" y="32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3"/>
                    <a:pt x="1" y="18"/>
                    <a:pt x="1" y="1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6" name="Google Shape;431;p50">
              <a:extLst>
                <a:ext uri="{FF2B5EF4-FFF2-40B4-BE49-F238E27FC236}">
                  <a16:creationId xmlns:a16="http://schemas.microsoft.com/office/drawing/2014/main" id="{74B0EB02-6EA1-46E6-AAC6-BBEF6A6A5AFB}"/>
                </a:ext>
              </a:extLst>
            </p:cNvPr>
            <p:cNvSpPr/>
            <p:nvPr/>
          </p:nvSpPr>
          <p:spPr>
            <a:xfrm>
              <a:off x="6624638" y="4021139"/>
              <a:ext cx="9525" cy="11113"/>
            </a:xfrm>
            <a:custGeom>
              <a:avLst/>
              <a:gdLst/>
              <a:ahLst/>
              <a:cxnLst/>
              <a:rect l="l" t="t" r="r" b="b"/>
              <a:pathLst>
                <a:path w="6" h="7" extrusionOk="0">
                  <a:moveTo>
                    <a:pt x="6" y="3"/>
                  </a:moveTo>
                  <a:lnTo>
                    <a:pt x="5" y="0"/>
                  </a:lnTo>
                  <a:lnTo>
                    <a:pt x="0" y="7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7" name="Google Shape;432;p50">
              <a:extLst>
                <a:ext uri="{FF2B5EF4-FFF2-40B4-BE49-F238E27FC236}">
                  <a16:creationId xmlns:a16="http://schemas.microsoft.com/office/drawing/2014/main" id="{2EB1ADDA-8E8E-4EE0-9F7B-0B0FC87CE9FF}"/>
                </a:ext>
              </a:extLst>
            </p:cNvPr>
            <p:cNvSpPr/>
            <p:nvPr/>
          </p:nvSpPr>
          <p:spPr>
            <a:xfrm>
              <a:off x="5372101" y="3309939"/>
              <a:ext cx="25400" cy="58738"/>
            </a:xfrm>
            <a:custGeom>
              <a:avLst/>
              <a:gdLst/>
              <a:ahLst/>
              <a:cxnLst/>
              <a:rect l="l" t="t" r="r" b="b"/>
              <a:pathLst>
                <a:path w="9" h="22" extrusionOk="0">
                  <a:moveTo>
                    <a:pt x="0" y="18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5"/>
                    <a:pt x="8" y="8"/>
                    <a:pt x="8" y="10"/>
                  </a:cubicBezTo>
                  <a:cubicBezTo>
                    <a:pt x="8" y="12"/>
                    <a:pt x="8" y="13"/>
                    <a:pt x="8" y="15"/>
                  </a:cubicBezTo>
                  <a:cubicBezTo>
                    <a:pt x="5" y="22"/>
                    <a:pt x="5" y="22"/>
                    <a:pt x="5" y="22"/>
                  </a:cubicBezTo>
                  <a:lnTo>
                    <a:pt x="0" y="18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88" name="Google Shape;433;p50">
              <a:extLst>
                <a:ext uri="{FF2B5EF4-FFF2-40B4-BE49-F238E27FC236}">
                  <a16:creationId xmlns:a16="http://schemas.microsoft.com/office/drawing/2014/main" id="{4A070811-7DFB-4A29-8F24-9D66C3E2A39B}"/>
                </a:ext>
              </a:extLst>
            </p:cNvPr>
            <p:cNvGrpSpPr/>
            <p:nvPr/>
          </p:nvGrpSpPr>
          <p:grpSpPr>
            <a:xfrm>
              <a:off x="6932613" y="3567114"/>
              <a:ext cx="247650" cy="354012"/>
              <a:chOff x="6932612" y="3567113"/>
              <a:chExt cx="247650" cy="354012"/>
            </a:xfrm>
            <a:grpFill/>
          </p:grpSpPr>
          <p:sp>
            <p:nvSpPr>
              <p:cNvPr id="355" name="Google Shape;434;p50">
                <a:extLst>
                  <a:ext uri="{FF2B5EF4-FFF2-40B4-BE49-F238E27FC236}">
                    <a16:creationId xmlns:a16="http://schemas.microsoft.com/office/drawing/2014/main" id="{9677431E-B110-42EC-87D7-C55F4A7B324D}"/>
                  </a:ext>
                </a:extLst>
              </p:cNvPr>
              <p:cNvSpPr/>
              <p:nvPr/>
            </p:nvSpPr>
            <p:spPr>
              <a:xfrm>
                <a:off x="6997700" y="3567113"/>
                <a:ext cx="106362" cy="1635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61" extrusionOk="0">
                    <a:moveTo>
                      <a:pt x="11" y="37"/>
                    </a:moveTo>
                    <a:cubicBezTo>
                      <a:pt x="14" y="42"/>
                      <a:pt x="14" y="42"/>
                      <a:pt x="14" y="42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3" y="51"/>
                      <a:pt x="13" y="51"/>
                      <a:pt x="13" y="51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3" y="51"/>
                      <a:pt x="24" y="52"/>
                      <a:pt x="25" y="54"/>
                    </a:cubicBezTo>
                    <a:cubicBezTo>
                      <a:pt x="25" y="55"/>
                      <a:pt x="26" y="55"/>
                      <a:pt x="26" y="55"/>
                    </a:cubicBezTo>
                    <a:cubicBezTo>
                      <a:pt x="27" y="51"/>
                      <a:pt x="27" y="51"/>
                      <a:pt x="27" y="51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39" y="51"/>
                      <a:pt x="39" y="51"/>
                      <a:pt x="39" y="51"/>
                    </a:cubicBezTo>
                    <a:cubicBezTo>
                      <a:pt x="38" y="49"/>
                      <a:pt x="38" y="49"/>
                      <a:pt x="38" y="49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2" y="29"/>
                      <a:pt x="3" y="32"/>
                      <a:pt x="5" y="35"/>
                    </a:cubicBezTo>
                    <a:cubicBezTo>
                      <a:pt x="5" y="37"/>
                      <a:pt x="6" y="39"/>
                      <a:pt x="6" y="41"/>
                    </a:cubicBezTo>
                    <a:cubicBezTo>
                      <a:pt x="8" y="42"/>
                      <a:pt x="8" y="42"/>
                      <a:pt x="8" y="42"/>
                    </a:cubicBezTo>
                    <a:lnTo>
                      <a:pt x="11" y="3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6" name="Google Shape;435;p50">
                <a:extLst>
                  <a:ext uri="{FF2B5EF4-FFF2-40B4-BE49-F238E27FC236}">
                    <a16:creationId xmlns:a16="http://schemas.microsoft.com/office/drawing/2014/main" id="{B517F669-2F21-4143-8209-01730CCFDACE}"/>
                  </a:ext>
                </a:extLst>
              </p:cNvPr>
              <p:cNvSpPr/>
              <p:nvPr/>
            </p:nvSpPr>
            <p:spPr>
              <a:xfrm>
                <a:off x="7112000" y="37274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6" y="13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2" y="9"/>
                      <a:pt x="11" y="5"/>
                      <a:pt x="1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6" y="8"/>
                      <a:pt x="6" y="8"/>
                      <a:pt x="6" y="8"/>
                    </a:cubicBezTo>
                    <a:lnTo>
                      <a:pt x="6" y="1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7" name="Google Shape;436;p50">
                <a:extLst>
                  <a:ext uri="{FF2B5EF4-FFF2-40B4-BE49-F238E27FC236}">
                    <a16:creationId xmlns:a16="http://schemas.microsoft.com/office/drawing/2014/main" id="{0097064C-D87F-4D83-AD53-2E0143F52881}"/>
                  </a:ext>
                </a:extLst>
              </p:cNvPr>
              <p:cNvSpPr/>
              <p:nvPr/>
            </p:nvSpPr>
            <p:spPr>
              <a:xfrm>
                <a:off x="7050087" y="3744913"/>
                <a:ext cx="2698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2" extrusionOk="0">
                    <a:moveTo>
                      <a:pt x="10" y="5"/>
                    </a:moveTo>
                    <a:cubicBezTo>
                      <a:pt x="10" y="2"/>
                      <a:pt x="10" y="2"/>
                      <a:pt x="10" y="2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7"/>
                      <a:pt x="1" y="11"/>
                    </a:cubicBezTo>
                    <a:cubicBezTo>
                      <a:pt x="2" y="12"/>
                      <a:pt x="2" y="12"/>
                      <a:pt x="2" y="12"/>
                    </a:cubicBezTo>
                    <a:lnTo>
                      <a:pt x="10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8" name="Google Shape;437;p50">
                <a:extLst>
                  <a:ext uri="{FF2B5EF4-FFF2-40B4-BE49-F238E27FC236}">
                    <a16:creationId xmlns:a16="http://schemas.microsoft.com/office/drawing/2014/main" id="{53A754B5-FE2C-4E71-AAEC-6B5F48119536}"/>
                  </a:ext>
                </a:extLst>
              </p:cNvPr>
              <p:cNvSpPr/>
              <p:nvPr/>
            </p:nvSpPr>
            <p:spPr>
              <a:xfrm>
                <a:off x="7056437" y="3768725"/>
                <a:ext cx="317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" h="18" extrusionOk="0">
                    <a:moveTo>
                      <a:pt x="7" y="17"/>
                    </a:moveTo>
                    <a:cubicBezTo>
                      <a:pt x="7" y="15"/>
                      <a:pt x="8" y="14"/>
                      <a:pt x="8" y="12"/>
                    </a:cubicBezTo>
                    <a:cubicBezTo>
                      <a:pt x="9" y="9"/>
                      <a:pt x="10" y="6"/>
                      <a:pt x="12" y="3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7" y="1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9" name="Google Shape;438;p50">
                <a:extLst>
                  <a:ext uri="{FF2B5EF4-FFF2-40B4-BE49-F238E27FC236}">
                    <a16:creationId xmlns:a16="http://schemas.microsoft.com/office/drawing/2014/main" id="{8FB8D4E1-C98A-407C-8083-126A1BC45C71}"/>
                  </a:ext>
                </a:extLst>
              </p:cNvPr>
              <p:cNvSpPr/>
              <p:nvPr/>
            </p:nvSpPr>
            <p:spPr>
              <a:xfrm>
                <a:off x="7107237" y="3760788"/>
                <a:ext cx="19050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7" h="14" extrusionOk="0">
                    <a:moveTo>
                      <a:pt x="4" y="14"/>
                    </a:moveTo>
                    <a:cubicBezTo>
                      <a:pt x="7" y="14"/>
                      <a:pt x="7" y="14"/>
                      <a:pt x="7" y="1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5" y="3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9"/>
                      <a:pt x="3" y="9"/>
                      <a:pt x="3" y="9"/>
                    </a:cubicBezTo>
                    <a:lnTo>
                      <a:pt x="4" y="1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60" name="Google Shape;439;p50">
                <a:extLst>
                  <a:ext uri="{FF2B5EF4-FFF2-40B4-BE49-F238E27FC236}">
                    <a16:creationId xmlns:a16="http://schemas.microsoft.com/office/drawing/2014/main" id="{241B09F0-FDAB-427C-87A3-92E8FFDD3C83}"/>
                  </a:ext>
                </a:extLst>
              </p:cNvPr>
              <p:cNvSpPr/>
              <p:nvPr/>
            </p:nvSpPr>
            <p:spPr>
              <a:xfrm>
                <a:off x="7059612" y="3797300"/>
                <a:ext cx="1206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5" h="46" extrusionOk="0">
                    <a:moveTo>
                      <a:pt x="42" y="18"/>
                    </a:moveTo>
                    <a:cubicBezTo>
                      <a:pt x="40" y="16"/>
                      <a:pt x="39" y="14"/>
                      <a:pt x="37" y="12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22" y="44"/>
                      <a:pt x="24" y="44"/>
                      <a:pt x="26" y="45"/>
                    </a:cubicBezTo>
                    <a:cubicBezTo>
                      <a:pt x="27" y="45"/>
                      <a:pt x="28" y="46"/>
                      <a:pt x="29" y="46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30"/>
                      <a:pt x="38" y="33"/>
                      <a:pt x="39" y="35"/>
                    </a:cubicBezTo>
                    <a:cubicBezTo>
                      <a:pt x="39" y="36"/>
                      <a:pt x="39" y="37"/>
                      <a:pt x="40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4" y="24"/>
                      <a:pt x="43" y="21"/>
                      <a:pt x="42" y="18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61" name="Google Shape;440;p50">
                <a:extLst>
                  <a:ext uri="{FF2B5EF4-FFF2-40B4-BE49-F238E27FC236}">
                    <a16:creationId xmlns:a16="http://schemas.microsoft.com/office/drawing/2014/main" id="{29140F6E-C57C-4C98-92B0-547442939908}"/>
                  </a:ext>
                </a:extLst>
              </p:cNvPr>
              <p:cNvSpPr/>
              <p:nvPr/>
            </p:nvSpPr>
            <p:spPr>
              <a:xfrm>
                <a:off x="6932612" y="3752850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3" h="31" extrusionOk="0">
                    <a:moveTo>
                      <a:pt x="19" y="2"/>
                    </a:moveTo>
                    <a:cubicBezTo>
                      <a:pt x="18" y="8"/>
                      <a:pt x="18" y="8"/>
                      <a:pt x="18" y="8"/>
                    </a:cubicBezTo>
                    <a:cubicBezTo>
                      <a:pt x="12" y="15"/>
                      <a:pt x="6" y="22"/>
                      <a:pt x="0" y="29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19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62" name="Google Shape;441;p50">
                <a:extLst>
                  <a:ext uri="{FF2B5EF4-FFF2-40B4-BE49-F238E27FC236}">
                    <a16:creationId xmlns:a16="http://schemas.microsoft.com/office/drawing/2014/main" id="{B3E2C828-6487-484A-B01D-BDADF71214B9}"/>
                  </a:ext>
                </a:extLst>
              </p:cNvPr>
              <p:cNvSpPr/>
              <p:nvPr/>
            </p:nvSpPr>
            <p:spPr>
              <a:xfrm>
                <a:off x="7018337" y="3711575"/>
                <a:ext cx="26987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17" h="19" extrusionOk="0">
                    <a:moveTo>
                      <a:pt x="0" y="2"/>
                    </a:moveTo>
                    <a:lnTo>
                      <a:pt x="7" y="17"/>
                    </a:lnTo>
                    <a:lnTo>
                      <a:pt x="12" y="19"/>
                    </a:lnTo>
                    <a:lnTo>
                      <a:pt x="17" y="2"/>
                    </a:lnTo>
                    <a:lnTo>
                      <a:pt x="9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89" name="Google Shape;442;p50">
              <a:extLst>
                <a:ext uri="{FF2B5EF4-FFF2-40B4-BE49-F238E27FC236}">
                  <a16:creationId xmlns:a16="http://schemas.microsoft.com/office/drawing/2014/main" id="{262CDF01-3345-4B1D-9AB0-AF1307CD26BB}"/>
                </a:ext>
              </a:extLst>
            </p:cNvPr>
            <p:cNvSpPr/>
            <p:nvPr/>
          </p:nvSpPr>
          <p:spPr>
            <a:xfrm>
              <a:off x="5614988" y="2992439"/>
              <a:ext cx="377824" cy="404814"/>
            </a:xfrm>
            <a:custGeom>
              <a:avLst/>
              <a:gdLst/>
              <a:ahLst/>
              <a:cxnLst/>
              <a:rect l="l" t="t" r="r" b="b"/>
              <a:pathLst>
                <a:path w="141" h="151" extrusionOk="0">
                  <a:moveTo>
                    <a:pt x="125" y="1"/>
                  </a:moveTo>
                  <a:cubicBezTo>
                    <a:pt x="124" y="1"/>
                    <a:pt x="122" y="0"/>
                    <a:pt x="121" y="0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1" y="7"/>
                    <a:pt x="111" y="7"/>
                    <a:pt x="111" y="7"/>
                  </a:cubicBezTo>
                  <a:cubicBezTo>
                    <a:pt x="109" y="6"/>
                    <a:pt x="107" y="6"/>
                    <a:pt x="104" y="7"/>
                  </a:cubicBezTo>
                  <a:cubicBezTo>
                    <a:pt x="102" y="7"/>
                    <a:pt x="99" y="8"/>
                    <a:pt x="97" y="8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1" y="64"/>
                    <a:pt x="40" y="72"/>
                    <a:pt x="28" y="8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16" y="109"/>
                    <a:pt x="16" y="109"/>
                    <a:pt x="16" y="109"/>
                  </a:cubicBezTo>
                  <a:cubicBezTo>
                    <a:pt x="13" y="118"/>
                    <a:pt x="13" y="118"/>
                    <a:pt x="13" y="118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3" y="133"/>
                    <a:pt x="3" y="133"/>
                    <a:pt x="3" y="133"/>
                  </a:cubicBezTo>
                  <a:cubicBezTo>
                    <a:pt x="6" y="131"/>
                    <a:pt x="6" y="131"/>
                    <a:pt x="6" y="131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6" y="133"/>
                    <a:pt x="16" y="133"/>
                    <a:pt x="16" y="133"/>
                  </a:cubicBezTo>
                  <a:cubicBezTo>
                    <a:pt x="20" y="133"/>
                    <a:pt x="25" y="132"/>
                    <a:pt x="29" y="131"/>
                  </a:cubicBezTo>
                  <a:cubicBezTo>
                    <a:pt x="31" y="131"/>
                    <a:pt x="32" y="130"/>
                    <a:pt x="34" y="130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9" y="127"/>
                    <a:pt x="49" y="127"/>
                    <a:pt x="49" y="127"/>
                  </a:cubicBezTo>
                  <a:cubicBezTo>
                    <a:pt x="51" y="131"/>
                    <a:pt x="51" y="131"/>
                    <a:pt x="51" y="131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5" y="151"/>
                    <a:pt x="55" y="151"/>
                    <a:pt x="55" y="151"/>
                  </a:cubicBezTo>
                  <a:cubicBezTo>
                    <a:pt x="77" y="150"/>
                    <a:pt x="77" y="150"/>
                    <a:pt x="77" y="150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98" y="94"/>
                    <a:pt x="109" y="79"/>
                    <a:pt x="121" y="64"/>
                  </a:cubicBezTo>
                  <a:cubicBezTo>
                    <a:pt x="122" y="61"/>
                    <a:pt x="122" y="58"/>
                    <a:pt x="123" y="55"/>
                  </a:cubicBezTo>
                  <a:cubicBezTo>
                    <a:pt x="124" y="52"/>
                    <a:pt x="124" y="49"/>
                    <a:pt x="126" y="46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37" y="5"/>
                    <a:pt x="137" y="5"/>
                    <a:pt x="137" y="5"/>
                  </a:cubicBezTo>
                  <a:cubicBezTo>
                    <a:pt x="128" y="2"/>
                    <a:pt x="128" y="2"/>
                    <a:pt x="128" y="2"/>
                  </a:cubicBezTo>
                  <a:lnTo>
                    <a:pt x="125" y="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0" name="Google Shape;443;p50">
              <a:extLst>
                <a:ext uri="{FF2B5EF4-FFF2-40B4-BE49-F238E27FC236}">
                  <a16:creationId xmlns:a16="http://schemas.microsoft.com/office/drawing/2014/main" id="{69D8E36F-3CF6-471C-ADCE-0EC72D5E3016}"/>
                </a:ext>
              </a:extLst>
            </p:cNvPr>
            <p:cNvSpPr/>
            <p:nvPr/>
          </p:nvSpPr>
          <p:spPr>
            <a:xfrm>
              <a:off x="5487987" y="2701925"/>
              <a:ext cx="407987" cy="268288"/>
            </a:xfrm>
            <a:custGeom>
              <a:avLst/>
              <a:gdLst/>
              <a:ahLst/>
              <a:cxnLst/>
              <a:rect l="l" t="t" r="r" b="b"/>
              <a:pathLst>
                <a:path w="152" h="100" extrusionOk="0">
                  <a:moveTo>
                    <a:pt x="81" y="31"/>
                  </a:moveTo>
                  <a:cubicBezTo>
                    <a:pt x="74" y="31"/>
                    <a:pt x="74" y="31"/>
                    <a:pt x="74" y="31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5" y="21"/>
                    <a:pt x="45" y="21"/>
                    <a:pt x="45" y="22"/>
                  </a:cubicBezTo>
                  <a:cubicBezTo>
                    <a:pt x="43" y="24"/>
                    <a:pt x="41" y="27"/>
                    <a:pt x="40" y="30"/>
                  </a:cubicBezTo>
                  <a:cubicBezTo>
                    <a:pt x="37" y="29"/>
                    <a:pt x="35" y="29"/>
                    <a:pt x="32" y="29"/>
                  </a:cubicBezTo>
                  <a:cubicBezTo>
                    <a:pt x="31" y="29"/>
                    <a:pt x="29" y="29"/>
                    <a:pt x="28" y="2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85" y="97"/>
                    <a:pt x="85" y="97"/>
                    <a:pt x="85" y="97"/>
                  </a:cubicBezTo>
                  <a:cubicBezTo>
                    <a:pt x="92" y="98"/>
                    <a:pt x="100" y="99"/>
                    <a:pt x="108" y="100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24" y="62"/>
                    <a:pt x="124" y="62"/>
                    <a:pt x="124" y="62"/>
                  </a:cubicBezTo>
                  <a:cubicBezTo>
                    <a:pt x="129" y="67"/>
                    <a:pt x="129" y="67"/>
                    <a:pt x="129" y="67"/>
                  </a:cubicBezTo>
                  <a:cubicBezTo>
                    <a:pt x="150" y="64"/>
                    <a:pt x="150" y="64"/>
                    <a:pt x="150" y="64"/>
                  </a:cubicBezTo>
                  <a:cubicBezTo>
                    <a:pt x="152" y="53"/>
                    <a:pt x="152" y="53"/>
                    <a:pt x="152" y="53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25" y="47"/>
                    <a:pt x="118" y="51"/>
                    <a:pt x="112" y="55"/>
                  </a:cubicBezTo>
                  <a:cubicBezTo>
                    <a:pt x="111" y="56"/>
                    <a:pt x="110" y="56"/>
                    <a:pt x="108" y="57"/>
                  </a:cubicBezTo>
                  <a:cubicBezTo>
                    <a:pt x="104" y="59"/>
                    <a:pt x="101" y="62"/>
                    <a:pt x="97" y="64"/>
                  </a:cubicBezTo>
                  <a:cubicBezTo>
                    <a:pt x="90" y="63"/>
                    <a:pt x="90" y="63"/>
                    <a:pt x="90" y="63"/>
                  </a:cubicBezTo>
                  <a:lnTo>
                    <a:pt x="81" y="3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1" name="Google Shape;444;p50">
              <a:extLst>
                <a:ext uri="{FF2B5EF4-FFF2-40B4-BE49-F238E27FC236}">
                  <a16:creationId xmlns:a16="http://schemas.microsoft.com/office/drawing/2014/main" id="{8062F5BD-C650-4431-8A6D-53624039C127}"/>
                </a:ext>
              </a:extLst>
            </p:cNvPr>
            <p:cNvSpPr/>
            <p:nvPr/>
          </p:nvSpPr>
          <p:spPr>
            <a:xfrm>
              <a:off x="5413376" y="3371851"/>
              <a:ext cx="176212" cy="233363"/>
            </a:xfrm>
            <a:custGeom>
              <a:avLst/>
              <a:gdLst/>
              <a:ahLst/>
              <a:cxnLst/>
              <a:rect l="l" t="t" r="r" b="b"/>
              <a:pathLst>
                <a:path w="66" h="87" extrusionOk="0">
                  <a:moveTo>
                    <a:pt x="66" y="24"/>
                  </a:moveTo>
                  <a:cubicBezTo>
                    <a:pt x="64" y="25"/>
                    <a:pt x="64" y="25"/>
                    <a:pt x="64" y="25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6" y="8"/>
                    <a:pt x="34" y="4"/>
                    <a:pt x="34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6" y="87"/>
                    <a:pt x="16" y="87"/>
                    <a:pt x="16" y="87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4" y="81"/>
                    <a:pt x="24" y="81"/>
                    <a:pt x="24" y="81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3" y="63"/>
                    <a:pt x="43" y="63"/>
                    <a:pt x="43" y="63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5" y="50"/>
                    <a:pt x="47" y="44"/>
                    <a:pt x="50" y="44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65" y="31"/>
                    <a:pt x="65" y="31"/>
                    <a:pt x="65" y="31"/>
                  </a:cubicBezTo>
                  <a:lnTo>
                    <a:pt x="66" y="24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2" name="Google Shape;445;p50">
              <a:extLst>
                <a:ext uri="{FF2B5EF4-FFF2-40B4-BE49-F238E27FC236}">
                  <a16:creationId xmlns:a16="http://schemas.microsoft.com/office/drawing/2014/main" id="{8F9A6A90-766E-4B41-BBC2-42FF5199736C}"/>
                </a:ext>
              </a:extLst>
            </p:cNvPr>
            <p:cNvSpPr/>
            <p:nvPr/>
          </p:nvSpPr>
          <p:spPr>
            <a:xfrm>
              <a:off x="6350001" y="3257551"/>
              <a:ext cx="201612" cy="527050"/>
            </a:xfrm>
            <a:custGeom>
              <a:avLst/>
              <a:gdLst/>
              <a:ahLst/>
              <a:cxnLst/>
              <a:rect l="l" t="t" r="r" b="b"/>
              <a:pathLst>
                <a:path w="75" h="196" extrusionOk="0">
                  <a:moveTo>
                    <a:pt x="46" y="0"/>
                  </a:moveTo>
                  <a:cubicBezTo>
                    <a:pt x="41" y="6"/>
                    <a:pt x="37" y="12"/>
                    <a:pt x="32" y="17"/>
                  </a:cubicBezTo>
                  <a:cubicBezTo>
                    <a:pt x="28" y="22"/>
                    <a:pt x="23" y="26"/>
                    <a:pt x="18" y="30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5" y="66"/>
                    <a:pt x="5" y="68"/>
                    <a:pt x="4" y="70"/>
                  </a:cubicBezTo>
                  <a:cubicBezTo>
                    <a:pt x="3" y="75"/>
                    <a:pt x="1" y="80"/>
                    <a:pt x="0" y="85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6" y="90"/>
                    <a:pt x="6" y="90"/>
                    <a:pt x="6" y="90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0" y="90"/>
                    <a:pt x="10" y="90"/>
                    <a:pt x="10" y="90"/>
                  </a:cubicBezTo>
                  <a:cubicBezTo>
                    <a:pt x="12" y="95"/>
                    <a:pt x="13" y="100"/>
                    <a:pt x="15" y="104"/>
                  </a:cubicBezTo>
                  <a:cubicBezTo>
                    <a:pt x="17" y="109"/>
                    <a:pt x="18" y="112"/>
                    <a:pt x="20" y="116"/>
                  </a:cubicBezTo>
                  <a:cubicBezTo>
                    <a:pt x="19" y="119"/>
                    <a:pt x="19" y="122"/>
                    <a:pt x="17" y="125"/>
                  </a:cubicBezTo>
                  <a:cubicBezTo>
                    <a:pt x="17" y="128"/>
                    <a:pt x="15" y="131"/>
                    <a:pt x="14" y="135"/>
                  </a:cubicBezTo>
                  <a:cubicBezTo>
                    <a:pt x="16" y="136"/>
                    <a:pt x="17" y="137"/>
                    <a:pt x="20" y="138"/>
                  </a:cubicBezTo>
                  <a:cubicBezTo>
                    <a:pt x="21" y="139"/>
                    <a:pt x="23" y="140"/>
                    <a:pt x="26" y="141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8" y="129"/>
                    <a:pt x="38" y="128"/>
                  </a:cubicBezTo>
                  <a:cubicBezTo>
                    <a:pt x="39" y="127"/>
                    <a:pt x="39" y="126"/>
                    <a:pt x="40" y="125"/>
                  </a:cubicBezTo>
                  <a:cubicBezTo>
                    <a:pt x="41" y="125"/>
                    <a:pt x="41" y="125"/>
                    <a:pt x="41" y="125"/>
                  </a:cubicBezTo>
                  <a:cubicBezTo>
                    <a:pt x="43" y="133"/>
                    <a:pt x="46" y="141"/>
                    <a:pt x="48" y="148"/>
                  </a:cubicBezTo>
                  <a:cubicBezTo>
                    <a:pt x="49" y="153"/>
                    <a:pt x="51" y="157"/>
                    <a:pt x="52" y="161"/>
                  </a:cubicBezTo>
                  <a:cubicBezTo>
                    <a:pt x="55" y="161"/>
                    <a:pt x="55" y="161"/>
                    <a:pt x="55" y="161"/>
                  </a:cubicBezTo>
                  <a:cubicBezTo>
                    <a:pt x="55" y="163"/>
                    <a:pt x="56" y="165"/>
                    <a:pt x="56" y="167"/>
                  </a:cubicBezTo>
                  <a:cubicBezTo>
                    <a:pt x="55" y="173"/>
                    <a:pt x="55" y="179"/>
                    <a:pt x="55" y="184"/>
                  </a:cubicBezTo>
                  <a:cubicBezTo>
                    <a:pt x="55" y="188"/>
                    <a:pt x="55" y="192"/>
                    <a:pt x="55" y="196"/>
                  </a:cubicBezTo>
                  <a:cubicBezTo>
                    <a:pt x="56" y="196"/>
                    <a:pt x="56" y="196"/>
                    <a:pt x="56" y="196"/>
                  </a:cubicBezTo>
                  <a:cubicBezTo>
                    <a:pt x="60" y="182"/>
                    <a:pt x="60" y="182"/>
                    <a:pt x="60" y="182"/>
                  </a:cubicBezTo>
                  <a:cubicBezTo>
                    <a:pt x="59" y="170"/>
                    <a:pt x="59" y="158"/>
                    <a:pt x="59" y="146"/>
                  </a:cubicBezTo>
                  <a:cubicBezTo>
                    <a:pt x="59" y="141"/>
                    <a:pt x="59" y="141"/>
                    <a:pt x="59" y="141"/>
                  </a:cubicBezTo>
                  <a:cubicBezTo>
                    <a:pt x="58" y="137"/>
                    <a:pt x="59" y="132"/>
                    <a:pt x="59" y="127"/>
                  </a:cubicBezTo>
                  <a:cubicBezTo>
                    <a:pt x="59" y="125"/>
                    <a:pt x="59" y="125"/>
                    <a:pt x="59" y="125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4" y="87"/>
                    <a:pt x="65" y="86"/>
                    <a:pt x="67" y="85"/>
                  </a:cubicBezTo>
                  <a:cubicBezTo>
                    <a:pt x="70" y="82"/>
                    <a:pt x="72" y="79"/>
                    <a:pt x="75" y="76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1"/>
                    <a:pt x="48" y="37"/>
                    <a:pt x="49" y="32"/>
                  </a:cubicBezTo>
                  <a:cubicBezTo>
                    <a:pt x="52" y="27"/>
                    <a:pt x="54" y="22"/>
                    <a:pt x="58" y="17"/>
                  </a:cubicBezTo>
                  <a:cubicBezTo>
                    <a:pt x="51" y="1"/>
                    <a:pt x="51" y="1"/>
                    <a:pt x="51" y="1"/>
                  </a:cubicBezTo>
                  <a:lnTo>
                    <a:pt x="46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3" name="Google Shape;446;p50">
              <a:extLst>
                <a:ext uri="{FF2B5EF4-FFF2-40B4-BE49-F238E27FC236}">
                  <a16:creationId xmlns:a16="http://schemas.microsoft.com/office/drawing/2014/main" id="{09570A47-17BC-4C14-A75D-DC73D2C95A11}"/>
                </a:ext>
              </a:extLst>
            </p:cNvPr>
            <p:cNvSpPr/>
            <p:nvPr/>
          </p:nvSpPr>
          <p:spPr>
            <a:xfrm>
              <a:off x="6054726" y="3187700"/>
              <a:ext cx="187325" cy="104775"/>
            </a:xfrm>
            <a:custGeom>
              <a:avLst/>
              <a:gdLst/>
              <a:ahLst/>
              <a:cxnLst/>
              <a:rect l="l" t="t" r="r" b="b"/>
              <a:pathLst>
                <a:path w="70" h="39" extrusionOk="0">
                  <a:moveTo>
                    <a:pt x="6" y="0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2" y="25"/>
                    <a:pt x="24" y="30"/>
                    <a:pt x="37" y="34"/>
                  </a:cubicBezTo>
                  <a:cubicBezTo>
                    <a:pt x="38" y="34"/>
                    <a:pt x="38" y="34"/>
                    <a:pt x="39" y="34"/>
                  </a:cubicBezTo>
                  <a:cubicBezTo>
                    <a:pt x="47" y="37"/>
                    <a:pt x="57" y="39"/>
                    <a:pt x="67" y="39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57" y="21"/>
                    <a:pt x="44" y="16"/>
                    <a:pt x="29" y="10"/>
                  </a:cubicBezTo>
                  <a:cubicBezTo>
                    <a:pt x="22" y="7"/>
                    <a:pt x="14" y="4"/>
                    <a:pt x="6" y="0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4" name="Google Shape;447;p50">
              <a:extLst>
                <a:ext uri="{FF2B5EF4-FFF2-40B4-BE49-F238E27FC236}">
                  <a16:creationId xmlns:a16="http://schemas.microsoft.com/office/drawing/2014/main" id="{FBAAFAC3-D2AC-4E49-93B4-1C139CADF733}"/>
                </a:ext>
              </a:extLst>
            </p:cNvPr>
            <p:cNvSpPr/>
            <p:nvPr/>
          </p:nvSpPr>
          <p:spPr>
            <a:xfrm>
              <a:off x="6054726" y="3187700"/>
              <a:ext cx="187325" cy="104775"/>
            </a:xfrm>
            <a:custGeom>
              <a:avLst/>
              <a:gdLst/>
              <a:ahLst/>
              <a:cxnLst/>
              <a:rect l="l" t="t" r="r" b="b"/>
              <a:pathLst>
                <a:path w="70" h="39" extrusionOk="0">
                  <a:moveTo>
                    <a:pt x="6" y="0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2" y="25"/>
                    <a:pt x="24" y="30"/>
                    <a:pt x="37" y="34"/>
                  </a:cubicBezTo>
                  <a:cubicBezTo>
                    <a:pt x="38" y="34"/>
                    <a:pt x="38" y="34"/>
                    <a:pt x="39" y="34"/>
                  </a:cubicBezTo>
                  <a:cubicBezTo>
                    <a:pt x="47" y="37"/>
                    <a:pt x="57" y="39"/>
                    <a:pt x="67" y="39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57" y="21"/>
                    <a:pt x="44" y="16"/>
                    <a:pt x="29" y="10"/>
                  </a:cubicBezTo>
                  <a:cubicBezTo>
                    <a:pt x="22" y="7"/>
                    <a:pt x="14" y="4"/>
                    <a:pt x="6" y="0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5" name="Google Shape;448;p50">
              <a:extLst>
                <a:ext uri="{FF2B5EF4-FFF2-40B4-BE49-F238E27FC236}">
                  <a16:creationId xmlns:a16="http://schemas.microsoft.com/office/drawing/2014/main" id="{AF84188C-9FCA-46E8-951B-C63F90508D89}"/>
                </a:ext>
              </a:extLst>
            </p:cNvPr>
            <p:cNvSpPr/>
            <p:nvPr/>
          </p:nvSpPr>
          <p:spPr>
            <a:xfrm>
              <a:off x="6259513" y="2503489"/>
              <a:ext cx="731837" cy="325438"/>
            </a:xfrm>
            <a:custGeom>
              <a:avLst/>
              <a:gdLst/>
              <a:ahLst/>
              <a:cxnLst/>
              <a:rect l="l" t="t" r="r" b="b"/>
              <a:pathLst>
                <a:path w="273" h="121" extrusionOk="0">
                  <a:moveTo>
                    <a:pt x="14" y="15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54"/>
                    <a:pt x="25" y="58"/>
                    <a:pt x="24" y="63"/>
                  </a:cubicBezTo>
                  <a:cubicBezTo>
                    <a:pt x="23" y="66"/>
                    <a:pt x="22" y="69"/>
                    <a:pt x="21" y="72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102" y="117"/>
                    <a:pt x="102" y="117"/>
                    <a:pt x="102" y="117"/>
                  </a:cubicBezTo>
                  <a:cubicBezTo>
                    <a:pt x="115" y="118"/>
                    <a:pt x="128" y="120"/>
                    <a:pt x="141" y="12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2" y="90"/>
                    <a:pt x="182" y="90"/>
                    <a:pt x="182" y="90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207" y="83"/>
                    <a:pt x="207" y="83"/>
                    <a:pt x="207" y="83"/>
                  </a:cubicBezTo>
                  <a:cubicBezTo>
                    <a:pt x="218" y="77"/>
                    <a:pt x="230" y="70"/>
                    <a:pt x="241" y="64"/>
                  </a:cubicBezTo>
                  <a:cubicBezTo>
                    <a:pt x="247" y="60"/>
                    <a:pt x="252" y="57"/>
                    <a:pt x="258" y="54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273" y="51"/>
                    <a:pt x="273" y="51"/>
                    <a:pt x="273" y="51"/>
                  </a:cubicBezTo>
                  <a:cubicBezTo>
                    <a:pt x="258" y="45"/>
                    <a:pt x="258" y="45"/>
                    <a:pt x="258" y="45"/>
                  </a:cubicBezTo>
                  <a:cubicBezTo>
                    <a:pt x="248" y="50"/>
                    <a:pt x="248" y="50"/>
                    <a:pt x="248" y="50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39" y="24"/>
                    <a:pt x="235" y="24"/>
                    <a:pt x="231" y="24"/>
                  </a:cubicBezTo>
                  <a:cubicBezTo>
                    <a:pt x="222" y="20"/>
                    <a:pt x="222" y="20"/>
                    <a:pt x="222" y="20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01" y="24"/>
                    <a:pt x="201" y="24"/>
                    <a:pt x="201" y="24"/>
                  </a:cubicBezTo>
                  <a:cubicBezTo>
                    <a:pt x="190" y="29"/>
                    <a:pt x="190" y="29"/>
                    <a:pt x="190" y="29"/>
                  </a:cubicBezTo>
                  <a:cubicBezTo>
                    <a:pt x="156" y="17"/>
                    <a:pt x="156" y="17"/>
                    <a:pt x="156" y="17"/>
                  </a:cubicBezTo>
                  <a:cubicBezTo>
                    <a:pt x="128" y="19"/>
                    <a:pt x="128" y="19"/>
                    <a:pt x="128" y="19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45" y="12"/>
                    <a:pt x="40" y="12"/>
                    <a:pt x="34" y="13"/>
                  </a:cubicBezTo>
                  <a:cubicBezTo>
                    <a:pt x="29" y="13"/>
                    <a:pt x="24" y="14"/>
                    <a:pt x="19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5" y="15"/>
                    <a:pt x="14" y="15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6" name="Google Shape;449;p50">
              <a:extLst>
                <a:ext uri="{FF2B5EF4-FFF2-40B4-BE49-F238E27FC236}">
                  <a16:creationId xmlns:a16="http://schemas.microsoft.com/office/drawing/2014/main" id="{14E662E9-7C90-45D0-A800-A0060AA8D00F}"/>
                </a:ext>
              </a:extLst>
            </p:cNvPr>
            <p:cNvSpPr/>
            <p:nvPr/>
          </p:nvSpPr>
          <p:spPr>
            <a:xfrm>
              <a:off x="6259513" y="2503489"/>
              <a:ext cx="731837" cy="325438"/>
            </a:xfrm>
            <a:custGeom>
              <a:avLst/>
              <a:gdLst/>
              <a:ahLst/>
              <a:cxnLst/>
              <a:rect l="l" t="t" r="r" b="b"/>
              <a:pathLst>
                <a:path w="273" h="121" extrusionOk="0">
                  <a:moveTo>
                    <a:pt x="14" y="15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54"/>
                    <a:pt x="25" y="58"/>
                    <a:pt x="24" y="63"/>
                  </a:cubicBezTo>
                  <a:cubicBezTo>
                    <a:pt x="23" y="66"/>
                    <a:pt x="22" y="69"/>
                    <a:pt x="21" y="72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102" y="117"/>
                    <a:pt x="102" y="117"/>
                    <a:pt x="102" y="117"/>
                  </a:cubicBezTo>
                  <a:cubicBezTo>
                    <a:pt x="115" y="118"/>
                    <a:pt x="128" y="120"/>
                    <a:pt x="141" y="12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2" y="90"/>
                    <a:pt x="182" y="90"/>
                    <a:pt x="182" y="90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207" y="83"/>
                    <a:pt x="207" y="83"/>
                    <a:pt x="207" y="83"/>
                  </a:cubicBezTo>
                  <a:cubicBezTo>
                    <a:pt x="218" y="77"/>
                    <a:pt x="230" y="70"/>
                    <a:pt x="241" y="64"/>
                  </a:cubicBezTo>
                  <a:cubicBezTo>
                    <a:pt x="247" y="60"/>
                    <a:pt x="252" y="57"/>
                    <a:pt x="258" y="54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273" y="51"/>
                    <a:pt x="273" y="51"/>
                    <a:pt x="273" y="51"/>
                  </a:cubicBezTo>
                  <a:cubicBezTo>
                    <a:pt x="258" y="45"/>
                    <a:pt x="258" y="45"/>
                    <a:pt x="258" y="45"/>
                  </a:cubicBezTo>
                  <a:cubicBezTo>
                    <a:pt x="248" y="50"/>
                    <a:pt x="248" y="50"/>
                    <a:pt x="248" y="50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39" y="24"/>
                    <a:pt x="235" y="24"/>
                    <a:pt x="231" y="24"/>
                  </a:cubicBezTo>
                  <a:cubicBezTo>
                    <a:pt x="222" y="20"/>
                    <a:pt x="222" y="20"/>
                    <a:pt x="222" y="20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01" y="24"/>
                    <a:pt x="201" y="24"/>
                    <a:pt x="201" y="24"/>
                  </a:cubicBezTo>
                  <a:cubicBezTo>
                    <a:pt x="190" y="29"/>
                    <a:pt x="190" y="29"/>
                    <a:pt x="190" y="29"/>
                  </a:cubicBezTo>
                  <a:cubicBezTo>
                    <a:pt x="156" y="17"/>
                    <a:pt x="156" y="17"/>
                    <a:pt x="156" y="17"/>
                  </a:cubicBezTo>
                  <a:cubicBezTo>
                    <a:pt x="128" y="19"/>
                    <a:pt x="128" y="19"/>
                    <a:pt x="128" y="19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45" y="12"/>
                    <a:pt x="40" y="12"/>
                    <a:pt x="34" y="13"/>
                  </a:cubicBezTo>
                  <a:cubicBezTo>
                    <a:pt x="29" y="13"/>
                    <a:pt x="24" y="14"/>
                    <a:pt x="19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5" y="15"/>
                    <a:pt x="14" y="15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97" name="Google Shape;450;p50">
              <a:extLst>
                <a:ext uri="{FF2B5EF4-FFF2-40B4-BE49-F238E27FC236}">
                  <a16:creationId xmlns:a16="http://schemas.microsoft.com/office/drawing/2014/main" id="{67249F74-A137-4DE4-9B18-F21FBA4992CC}"/>
                </a:ext>
              </a:extLst>
            </p:cNvPr>
            <p:cNvGrpSpPr/>
            <p:nvPr/>
          </p:nvGrpSpPr>
          <p:grpSpPr>
            <a:xfrm>
              <a:off x="6540502" y="3878264"/>
              <a:ext cx="461962" cy="177800"/>
              <a:chOff x="6540500" y="3878263"/>
              <a:chExt cx="461962" cy="177800"/>
            </a:xfrm>
            <a:grpFill/>
          </p:grpSpPr>
          <p:sp>
            <p:nvSpPr>
              <p:cNvPr id="353" name="Google Shape;451;p50">
                <a:extLst>
                  <a:ext uri="{FF2B5EF4-FFF2-40B4-BE49-F238E27FC236}">
                    <a16:creationId xmlns:a16="http://schemas.microsoft.com/office/drawing/2014/main" id="{96C5C2CC-EE04-4776-AF11-D51CE18F9978}"/>
                  </a:ext>
                </a:extLst>
              </p:cNvPr>
              <p:cNvSpPr/>
              <p:nvPr/>
            </p:nvSpPr>
            <p:spPr>
              <a:xfrm>
                <a:off x="6540500" y="3908425"/>
                <a:ext cx="92075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47" extrusionOk="0">
                    <a:moveTo>
                      <a:pt x="28" y="21"/>
                    </a:moveTo>
                    <a:cubicBezTo>
                      <a:pt x="28" y="17"/>
                      <a:pt x="27" y="14"/>
                      <a:pt x="27" y="10"/>
                    </a:cubicBezTo>
                    <a:cubicBezTo>
                      <a:pt x="22" y="7"/>
                      <a:pt x="19" y="3"/>
                      <a:pt x="1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3" y="10"/>
                      <a:pt x="4" y="15"/>
                    </a:cubicBezTo>
                    <a:cubicBezTo>
                      <a:pt x="6" y="21"/>
                      <a:pt x="7" y="26"/>
                      <a:pt x="9" y="31"/>
                    </a:cubicBezTo>
                    <a:cubicBezTo>
                      <a:pt x="9" y="31"/>
                      <a:pt x="9" y="32"/>
                      <a:pt x="10" y="33"/>
                    </a:cubicBezTo>
                    <a:cubicBezTo>
                      <a:pt x="16" y="38"/>
                      <a:pt x="22" y="43"/>
                      <a:pt x="28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2" y="34"/>
                      <a:pt x="30" y="29"/>
                      <a:pt x="28" y="21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4" name="Google Shape;452;p50">
                <a:extLst>
                  <a:ext uri="{FF2B5EF4-FFF2-40B4-BE49-F238E27FC236}">
                    <a16:creationId xmlns:a16="http://schemas.microsoft.com/office/drawing/2014/main" id="{60954372-A9B4-4475-BBB0-A76CCD329285}"/>
                  </a:ext>
                </a:extLst>
              </p:cNvPr>
              <p:cNvSpPr/>
              <p:nvPr/>
            </p:nvSpPr>
            <p:spPr>
              <a:xfrm>
                <a:off x="6764337" y="3878263"/>
                <a:ext cx="23812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89" h="66" extrusionOk="0">
                    <a:moveTo>
                      <a:pt x="64" y="3"/>
                    </a:moveTo>
                    <a:cubicBezTo>
                      <a:pt x="64" y="0"/>
                      <a:pt x="64" y="0"/>
                      <a:pt x="64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0" y="2"/>
                      <a:pt x="57" y="6"/>
                      <a:pt x="53" y="12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49" y="29"/>
                      <a:pt x="49" y="29"/>
                      <a:pt x="49" y="29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1" y="40"/>
                      <a:pt x="25" y="46"/>
                      <a:pt x="19" y="47"/>
                    </a:cubicBezTo>
                    <a:cubicBezTo>
                      <a:pt x="14" y="47"/>
                      <a:pt x="14" y="47"/>
                      <a:pt x="14" y="47"/>
                    </a:cubicBezTo>
                    <a:cubicBezTo>
                      <a:pt x="11" y="51"/>
                      <a:pt x="11" y="51"/>
                      <a:pt x="11" y="51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70" y="32"/>
                      <a:pt x="70" y="32"/>
                      <a:pt x="70" y="32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83" y="32"/>
                      <a:pt x="83" y="32"/>
                      <a:pt x="83" y="32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1" y="29"/>
                      <a:pt x="79" y="27"/>
                      <a:pt x="78" y="24"/>
                    </a:cubicBezTo>
                    <a:cubicBezTo>
                      <a:pt x="81" y="25"/>
                      <a:pt x="85" y="24"/>
                      <a:pt x="89" y="23"/>
                    </a:cubicBezTo>
                    <a:cubicBezTo>
                      <a:pt x="89" y="20"/>
                      <a:pt x="89" y="20"/>
                      <a:pt x="89" y="20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5" y="14"/>
                      <a:pt x="75" y="14"/>
                      <a:pt x="75" y="14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69" y="6"/>
                      <a:pt x="69" y="6"/>
                      <a:pt x="69" y="6"/>
                    </a:cubicBezTo>
                    <a:cubicBezTo>
                      <a:pt x="67" y="2"/>
                      <a:pt x="67" y="2"/>
                      <a:pt x="67" y="2"/>
                    </a:cubicBezTo>
                    <a:lnTo>
                      <a:pt x="64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98" name="Google Shape;453;p50">
              <a:extLst>
                <a:ext uri="{FF2B5EF4-FFF2-40B4-BE49-F238E27FC236}">
                  <a16:creationId xmlns:a16="http://schemas.microsoft.com/office/drawing/2014/main" id="{1F0C12D3-43A8-4816-B0E5-B59A081622AE}"/>
                </a:ext>
              </a:extLst>
            </p:cNvPr>
            <p:cNvSpPr/>
            <p:nvPr/>
          </p:nvSpPr>
          <p:spPr>
            <a:xfrm>
              <a:off x="4997451" y="3070226"/>
              <a:ext cx="31750" cy="53976"/>
            </a:xfrm>
            <a:custGeom>
              <a:avLst/>
              <a:gdLst/>
              <a:ahLst/>
              <a:cxnLst/>
              <a:rect l="l" t="t" r="r" b="b"/>
              <a:pathLst>
                <a:path w="20" h="34" extrusionOk="0">
                  <a:moveTo>
                    <a:pt x="0" y="22"/>
                  </a:moveTo>
                  <a:lnTo>
                    <a:pt x="0" y="32"/>
                  </a:lnTo>
                  <a:lnTo>
                    <a:pt x="1" y="34"/>
                  </a:lnTo>
                  <a:lnTo>
                    <a:pt x="6" y="29"/>
                  </a:lnTo>
                  <a:lnTo>
                    <a:pt x="20" y="9"/>
                  </a:lnTo>
                  <a:lnTo>
                    <a:pt x="6" y="0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9" name="Google Shape;454;p50">
              <a:extLst>
                <a:ext uri="{FF2B5EF4-FFF2-40B4-BE49-F238E27FC236}">
                  <a16:creationId xmlns:a16="http://schemas.microsoft.com/office/drawing/2014/main" id="{9227C783-0C17-4B2E-ADD1-7AE86C337E9E}"/>
                </a:ext>
              </a:extLst>
            </p:cNvPr>
            <p:cNvSpPr/>
            <p:nvPr/>
          </p:nvSpPr>
          <p:spPr>
            <a:xfrm>
              <a:off x="6529389" y="3446464"/>
              <a:ext cx="190500" cy="249238"/>
            </a:xfrm>
            <a:custGeom>
              <a:avLst/>
              <a:gdLst/>
              <a:ahLst/>
              <a:cxnLst/>
              <a:rect l="l" t="t" r="r" b="b"/>
              <a:pathLst>
                <a:path w="71" h="93" extrusionOk="0">
                  <a:moveTo>
                    <a:pt x="43" y="37"/>
                  </a:moveTo>
                  <a:cubicBezTo>
                    <a:pt x="36" y="29"/>
                    <a:pt x="36" y="29"/>
                    <a:pt x="36" y="2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7" y="2"/>
                    <a:pt x="13" y="4"/>
                    <a:pt x="9" y="7"/>
                  </a:cubicBezTo>
                  <a:cubicBezTo>
                    <a:pt x="6" y="9"/>
                    <a:pt x="3" y="12"/>
                    <a:pt x="0" y="1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4"/>
                    <a:pt x="41" y="57"/>
                    <a:pt x="42" y="59"/>
                  </a:cubicBezTo>
                  <a:cubicBezTo>
                    <a:pt x="44" y="65"/>
                    <a:pt x="46" y="71"/>
                    <a:pt x="48" y="76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71" y="82"/>
                    <a:pt x="71" y="82"/>
                    <a:pt x="71" y="82"/>
                  </a:cubicBezTo>
                  <a:lnTo>
                    <a:pt x="43" y="3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0" name="Google Shape;455;p50">
              <a:extLst>
                <a:ext uri="{FF2B5EF4-FFF2-40B4-BE49-F238E27FC236}">
                  <a16:creationId xmlns:a16="http://schemas.microsoft.com/office/drawing/2014/main" id="{8340E898-BFE6-4F4E-A45A-1ECD7EECDAD0}"/>
                </a:ext>
              </a:extLst>
            </p:cNvPr>
            <p:cNvSpPr/>
            <p:nvPr/>
          </p:nvSpPr>
          <p:spPr>
            <a:xfrm>
              <a:off x="5829301" y="2794001"/>
              <a:ext cx="225425" cy="101600"/>
            </a:xfrm>
            <a:custGeom>
              <a:avLst/>
              <a:gdLst/>
              <a:ahLst/>
              <a:cxnLst/>
              <a:rect l="l" t="t" r="r" b="b"/>
              <a:pathLst>
                <a:path w="84" h="38" extrusionOk="0">
                  <a:moveTo>
                    <a:pt x="75" y="21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9" y="13"/>
                    <a:pt x="82" y="10"/>
                    <a:pt x="84" y="6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6"/>
                    <a:pt x="9" y="8"/>
                    <a:pt x="6" y="1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6"/>
                    <a:pt x="34" y="35"/>
                    <a:pt x="35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1"/>
                    <a:pt x="39" y="29"/>
                    <a:pt x="41" y="27"/>
                  </a:cubicBezTo>
                  <a:lnTo>
                    <a:pt x="75" y="2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1" name="Google Shape;456;p50">
              <a:extLst>
                <a:ext uri="{FF2B5EF4-FFF2-40B4-BE49-F238E27FC236}">
                  <a16:creationId xmlns:a16="http://schemas.microsoft.com/office/drawing/2014/main" id="{88F08A6E-ECC2-49DF-9A13-88C88B6DEE36}"/>
                </a:ext>
              </a:extLst>
            </p:cNvPr>
            <p:cNvSpPr/>
            <p:nvPr/>
          </p:nvSpPr>
          <p:spPr>
            <a:xfrm>
              <a:off x="5238751" y="3194050"/>
              <a:ext cx="55562" cy="19049"/>
            </a:xfrm>
            <a:custGeom>
              <a:avLst/>
              <a:gdLst/>
              <a:ahLst/>
              <a:cxnLst/>
              <a:rect l="l" t="t" r="r" b="b"/>
              <a:pathLst>
                <a:path w="21" h="7" extrusionOk="0">
                  <a:moveTo>
                    <a:pt x="6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2"/>
                    <a:pt x="16" y="1"/>
                    <a:pt x="15" y="1"/>
                  </a:cubicBezTo>
                  <a:cubicBezTo>
                    <a:pt x="12" y="0"/>
                    <a:pt x="10" y="0"/>
                    <a:pt x="8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2" name="Google Shape;457;p50">
              <a:extLst>
                <a:ext uri="{FF2B5EF4-FFF2-40B4-BE49-F238E27FC236}">
                  <a16:creationId xmlns:a16="http://schemas.microsoft.com/office/drawing/2014/main" id="{32AF97E2-3C83-419A-BA4F-81D3F69F04B1}"/>
                </a:ext>
              </a:extLst>
            </p:cNvPr>
            <p:cNvSpPr/>
            <p:nvPr/>
          </p:nvSpPr>
          <p:spPr>
            <a:xfrm>
              <a:off x="5265737" y="2387601"/>
              <a:ext cx="944562" cy="487362"/>
            </a:xfrm>
            <a:custGeom>
              <a:avLst/>
              <a:gdLst/>
              <a:ahLst/>
              <a:cxnLst/>
              <a:rect l="l" t="t" r="r" b="b"/>
              <a:pathLst>
                <a:path w="352" h="181" extrusionOk="0">
                  <a:moveTo>
                    <a:pt x="352" y="81"/>
                  </a:moveTo>
                  <a:cubicBezTo>
                    <a:pt x="351" y="74"/>
                    <a:pt x="351" y="74"/>
                    <a:pt x="351" y="74"/>
                  </a:cubicBezTo>
                  <a:cubicBezTo>
                    <a:pt x="342" y="68"/>
                    <a:pt x="342" y="68"/>
                    <a:pt x="342" y="68"/>
                  </a:cubicBezTo>
                  <a:cubicBezTo>
                    <a:pt x="326" y="68"/>
                    <a:pt x="326" y="68"/>
                    <a:pt x="326" y="68"/>
                  </a:cubicBezTo>
                  <a:cubicBezTo>
                    <a:pt x="320" y="56"/>
                    <a:pt x="320" y="56"/>
                    <a:pt x="320" y="56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291" y="42"/>
                    <a:pt x="291" y="42"/>
                    <a:pt x="291" y="42"/>
                  </a:cubicBezTo>
                  <a:cubicBezTo>
                    <a:pt x="277" y="39"/>
                    <a:pt x="277" y="39"/>
                    <a:pt x="277" y="39"/>
                  </a:cubicBezTo>
                  <a:cubicBezTo>
                    <a:pt x="268" y="19"/>
                    <a:pt x="268" y="19"/>
                    <a:pt x="268" y="19"/>
                  </a:cubicBezTo>
                  <a:cubicBezTo>
                    <a:pt x="213" y="14"/>
                    <a:pt x="213" y="14"/>
                    <a:pt x="213" y="14"/>
                  </a:cubicBezTo>
                  <a:cubicBezTo>
                    <a:pt x="201" y="2"/>
                    <a:pt x="201" y="2"/>
                    <a:pt x="201" y="2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33" y="10"/>
                    <a:pt x="133" y="10"/>
                    <a:pt x="133" y="10"/>
                  </a:cubicBezTo>
                  <a:cubicBezTo>
                    <a:pt x="129" y="14"/>
                    <a:pt x="129" y="14"/>
                    <a:pt x="129" y="14"/>
                  </a:cubicBezTo>
                  <a:cubicBezTo>
                    <a:pt x="134" y="25"/>
                    <a:pt x="134" y="25"/>
                    <a:pt x="134" y="2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3" y="52"/>
                    <a:pt x="73" y="52"/>
                    <a:pt x="73" y="52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0" y="73"/>
                    <a:pt x="20" y="73"/>
                    <a:pt x="20" y="73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23" y="103"/>
                    <a:pt x="23" y="103"/>
                    <a:pt x="23" y="103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6" y="103"/>
                    <a:pt x="29" y="103"/>
                    <a:pt x="31" y="102"/>
                  </a:cubicBezTo>
                  <a:cubicBezTo>
                    <a:pt x="34" y="101"/>
                    <a:pt x="36" y="99"/>
                    <a:pt x="39" y="97"/>
                  </a:cubicBezTo>
                  <a:cubicBezTo>
                    <a:pt x="42" y="98"/>
                    <a:pt x="44" y="99"/>
                    <a:pt x="46" y="99"/>
                  </a:cubicBezTo>
                  <a:cubicBezTo>
                    <a:pt x="51" y="100"/>
                    <a:pt x="54" y="101"/>
                    <a:pt x="59" y="102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72" y="127"/>
                    <a:pt x="72" y="127"/>
                    <a:pt x="72" y="127"/>
                  </a:cubicBezTo>
                  <a:cubicBezTo>
                    <a:pt x="70" y="129"/>
                    <a:pt x="70" y="129"/>
                    <a:pt x="70" y="129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0" y="134"/>
                    <a:pt x="60" y="134"/>
                    <a:pt x="60" y="134"/>
                  </a:cubicBezTo>
                  <a:cubicBezTo>
                    <a:pt x="56" y="133"/>
                    <a:pt x="56" y="133"/>
                    <a:pt x="56" y="133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0" y="124"/>
                    <a:pt x="58" y="124"/>
                    <a:pt x="56" y="123"/>
                  </a:cubicBezTo>
                  <a:cubicBezTo>
                    <a:pt x="53" y="123"/>
                    <a:pt x="51" y="122"/>
                    <a:pt x="48" y="121"/>
                  </a:cubicBezTo>
                  <a:cubicBezTo>
                    <a:pt x="44" y="128"/>
                    <a:pt x="44" y="128"/>
                    <a:pt x="44" y="128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7" y="139"/>
                    <a:pt x="37" y="139"/>
                    <a:pt x="37" y="139"/>
                  </a:cubicBezTo>
                  <a:cubicBezTo>
                    <a:pt x="45" y="143"/>
                    <a:pt x="45" y="143"/>
                    <a:pt x="45" y="143"/>
                  </a:cubicBezTo>
                  <a:cubicBezTo>
                    <a:pt x="48" y="155"/>
                    <a:pt x="48" y="155"/>
                    <a:pt x="48" y="155"/>
                  </a:cubicBezTo>
                  <a:cubicBezTo>
                    <a:pt x="56" y="158"/>
                    <a:pt x="56" y="158"/>
                    <a:pt x="56" y="158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72" y="154"/>
                    <a:pt x="72" y="154"/>
                    <a:pt x="72" y="154"/>
                  </a:cubicBezTo>
                  <a:cubicBezTo>
                    <a:pt x="83" y="163"/>
                    <a:pt x="83" y="163"/>
                    <a:pt x="83" y="163"/>
                  </a:cubicBezTo>
                  <a:cubicBezTo>
                    <a:pt x="84" y="132"/>
                    <a:pt x="84" y="132"/>
                    <a:pt x="84" y="132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3" y="119"/>
                    <a:pt x="113" y="119"/>
                    <a:pt x="113" y="119"/>
                  </a:cubicBezTo>
                  <a:cubicBezTo>
                    <a:pt x="118" y="120"/>
                    <a:pt x="118" y="120"/>
                    <a:pt x="118" y="120"/>
                  </a:cubicBezTo>
                  <a:cubicBezTo>
                    <a:pt x="120" y="118"/>
                    <a:pt x="122" y="115"/>
                    <a:pt x="124" y="113"/>
                  </a:cubicBezTo>
                  <a:cubicBezTo>
                    <a:pt x="128" y="111"/>
                    <a:pt x="131" y="109"/>
                    <a:pt x="135" y="107"/>
                  </a:cubicBezTo>
                  <a:cubicBezTo>
                    <a:pt x="135" y="109"/>
                    <a:pt x="135" y="109"/>
                    <a:pt x="135" y="109"/>
                  </a:cubicBezTo>
                  <a:cubicBezTo>
                    <a:pt x="134" y="112"/>
                    <a:pt x="132" y="114"/>
                    <a:pt x="130" y="117"/>
                  </a:cubicBezTo>
                  <a:cubicBezTo>
                    <a:pt x="130" y="118"/>
                    <a:pt x="129" y="120"/>
                    <a:pt x="129" y="120"/>
                  </a:cubicBezTo>
                  <a:cubicBezTo>
                    <a:pt x="137" y="129"/>
                    <a:pt x="137" y="129"/>
                    <a:pt x="137" y="129"/>
                  </a:cubicBezTo>
                  <a:cubicBezTo>
                    <a:pt x="129" y="138"/>
                    <a:pt x="129" y="138"/>
                    <a:pt x="129" y="138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57" y="148"/>
                    <a:pt x="157" y="148"/>
                    <a:pt x="157" y="148"/>
                  </a:cubicBezTo>
                  <a:cubicBezTo>
                    <a:pt x="164" y="148"/>
                    <a:pt x="164" y="148"/>
                    <a:pt x="164" y="148"/>
                  </a:cubicBezTo>
                  <a:cubicBezTo>
                    <a:pt x="173" y="180"/>
                    <a:pt x="173" y="180"/>
                    <a:pt x="173" y="180"/>
                  </a:cubicBezTo>
                  <a:cubicBezTo>
                    <a:pt x="180" y="181"/>
                    <a:pt x="180" y="181"/>
                    <a:pt x="180" y="181"/>
                  </a:cubicBezTo>
                  <a:cubicBezTo>
                    <a:pt x="184" y="179"/>
                    <a:pt x="187" y="176"/>
                    <a:pt x="191" y="174"/>
                  </a:cubicBezTo>
                  <a:cubicBezTo>
                    <a:pt x="193" y="173"/>
                    <a:pt x="194" y="173"/>
                    <a:pt x="195" y="172"/>
                  </a:cubicBezTo>
                  <a:cubicBezTo>
                    <a:pt x="201" y="168"/>
                    <a:pt x="208" y="164"/>
                    <a:pt x="216" y="161"/>
                  </a:cubicBezTo>
                  <a:cubicBezTo>
                    <a:pt x="219" y="159"/>
                    <a:pt x="224" y="157"/>
                    <a:pt x="228" y="155"/>
                  </a:cubicBezTo>
                  <a:cubicBezTo>
                    <a:pt x="236" y="159"/>
                    <a:pt x="236" y="159"/>
                    <a:pt x="236" y="159"/>
                  </a:cubicBezTo>
                  <a:cubicBezTo>
                    <a:pt x="248" y="153"/>
                    <a:pt x="248" y="153"/>
                    <a:pt x="248" y="153"/>
                  </a:cubicBezTo>
                  <a:cubicBezTo>
                    <a:pt x="259" y="156"/>
                    <a:pt x="259" y="156"/>
                    <a:pt x="259" y="156"/>
                  </a:cubicBezTo>
                  <a:cubicBezTo>
                    <a:pt x="273" y="151"/>
                    <a:pt x="273" y="151"/>
                    <a:pt x="273" y="151"/>
                  </a:cubicBezTo>
                  <a:cubicBezTo>
                    <a:pt x="294" y="157"/>
                    <a:pt x="294" y="157"/>
                    <a:pt x="294" y="157"/>
                  </a:cubicBezTo>
                  <a:cubicBezTo>
                    <a:pt x="294" y="157"/>
                    <a:pt x="294" y="157"/>
                    <a:pt x="294" y="157"/>
                  </a:cubicBezTo>
                  <a:cubicBezTo>
                    <a:pt x="297" y="153"/>
                    <a:pt x="299" y="149"/>
                    <a:pt x="301" y="145"/>
                  </a:cubicBezTo>
                  <a:cubicBezTo>
                    <a:pt x="303" y="141"/>
                    <a:pt x="303" y="141"/>
                    <a:pt x="303" y="141"/>
                  </a:cubicBezTo>
                  <a:cubicBezTo>
                    <a:pt x="298" y="121"/>
                    <a:pt x="298" y="121"/>
                    <a:pt x="298" y="121"/>
                  </a:cubicBezTo>
                  <a:cubicBezTo>
                    <a:pt x="317" y="118"/>
                    <a:pt x="317" y="118"/>
                    <a:pt x="317" y="118"/>
                  </a:cubicBezTo>
                  <a:cubicBezTo>
                    <a:pt x="325" y="94"/>
                    <a:pt x="325" y="94"/>
                    <a:pt x="325" y="94"/>
                  </a:cubicBezTo>
                  <a:cubicBezTo>
                    <a:pt x="340" y="93"/>
                    <a:pt x="340" y="93"/>
                    <a:pt x="340" y="93"/>
                  </a:cubicBezTo>
                  <a:cubicBezTo>
                    <a:pt x="342" y="87"/>
                    <a:pt x="342" y="87"/>
                    <a:pt x="342" y="87"/>
                  </a:cubicBezTo>
                  <a:lnTo>
                    <a:pt x="352" y="81"/>
                  </a:lnTo>
                  <a:close/>
                  <a:moveTo>
                    <a:pt x="242" y="123"/>
                  </a:moveTo>
                  <a:cubicBezTo>
                    <a:pt x="237" y="119"/>
                    <a:pt x="237" y="119"/>
                    <a:pt x="237" y="119"/>
                  </a:cubicBezTo>
                  <a:cubicBezTo>
                    <a:pt x="237" y="114"/>
                    <a:pt x="237" y="114"/>
                    <a:pt x="237" y="114"/>
                  </a:cubicBezTo>
                  <a:cubicBezTo>
                    <a:pt x="244" y="106"/>
                    <a:pt x="244" y="106"/>
                    <a:pt x="244" y="106"/>
                  </a:cubicBezTo>
                  <a:cubicBezTo>
                    <a:pt x="256" y="106"/>
                    <a:pt x="269" y="106"/>
                    <a:pt x="282" y="106"/>
                  </a:cubicBezTo>
                  <a:cubicBezTo>
                    <a:pt x="287" y="101"/>
                    <a:pt x="287" y="101"/>
                    <a:pt x="287" y="101"/>
                  </a:cubicBezTo>
                  <a:cubicBezTo>
                    <a:pt x="291" y="101"/>
                    <a:pt x="291" y="101"/>
                    <a:pt x="291" y="101"/>
                  </a:cubicBezTo>
                  <a:cubicBezTo>
                    <a:pt x="288" y="108"/>
                    <a:pt x="288" y="108"/>
                    <a:pt x="288" y="108"/>
                  </a:cubicBezTo>
                  <a:cubicBezTo>
                    <a:pt x="283" y="113"/>
                    <a:pt x="283" y="113"/>
                    <a:pt x="283" y="113"/>
                  </a:cubicBezTo>
                  <a:cubicBezTo>
                    <a:pt x="272" y="113"/>
                    <a:pt x="261" y="113"/>
                    <a:pt x="250" y="113"/>
                  </a:cubicBezTo>
                  <a:cubicBezTo>
                    <a:pt x="248" y="129"/>
                    <a:pt x="248" y="129"/>
                    <a:pt x="248" y="129"/>
                  </a:cubicBezTo>
                  <a:cubicBezTo>
                    <a:pt x="245" y="130"/>
                    <a:pt x="245" y="130"/>
                    <a:pt x="245" y="130"/>
                  </a:cubicBezTo>
                  <a:lnTo>
                    <a:pt x="242" y="12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3" name="Google Shape;458;p50">
              <a:extLst>
                <a:ext uri="{FF2B5EF4-FFF2-40B4-BE49-F238E27FC236}">
                  <a16:creationId xmlns:a16="http://schemas.microsoft.com/office/drawing/2014/main" id="{D447B428-8BCA-47DB-89AC-23EE022E875D}"/>
                </a:ext>
              </a:extLst>
            </p:cNvPr>
            <p:cNvSpPr/>
            <p:nvPr/>
          </p:nvSpPr>
          <p:spPr>
            <a:xfrm>
              <a:off x="4994277" y="3100389"/>
              <a:ext cx="82550" cy="128588"/>
            </a:xfrm>
            <a:custGeom>
              <a:avLst/>
              <a:gdLst/>
              <a:ahLst/>
              <a:cxnLst/>
              <a:rect l="l" t="t" r="r" b="b"/>
              <a:pathLst>
                <a:path w="31" h="48" extrusionOk="0">
                  <a:moveTo>
                    <a:pt x="31" y="15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5" y="47"/>
                    <a:pt x="7" y="45"/>
                    <a:pt x="8" y="44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29" y="18"/>
                    <a:pt x="29" y="18"/>
                    <a:pt x="29" y="18"/>
                  </a:cubicBezTo>
                  <a:lnTo>
                    <a:pt x="31" y="1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04" name="Google Shape;459;p50">
              <a:extLst>
                <a:ext uri="{FF2B5EF4-FFF2-40B4-BE49-F238E27FC236}">
                  <a16:creationId xmlns:a16="http://schemas.microsoft.com/office/drawing/2014/main" id="{8D08B9E7-0D37-48CD-98A5-CE2C5C306D4C}"/>
                </a:ext>
              </a:extLst>
            </p:cNvPr>
            <p:cNvGrpSpPr/>
            <p:nvPr/>
          </p:nvGrpSpPr>
          <p:grpSpPr>
            <a:xfrm>
              <a:off x="7224713" y="2708276"/>
              <a:ext cx="403225" cy="458788"/>
              <a:chOff x="7224712" y="2708275"/>
              <a:chExt cx="403225" cy="458788"/>
            </a:xfrm>
            <a:grpFill/>
          </p:grpSpPr>
          <p:sp>
            <p:nvSpPr>
              <p:cNvPr id="344" name="Google Shape;460;p50">
                <a:extLst>
                  <a:ext uri="{FF2B5EF4-FFF2-40B4-BE49-F238E27FC236}">
                    <a16:creationId xmlns:a16="http://schemas.microsoft.com/office/drawing/2014/main" id="{A222642C-6033-4188-9FD9-0CEB632F1900}"/>
                  </a:ext>
                </a:extLst>
              </p:cNvPr>
              <p:cNvSpPr/>
              <p:nvPr/>
            </p:nvSpPr>
            <p:spPr>
              <a:xfrm>
                <a:off x="7477125" y="2708275"/>
                <a:ext cx="150812" cy="131763"/>
              </a:xfrm>
              <a:custGeom>
                <a:avLst/>
                <a:gdLst/>
                <a:ahLst/>
                <a:cxnLst/>
                <a:rect l="l" t="t" r="r" b="b"/>
                <a:pathLst>
                  <a:path w="56" h="49" extrusionOk="0">
                    <a:moveTo>
                      <a:pt x="46" y="22"/>
                    </a:moveTo>
                    <a:cubicBezTo>
                      <a:pt x="48" y="26"/>
                      <a:pt x="48" y="26"/>
                      <a:pt x="48" y="26"/>
                    </a:cubicBezTo>
                    <a:cubicBezTo>
                      <a:pt x="56" y="26"/>
                      <a:pt x="56" y="26"/>
                      <a:pt x="56" y="26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38" y="30"/>
                      <a:pt x="34" y="33"/>
                      <a:pt x="32" y="41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20" y="17"/>
                      <a:pt x="21" y="9"/>
                      <a:pt x="14" y="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38" y="18"/>
                      <a:pt x="38" y="18"/>
                      <a:pt x="38" y="18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46" y="22"/>
                      <a:pt x="46" y="22"/>
                      <a:pt x="46" y="22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5" name="Google Shape;461;p50">
                <a:extLst>
                  <a:ext uri="{FF2B5EF4-FFF2-40B4-BE49-F238E27FC236}">
                    <a16:creationId xmlns:a16="http://schemas.microsoft.com/office/drawing/2014/main" id="{7AE09748-5186-4606-8E6A-3644F3DC4C3A}"/>
                  </a:ext>
                </a:extLst>
              </p:cNvPr>
              <p:cNvSpPr/>
              <p:nvPr/>
            </p:nvSpPr>
            <p:spPr>
              <a:xfrm>
                <a:off x="7477125" y="2708275"/>
                <a:ext cx="150812" cy="131763"/>
              </a:xfrm>
              <a:custGeom>
                <a:avLst/>
                <a:gdLst/>
                <a:ahLst/>
                <a:cxnLst/>
                <a:rect l="l" t="t" r="r" b="b"/>
                <a:pathLst>
                  <a:path w="56" h="49" extrusionOk="0">
                    <a:moveTo>
                      <a:pt x="46" y="22"/>
                    </a:moveTo>
                    <a:cubicBezTo>
                      <a:pt x="48" y="26"/>
                      <a:pt x="48" y="26"/>
                      <a:pt x="48" y="26"/>
                    </a:cubicBezTo>
                    <a:cubicBezTo>
                      <a:pt x="56" y="26"/>
                      <a:pt x="56" y="26"/>
                      <a:pt x="56" y="26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38" y="30"/>
                      <a:pt x="34" y="33"/>
                      <a:pt x="32" y="41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20" y="17"/>
                      <a:pt x="21" y="9"/>
                      <a:pt x="14" y="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38" y="18"/>
                      <a:pt x="38" y="18"/>
                      <a:pt x="38" y="18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46" y="22"/>
                      <a:pt x="46" y="22"/>
                      <a:pt x="46" y="22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6" name="Google Shape;462;p50">
                <a:extLst>
                  <a:ext uri="{FF2B5EF4-FFF2-40B4-BE49-F238E27FC236}">
                    <a16:creationId xmlns:a16="http://schemas.microsoft.com/office/drawing/2014/main" id="{FCB2304D-45A8-43BC-A8CD-654A52879B30}"/>
                  </a:ext>
                </a:extLst>
              </p:cNvPr>
              <p:cNvSpPr/>
              <p:nvPr/>
            </p:nvSpPr>
            <p:spPr>
              <a:xfrm>
                <a:off x="7269162" y="2841625"/>
                <a:ext cx="269875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101" h="95" extrusionOk="0">
                    <a:moveTo>
                      <a:pt x="95" y="13"/>
                    </a:moveTo>
                    <a:cubicBezTo>
                      <a:pt x="101" y="19"/>
                      <a:pt x="101" y="19"/>
                      <a:pt x="101" y="19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95" y="40"/>
                      <a:pt x="95" y="40"/>
                      <a:pt x="95" y="40"/>
                    </a:cubicBezTo>
                    <a:cubicBezTo>
                      <a:pt x="91" y="38"/>
                      <a:pt x="91" y="38"/>
                      <a:pt x="91" y="38"/>
                    </a:cubicBezTo>
                    <a:cubicBezTo>
                      <a:pt x="90" y="41"/>
                      <a:pt x="90" y="41"/>
                      <a:pt x="90" y="41"/>
                    </a:cubicBezTo>
                    <a:cubicBezTo>
                      <a:pt x="89" y="51"/>
                      <a:pt x="89" y="51"/>
                      <a:pt x="89" y="51"/>
                    </a:cubicBezTo>
                    <a:cubicBezTo>
                      <a:pt x="85" y="59"/>
                      <a:pt x="84" y="65"/>
                      <a:pt x="89" y="68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83" y="79"/>
                      <a:pt x="83" y="79"/>
                      <a:pt x="83" y="79"/>
                    </a:cubicBezTo>
                    <a:cubicBezTo>
                      <a:pt x="79" y="77"/>
                      <a:pt x="79" y="77"/>
                      <a:pt x="79" y="77"/>
                    </a:cubicBezTo>
                    <a:cubicBezTo>
                      <a:pt x="78" y="73"/>
                      <a:pt x="78" y="73"/>
                      <a:pt x="78" y="73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76" y="71"/>
                      <a:pt x="76" y="71"/>
                      <a:pt x="76" y="71"/>
                    </a:cubicBezTo>
                    <a:cubicBezTo>
                      <a:pt x="70" y="68"/>
                      <a:pt x="68" y="70"/>
                      <a:pt x="70" y="78"/>
                    </a:cubicBezTo>
                    <a:cubicBezTo>
                      <a:pt x="68" y="80"/>
                      <a:pt x="68" y="80"/>
                      <a:pt x="68" y="80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55" y="79"/>
                      <a:pt x="55" y="79"/>
                      <a:pt x="55" y="79"/>
                    </a:cubicBezTo>
                    <a:cubicBezTo>
                      <a:pt x="55" y="75"/>
                      <a:pt x="55" y="75"/>
                      <a:pt x="55" y="75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54" y="84"/>
                      <a:pt x="54" y="84"/>
                      <a:pt x="54" y="84"/>
                    </a:cubicBezTo>
                    <a:cubicBezTo>
                      <a:pt x="54" y="87"/>
                      <a:pt x="54" y="87"/>
                      <a:pt x="54" y="87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48" y="93"/>
                      <a:pt x="48" y="93"/>
                      <a:pt x="48" y="93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0" y="86"/>
                      <a:pt x="40" y="86"/>
                      <a:pt x="40" y="86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5" y="88"/>
                      <a:pt x="15" y="88"/>
                      <a:pt x="15" y="88"/>
                    </a:cubicBezTo>
                    <a:cubicBezTo>
                      <a:pt x="11" y="91"/>
                      <a:pt x="11" y="91"/>
                      <a:pt x="11" y="91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6" y="60"/>
                      <a:pt x="46" y="60"/>
                      <a:pt x="46" y="60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53" y="44"/>
                      <a:pt x="53" y="44"/>
                      <a:pt x="53" y="44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6"/>
                      <a:pt x="59" y="46"/>
                      <a:pt x="59" y="46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8" y="6"/>
                      <a:pt x="98" y="6"/>
                      <a:pt x="98" y="6"/>
                    </a:cubicBezTo>
                    <a:cubicBezTo>
                      <a:pt x="95" y="13"/>
                      <a:pt x="95" y="13"/>
                      <a:pt x="95" y="13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7" name="Google Shape;463;p50">
                <a:extLst>
                  <a:ext uri="{FF2B5EF4-FFF2-40B4-BE49-F238E27FC236}">
                    <a16:creationId xmlns:a16="http://schemas.microsoft.com/office/drawing/2014/main" id="{A9004AF1-ED95-449C-8522-C24F36D59DC9}"/>
                  </a:ext>
                </a:extLst>
              </p:cNvPr>
              <p:cNvSpPr/>
              <p:nvPr/>
            </p:nvSpPr>
            <p:spPr>
              <a:xfrm>
                <a:off x="7269162" y="2841625"/>
                <a:ext cx="269875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101" h="95" extrusionOk="0">
                    <a:moveTo>
                      <a:pt x="95" y="13"/>
                    </a:moveTo>
                    <a:cubicBezTo>
                      <a:pt x="101" y="19"/>
                      <a:pt x="101" y="19"/>
                      <a:pt x="101" y="19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95" y="40"/>
                      <a:pt x="95" y="40"/>
                      <a:pt x="95" y="40"/>
                    </a:cubicBezTo>
                    <a:cubicBezTo>
                      <a:pt x="91" y="38"/>
                      <a:pt x="91" y="38"/>
                      <a:pt x="91" y="38"/>
                    </a:cubicBezTo>
                    <a:cubicBezTo>
                      <a:pt x="90" y="41"/>
                      <a:pt x="90" y="41"/>
                      <a:pt x="90" y="41"/>
                    </a:cubicBezTo>
                    <a:cubicBezTo>
                      <a:pt x="89" y="51"/>
                      <a:pt x="89" y="51"/>
                      <a:pt x="89" y="51"/>
                    </a:cubicBezTo>
                    <a:cubicBezTo>
                      <a:pt x="85" y="59"/>
                      <a:pt x="84" y="65"/>
                      <a:pt x="89" y="68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83" y="79"/>
                      <a:pt x="83" y="79"/>
                      <a:pt x="83" y="79"/>
                    </a:cubicBezTo>
                    <a:cubicBezTo>
                      <a:pt x="79" y="77"/>
                      <a:pt x="79" y="77"/>
                      <a:pt x="79" y="77"/>
                    </a:cubicBezTo>
                    <a:cubicBezTo>
                      <a:pt x="78" y="73"/>
                      <a:pt x="78" y="73"/>
                      <a:pt x="78" y="73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76" y="71"/>
                      <a:pt x="76" y="71"/>
                      <a:pt x="76" y="71"/>
                    </a:cubicBezTo>
                    <a:cubicBezTo>
                      <a:pt x="70" y="68"/>
                      <a:pt x="68" y="70"/>
                      <a:pt x="70" y="78"/>
                    </a:cubicBezTo>
                    <a:cubicBezTo>
                      <a:pt x="68" y="80"/>
                      <a:pt x="68" y="80"/>
                      <a:pt x="68" y="80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55" y="79"/>
                      <a:pt x="55" y="79"/>
                      <a:pt x="55" y="79"/>
                    </a:cubicBezTo>
                    <a:cubicBezTo>
                      <a:pt x="55" y="75"/>
                      <a:pt x="55" y="75"/>
                      <a:pt x="55" y="75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54" y="84"/>
                      <a:pt x="54" y="84"/>
                      <a:pt x="54" y="84"/>
                    </a:cubicBezTo>
                    <a:cubicBezTo>
                      <a:pt x="54" y="87"/>
                      <a:pt x="54" y="87"/>
                      <a:pt x="54" y="87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48" y="93"/>
                      <a:pt x="48" y="93"/>
                      <a:pt x="48" y="93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0" y="86"/>
                      <a:pt x="40" y="86"/>
                      <a:pt x="40" y="86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5" y="88"/>
                      <a:pt x="15" y="88"/>
                      <a:pt x="15" y="88"/>
                    </a:cubicBezTo>
                    <a:cubicBezTo>
                      <a:pt x="11" y="91"/>
                      <a:pt x="11" y="91"/>
                      <a:pt x="11" y="91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6" y="60"/>
                      <a:pt x="46" y="60"/>
                      <a:pt x="46" y="60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53" y="44"/>
                      <a:pt x="53" y="44"/>
                      <a:pt x="53" y="44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6"/>
                      <a:pt x="59" y="46"/>
                      <a:pt x="59" y="46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8" y="6"/>
                      <a:pt x="98" y="6"/>
                      <a:pt x="98" y="6"/>
                    </a:cubicBezTo>
                    <a:cubicBezTo>
                      <a:pt x="95" y="13"/>
                      <a:pt x="95" y="13"/>
                      <a:pt x="95" y="13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8" name="Google Shape;464;p50">
                <a:extLst>
                  <a:ext uri="{FF2B5EF4-FFF2-40B4-BE49-F238E27FC236}">
                    <a16:creationId xmlns:a16="http://schemas.microsoft.com/office/drawing/2014/main" id="{9346272B-1EEC-4014-B4F5-7357E55B7A28}"/>
                  </a:ext>
                </a:extLst>
              </p:cNvPr>
              <p:cNvSpPr/>
              <p:nvPr/>
            </p:nvSpPr>
            <p:spPr>
              <a:xfrm>
                <a:off x="7437437" y="2909888"/>
                <a:ext cx="14287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9" h="15" extrusionOk="0">
                    <a:moveTo>
                      <a:pt x="9" y="8"/>
                    </a:moveTo>
                    <a:lnTo>
                      <a:pt x="3" y="15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9" y="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9" name="Google Shape;465;p50">
                <a:extLst>
                  <a:ext uri="{FF2B5EF4-FFF2-40B4-BE49-F238E27FC236}">
                    <a16:creationId xmlns:a16="http://schemas.microsoft.com/office/drawing/2014/main" id="{054DCB8C-1A61-45C3-9074-F01823BF4738}"/>
                  </a:ext>
                </a:extLst>
              </p:cNvPr>
              <p:cNvSpPr/>
              <p:nvPr/>
            </p:nvSpPr>
            <p:spPr>
              <a:xfrm>
                <a:off x="7305675" y="3078163"/>
                <a:ext cx="5397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16" y="12"/>
                    </a:moveTo>
                    <a:cubicBezTo>
                      <a:pt x="11" y="10"/>
                      <a:pt x="11" y="10"/>
                      <a:pt x="11" y="10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5"/>
                      <a:pt x="0" y="12"/>
                      <a:pt x="0" y="8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0" name="Google Shape;466;p50">
                <a:extLst>
                  <a:ext uri="{FF2B5EF4-FFF2-40B4-BE49-F238E27FC236}">
                    <a16:creationId xmlns:a16="http://schemas.microsoft.com/office/drawing/2014/main" id="{718B7C5A-F080-41C2-AC37-27088D6386A2}"/>
                  </a:ext>
                </a:extLst>
              </p:cNvPr>
              <p:cNvSpPr/>
              <p:nvPr/>
            </p:nvSpPr>
            <p:spPr>
              <a:xfrm>
                <a:off x="7305675" y="3078163"/>
                <a:ext cx="5397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16" y="12"/>
                    </a:moveTo>
                    <a:cubicBezTo>
                      <a:pt x="11" y="10"/>
                      <a:pt x="11" y="10"/>
                      <a:pt x="11" y="10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5"/>
                      <a:pt x="0" y="12"/>
                      <a:pt x="0" y="8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1" name="Google Shape;467;p50">
                <a:extLst>
                  <a:ext uri="{FF2B5EF4-FFF2-40B4-BE49-F238E27FC236}">
                    <a16:creationId xmlns:a16="http://schemas.microsoft.com/office/drawing/2014/main" id="{1D6DBEC7-A154-4F71-850E-C4B032C10F60}"/>
                  </a:ext>
                </a:extLst>
              </p:cNvPr>
              <p:cNvSpPr/>
              <p:nvPr/>
            </p:nvSpPr>
            <p:spPr>
              <a:xfrm>
                <a:off x="7224712" y="3089275"/>
                <a:ext cx="698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6" h="29" extrusionOk="0">
                    <a:moveTo>
                      <a:pt x="19" y="4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6"/>
                      <a:pt x="10" y="3"/>
                      <a:pt x="15" y="0"/>
                    </a:cubicBezTo>
                    <a:cubicBezTo>
                      <a:pt x="19" y="4"/>
                      <a:pt x="19" y="4"/>
                      <a:pt x="19" y="4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2" name="Google Shape;468;p50">
                <a:extLst>
                  <a:ext uri="{FF2B5EF4-FFF2-40B4-BE49-F238E27FC236}">
                    <a16:creationId xmlns:a16="http://schemas.microsoft.com/office/drawing/2014/main" id="{A1344DF4-DB58-4223-A307-E693717945B2}"/>
                  </a:ext>
                </a:extLst>
              </p:cNvPr>
              <p:cNvSpPr/>
              <p:nvPr/>
            </p:nvSpPr>
            <p:spPr>
              <a:xfrm>
                <a:off x="7224712" y="3089275"/>
                <a:ext cx="698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6" h="29" extrusionOk="0">
                    <a:moveTo>
                      <a:pt x="19" y="4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6"/>
                      <a:pt x="10" y="3"/>
                      <a:pt x="15" y="0"/>
                    </a:cubicBezTo>
                    <a:cubicBezTo>
                      <a:pt x="19" y="4"/>
                      <a:pt x="19" y="4"/>
                      <a:pt x="19" y="4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05" name="Google Shape;469;p50">
              <a:extLst>
                <a:ext uri="{FF2B5EF4-FFF2-40B4-BE49-F238E27FC236}">
                  <a16:creationId xmlns:a16="http://schemas.microsoft.com/office/drawing/2014/main" id="{50BF5C5F-075F-4FBB-AF26-9144B84EDED0}"/>
                </a:ext>
              </a:extLst>
            </p:cNvPr>
            <p:cNvSpPr/>
            <p:nvPr/>
          </p:nvSpPr>
          <p:spPr>
            <a:xfrm>
              <a:off x="4970464" y="3116264"/>
              <a:ext cx="36512" cy="115888"/>
            </a:xfrm>
            <a:custGeom>
              <a:avLst/>
              <a:gdLst/>
              <a:ahLst/>
              <a:cxnLst/>
              <a:rect l="l" t="t" r="r" b="b"/>
              <a:pathLst>
                <a:path w="14" h="43" extrusionOk="0">
                  <a:moveTo>
                    <a:pt x="10" y="2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7" y="10"/>
                    <a:pt x="3" y="14"/>
                    <a:pt x="0" y="16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3"/>
                    <a:pt x="11" y="3"/>
                    <a:pt x="11" y="3"/>
                  </a:cubicBezTo>
                  <a:lnTo>
                    <a:pt x="10" y="2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6" name="Google Shape;470;p50">
              <a:extLst>
                <a:ext uri="{FF2B5EF4-FFF2-40B4-BE49-F238E27FC236}">
                  <a16:creationId xmlns:a16="http://schemas.microsoft.com/office/drawing/2014/main" id="{883BB230-E609-4DFC-A314-0AE7BADD7CA0}"/>
                </a:ext>
              </a:extLst>
            </p:cNvPr>
            <p:cNvSpPr/>
            <p:nvPr/>
          </p:nvSpPr>
          <p:spPr>
            <a:xfrm>
              <a:off x="5214938" y="2901951"/>
              <a:ext cx="442912" cy="447675"/>
            </a:xfrm>
            <a:custGeom>
              <a:avLst/>
              <a:gdLst/>
              <a:ahLst/>
              <a:cxnLst/>
              <a:rect l="l" t="t" r="r" b="b"/>
              <a:pathLst>
                <a:path w="165" h="167" extrusionOk="0">
                  <a:moveTo>
                    <a:pt x="90" y="27"/>
                  </a:moveTo>
                  <a:cubicBezTo>
                    <a:pt x="90" y="29"/>
                    <a:pt x="88" y="30"/>
                    <a:pt x="87" y="30"/>
                  </a:cubicBezTo>
                  <a:cubicBezTo>
                    <a:pt x="85" y="31"/>
                    <a:pt x="80" y="31"/>
                    <a:pt x="74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0" y="26"/>
                    <a:pt x="60" y="26"/>
                    <a:pt x="60" y="2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49" y="22"/>
                    <a:pt x="47" y="19"/>
                    <a:pt x="46" y="15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0" y="69"/>
                    <a:pt x="10" y="69"/>
                    <a:pt x="10" y="69"/>
                  </a:cubicBezTo>
                  <a:cubicBezTo>
                    <a:pt x="21" y="83"/>
                    <a:pt x="21" y="83"/>
                    <a:pt x="21" y="83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2" y="102"/>
                    <a:pt x="32" y="102"/>
                    <a:pt x="32" y="102"/>
                  </a:cubicBezTo>
                  <a:cubicBezTo>
                    <a:pt x="35" y="107"/>
                    <a:pt x="35" y="107"/>
                    <a:pt x="35" y="107"/>
                  </a:cubicBezTo>
                  <a:cubicBezTo>
                    <a:pt x="43" y="108"/>
                    <a:pt x="43" y="108"/>
                    <a:pt x="43" y="108"/>
                  </a:cubicBezTo>
                  <a:cubicBezTo>
                    <a:pt x="44" y="112"/>
                    <a:pt x="44" y="112"/>
                    <a:pt x="44" y="112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22"/>
                    <a:pt x="58" y="122"/>
                    <a:pt x="58" y="122"/>
                  </a:cubicBezTo>
                  <a:cubicBezTo>
                    <a:pt x="64" y="126"/>
                    <a:pt x="64" y="126"/>
                    <a:pt x="64" y="126"/>
                  </a:cubicBezTo>
                  <a:cubicBezTo>
                    <a:pt x="63" y="130"/>
                    <a:pt x="63" y="130"/>
                    <a:pt x="63" y="130"/>
                  </a:cubicBezTo>
                  <a:cubicBezTo>
                    <a:pt x="70" y="141"/>
                    <a:pt x="70" y="141"/>
                    <a:pt x="70" y="141"/>
                  </a:cubicBezTo>
                  <a:cubicBezTo>
                    <a:pt x="83" y="149"/>
                    <a:pt x="83" y="149"/>
                    <a:pt x="83" y="149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103" y="148"/>
                    <a:pt x="103" y="148"/>
                    <a:pt x="103" y="148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13" y="145"/>
                    <a:pt x="113" y="145"/>
                    <a:pt x="113" y="145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36" y="164"/>
                    <a:pt x="136" y="164"/>
                    <a:pt x="136" y="164"/>
                  </a:cubicBezTo>
                  <a:cubicBezTo>
                    <a:pt x="152" y="167"/>
                    <a:pt x="152" y="167"/>
                    <a:pt x="152" y="167"/>
                  </a:cubicBezTo>
                  <a:cubicBezTo>
                    <a:pt x="152" y="167"/>
                    <a:pt x="152" y="167"/>
                    <a:pt x="152" y="167"/>
                  </a:cubicBezTo>
                  <a:cubicBezTo>
                    <a:pt x="153" y="158"/>
                    <a:pt x="153" y="158"/>
                    <a:pt x="153" y="158"/>
                  </a:cubicBezTo>
                  <a:cubicBezTo>
                    <a:pt x="162" y="152"/>
                    <a:pt x="162" y="152"/>
                    <a:pt x="162" y="152"/>
                  </a:cubicBezTo>
                  <a:cubicBezTo>
                    <a:pt x="165" y="143"/>
                    <a:pt x="165" y="143"/>
                    <a:pt x="165" y="143"/>
                  </a:cubicBezTo>
                  <a:cubicBezTo>
                    <a:pt x="149" y="109"/>
                    <a:pt x="149" y="109"/>
                    <a:pt x="149" y="109"/>
                  </a:cubicBezTo>
                  <a:cubicBezTo>
                    <a:pt x="147" y="67"/>
                    <a:pt x="147" y="67"/>
                    <a:pt x="147" y="67"/>
                  </a:cubicBezTo>
                  <a:cubicBezTo>
                    <a:pt x="151" y="54"/>
                    <a:pt x="151" y="54"/>
                    <a:pt x="151" y="54"/>
                  </a:cubicBezTo>
                  <a:cubicBezTo>
                    <a:pt x="148" y="38"/>
                    <a:pt x="148" y="38"/>
                    <a:pt x="148" y="38"/>
                  </a:cubicBezTo>
                  <a:cubicBezTo>
                    <a:pt x="120" y="25"/>
                    <a:pt x="120" y="25"/>
                    <a:pt x="120" y="25"/>
                  </a:cubicBezTo>
                  <a:lnTo>
                    <a:pt x="90" y="2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7" name="Google Shape;471;p50">
              <a:extLst>
                <a:ext uri="{FF2B5EF4-FFF2-40B4-BE49-F238E27FC236}">
                  <a16:creationId xmlns:a16="http://schemas.microsoft.com/office/drawing/2014/main" id="{CF3598F6-52DB-4DE4-AD61-FD1931872BDE}"/>
                </a:ext>
              </a:extLst>
            </p:cNvPr>
            <p:cNvSpPr/>
            <p:nvPr/>
          </p:nvSpPr>
          <p:spPr>
            <a:xfrm>
              <a:off x="5065713" y="2973389"/>
              <a:ext cx="242887" cy="236538"/>
            </a:xfrm>
            <a:custGeom>
              <a:avLst/>
              <a:gdLst/>
              <a:ahLst/>
              <a:cxnLst/>
              <a:rect l="l" t="t" r="r" b="b"/>
              <a:pathLst>
                <a:path w="90" h="88" extrusionOk="0">
                  <a:moveTo>
                    <a:pt x="27" y="11"/>
                  </a:moveTo>
                  <a:cubicBezTo>
                    <a:pt x="26" y="13"/>
                    <a:pt x="25" y="14"/>
                    <a:pt x="24" y="1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2" y="82"/>
                    <a:pt x="72" y="82"/>
                    <a:pt x="72" y="82"/>
                  </a:cubicBezTo>
                  <a:cubicBezTo>
                    <a:pt x="74" y="82"/>
                    <a:pt x="76" y="82"/>
                    <a:pt x="79" y="83"/>
                  </a:cubicBezTo>
                  <a:cubicBezTo>
                    <a:pt x="80" y="83"/>
                    <a:pt x="82" y="84"/>
                    <a:pt x="84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5"/>
                    <a:pt x="86" y="85"/>
                    <a:pt x="86" y="84"/>
                  </a:cubicBezTo>
                  <a:cubicBezTo>
                    <a:pt x="87" y="83"/>
                    <a:pt x="89" y="82"/>
                    <a:pt x="90" y="80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29" y="6"/>
                    <a:pt x="28" y="8"/>
                    <a:pt x="27" y="11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8" name="Google Shape;472;p50">
              <a:extLst>
                <a:ext uri="{FF2B5EF4-FFF2-40B4-BE49-F238E27FC236}">
                  <a16:creationId xmlns:a16="http://schemas.microsoft.com/office/drawing/2014/main" id="{9B1A9345-37B8-40DD-8A4B-32C2D1F66F4C}"/>
                </a:ext>
              </a:extLst>
            </p:cNvPr>
            <p:cNvSpPr/>
            <p:nvPr/>
          </p:nvSpPr>
          <p:spPr>
            <a:xfrm>
              <a:off x="5065713" y="2973389"/>
              <a:ext cx="242887" cy="236538"/>
            </a:xfrm>
            <a:custGeom>
              <a:avLst/>
              <a:gdLst/>
              <a:ahLst/>
              <a:cxnLst/>
              <a:rect l="l" t="t" r="r" b="b"/>
              <a:pathLst>
                <a:path w="90" h="88" extrusionOk="0">
                  <a:moveTo>
                    <a:pt x="27" y="11"/>
                  </a:moveTo>
                  <a:cubicBezTo>
                    <a:pt x="26" y="13"/>
                    <a:pt x="25" y="14"/>
                    <a:pt x="24" y="1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2" y="82"/>
                    <a:pt x="72" y="82"/>
                    <a:pt x="72" y="82"/>
                  </a:cubicBezTo>
                  <a:cubicBezTo>
                    <a:pt x="74" y="82"/>
                    <a:pt x="76" y="82"/>
                    <a:pt x="79" y="83"/>
                  </a:cubicBezTo>
                  <a:cubicBezTo>
                    <a:pt x="80" y="83"/>
                    <a:pt x="82" y="84"/>
                    <a:pt x="84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5"/>
                    <a:pt x="86" y="85"/>
                    <a:pt x="86" y="84"/>
                  </a:cubicBezTo>
                  <a:cubicBezTo>
                    <a:pt x="87" y="83"/>
                    <a:pt x="89" y="82"/>
                    <a:pt x="90" y="80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29" y="6"/>
                    <a:pt x="28" y="8"/>
                    <a:pt x="27" y="11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09" name="Google Shape;473;p50">
              <a:extLst>
                <a:ext uri="{FF2B5EF4-FFF2-40B4-BE49-F238E27FC236}">
                  <a16:creationId xmlns:a16="http://schemas.microsoft.com/office/drawing/2014/main" id="{08B01110-EABC-4565-BFDA-90527C6296F7}"/>
                </a:ext>
              </a:extLst>
            </p:cNvPr>
            <p:cNvGrpSpPr/>
            <p:nvPr/>
          </p:nvGrpSpPr>
          <p:grpSpPr>
            <a:xfrm>
              <a:off x="6427788" y="3921126"/>
              <a:ext cx="1082675" cy="461963"/>
              <a:chOff x="6427787" y="3921125"/>
              <a:chExt cx="1082675" cy="461963"/>
            </a:xfrm>
            <a:grpFill/>
          </p:grpSpPr>
          <p:sp>
            <p:nvSpPr>
              <p:cNvPr id="320" name="Google Shape;474;p50">
                <a:extLst>
                  <a:ext uri="{FF2B5EF4-FFF2-40B4-BE49-F238E27FC236}">
                    <a16:creationId xmlns:a16="http://schemas.microsoft.com/office/drawing/2014/main" id="{CCDDBEA0-ED9A-4C08-B1E2-F90A015A5B1C}"/>
                  </a:ext>
                </a:extLst>
              </p:cNvPr>
              <p:cNvSpPr/>
              <p:nvPr/>
            </p:nvSpPr>
            <p:spPr>
              <a:xfrm>
                <a:off x="7180262" y="3948113"/>
                <a:ext cx="1587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0" h="14" extrusionOk="0">
                    <a:moveTo>
                      <a:pt x="0" y="14"/>
                    </a:moveTo>
                    <a:lnTo>
                      <a:pt x="6" y="12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0" y="1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1" name="Google Shape;475;p50">
                <a:extLst>
                  <a:ext uri="{FF2B5EF4-FFF2-40B4-BE49-F238E27FC236}">
                    <a16:creationId xmlns:a16="http://schemas.microsoft.com/office/drawing/2014/main" id="{AF238163-BB75-4A11-A64D-21EA790F0EA7}"/>
                  </a:ext>
                </a:extLst>
              </p:cNvPr>
              <p:cNvSpPr/>
              <p:nvPr/>
            </p:nvSpPr>
            <p:spPr>
              <a:xfrm>
                <a:off x="6427787" y="3921125"/>
                <a:ext cx="252412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4" extrusionOk="0">
                    <a:moveTo>
                      <a:pt x="89" y="90"/>
                    </a:moveTo>
                    <a:cubicBezTo>
                      <a:pt x="87" y="88"/>
                      <a:pt x="85" y="87"/>
                      <a:pt x="83" y="86"/>
                    </a:cubicBezTo>
                    <a:cubicBezTo>
                      <a:pt x="79" y="73"/>
                      <a:pt x="79" y="73"/>
                      <a:pt x="79" y="73"/>
                    </a:cubicBezTo>
                    <a:cubicBezTo>
                      <a:pt x="70" y="70"/>
                      <a:pt x="70" y="70"/>
                      <a:pt x="70" y="70"/>
                    </a:cubicBezTo>
                    <a:cubicBezTo>
                      <a:pt x="73" y="62"/>
                      <a:pt x="73" y="62"/>
                      <a:pt x="73" y="62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2" y="34"/>
                      <a:pt x="24" y="36"/>
                      <a:pt x="26" y="38"/>
                    </a:cubicBezTo>
                    <a:cubicBezTo>
                      <a:pt x="27" y="39"/>
                      <a:pt x="29" y="40"/>
                      <a:pt x="30" y="42"/>
                    </a:cubicBezTo>
                    <a:cubicBezTo>
                      <a:pt x="34" y="52"/>
                      <a:pt x="39" y="62"/>
                      <a:pt x="43" y="73"/>
                    </a:cubicBezTo>
                    <a:cubicBezTo>
                      <a:pt x="48" y="82"/>
                      <a:pt x="53" y="91"/>
                      <a:pt x="59" y="99"/>
                    </a:cubicBezTo>
                    <a:cubicBezTo>
                      <a:pt x="62" y="105"/>
                      <a:pt x="66" y="110"/>
                      <a:pt x="70" y="114"/>
                    </a:cubicBezTo>
                    <a:cubicBezTo>
                      <a:pt x="73" y="117"/>
                      <a:pt x="76" y="120"/>
                      <a:pt x="78" y="123"/>
                    </a:cubicBezTo>
                    <a:cubicBezTo>
                      <a:pt x="80" y="120"/>
                      <a:pt x="80" y="120"/>
                      <a:pt x="80" y="120"/>
                    </a:cubicBezTo>
                    <a:cubicBezTo>
                      <a:pt x="86" y="124"/>
                      <a:pt x="86" y="124"/>
                      <a:pt x="86" y="124"/>
                    </a:cubicBezTo>
                    <a:cubicBezTo>
                      <a:pt x="87" y="120"/>
                      <a:pt x="87" y="120"/>
                      <a:pt x="87" y="120"/>
                    </a:cubicBezTo>
                    <a:cubicBezTo>
                      <a:pt x="90" y="123"/>
                      <a:pt x="90" y="123"/>
                      <a:pt x="90" y="123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12"/>
                      <a:pt x="93" y="104"/>
                      <a:pt x="94" y="95"/>
                    </a:cubicBezTo>
                    <a:cubicBezTo>
                      <a:pt x="93" y="93"/>
                      <a:pt x="91" y="91"/>
                      <a:pt x="89" y="9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2" name="Google Shape;476;p50">
                <a:extLst>
                  <a:ext uri="{FF2B5EF4-FFF2-40B4-BE49-F238E27FC236}">
                    <a16:creationId xmlns:a16="http://schemas.microsoft.com/office/drawing/2014/main" id="{242B7340-6996-46F5-90E9-55B2948696E1}"/>
                  </a:ext>
                </a:extLst>
              </p:cNvPr>
              <p:cNvSpPr/>
              <p:nvPr/>
            </p:nvSpPr>
            <p:spPr>
              <a:xfrm>
                <a:off x="6940550" y="4313238"/>
                <a:ext cx="49212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8" h="8" extrusionOk="0">
                    <a:moveTo>
                      <a:pt x="18" y="4"/>
                    </a:moveTo>
                    <a:cubicBezTo>
                      <a:pt x="15" y="3"/>
                      <a:pt x="12" y="1"/>
                      <a:pt x="9" y="0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8" y="4"/>
                      <a:pt x="7" y="4"/>
                      <a:pt x="6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6" y="7"/>
                      <a:pt x="11" y="6"/>
                      <a:pt x="17" y="6"/>
                    </a:cubicBezTo>
                    <a:lnTo>
                      <a:pt x="18" y="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3" name="Google Shape;477;p50">
                <a:extLst>
                  <a:ext uri="{FF2B5EF4-FFF2-40B4-BE49-F238E27FC236}">
                    <a16:creationId xmlns:a16="http://schemas.microsoft.com/office/drawing/2014/main" id="{67C183A7-C5FC-40C2-8E5E-A2549220617C}"/>
                  </a:ext>
                </a:extLst>
              </p:cNvPr>
              <p:cNvSpPr/>
              <p:nvPr/>
            </p:nvSpPr>
            <p:spPr>
              <a:xfrm>
                <a:off x="6664325" y="4251325"/>
                <a:ext cx="2095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8" extrusionOk="0">
                    <a:moveTo>
                      <a:pt x="72" y="19"/>
                    </a:moveTo>
                    <a:cubicBezTo>
                      <a:pt x="70" y="17"/>
                      <a:pt x="70" y="17"/>
                      <a:pt x="70" y="17"/>
                    </a:cubicBezTo>
                    <a:cubicBezTo>
                      <a:pt x="60" y="18"/>
                      <a:pt x="60" y="18"/>
                      <a:pt x="60" y="18"/>
                    </a:cubicBezTo>
                    <a:cubicBezTo>
                      <a:pt x="60" y="11"/>
                      <a:pt x="60" y="11"/>
                      <a:pt x="60" y="11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4"/>
                      <a:pt x="4" y="7"/>
                      <a:pt x="0" y="11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8" y="19"/>
                      <a:pt x="78" y="19"/>
                      <a:pt x="78" y="19"/>
                    </a:cubicBezTo>
                    <a:lnTo>
                      <a:pt x="72" y="1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4" name="Google Shape;478;p50">
                <a:extLst>
                  <a:ext uri="{FF2B5EF4-FFF2-40B4-BE49-F238E27FC236}">
                    <a16:creationId xmlns:a16="http://schemas.microsoft.com/office/drawing/2014/main" id="{1B7B0B9A-75F9-48EC-8A49-F21619D29172}"/>
                  </a:ext>
                </a:extLst>
              </p:cNvPr>
              <p:cNvSpPr/>
              <p:nvPr/>
            </p:nvSpPr>
            <p:spPr>
              <a:xfrm>
                <a:off x="6878637" y="4313238"/>
                <a:ext cx="23812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0" y="0"/>
                    </a:moveTo>
                    <a:lnTo>
                      <a:pt x="0" y="0"/>
                    </a:lnTo>
                    <a:lnTo>
                      <a:pt x="4" y="5"/>
                    </a:lnTo>
                    <a:lnTo>
                      <a:pt x="10" y="9"/>
                    </a:lnTo>
                    <a:lnTo>
                      <a:pt x="15" y="4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5" name="Google Shape;479;p50">
                <a:extLst>
                  <a:ext uri="{FF2B5EF4-FFF2-40B4-BE49-F238E27FC236}">
                    <a16:creationId xmlns:a16="http://schemas.microsoft.com/office/drawing/2014/main" id="{7EED0434-CE09-4F06-9F72-23C7A22E8C4D}"/>
                  </a:ext>
                </a:extLst>
              </p:cNvPr>
              <p:cNvSpPr/>
              <p:nvPr/>
            </p:nvSpPr>
            <p:spPr>
              <a:xfrm>
                <a:off x="6916737" y="4316413"/>
                <a:ext cx="20637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3" h="12" extrusionOk="0">
                    <a:moveTo>
                      <a:pt x="3" y="2"/>
                    </a:moveTo>
                    <a:lnTo>
                      <a:pt x="0" y="8"/>
                    </a:lnTo>
                    <a:lnTo>
                      <a:pt x="3" y="12"/>
                    </a:lnTo>
                    <a:lnTo>
                      <a:pt x="12" y="7"/>
                    </a:lnTo>
                    <a:lnTo>
                      <a:pt x="13" y="3"/>
                    </a:lnTo>
                    <a:lnTo>
                      <a:pt x="7" y="0"/>
                    </a:lnTo>
                    <a:lnTo>
                      <a:pt x="3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6" name="Google Shape;480;p50">
                <a:extLst>
                  <a:ext uri="{FF2B5EF4-FFF2-40B4-BE49-F238E27FC236}">
                    <a16:creationId xmlns:a16="http://schemas.microsoft.com/office/drawing/2014/main" id="{4879F0DD-37AE-4737-B233-B30235719E73}"/>
                  </a:ext>
                </a:extLst>
              </p:cNvPr>
              <p:cNvSpPr/>
              <p:nvPr/>
            </p:nvSpPr>
            <p:spPr>
              <a:xfrm>
                <a:off x="6981825" y="4351338"/>
                <a:ext cx="52387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9" extrusionOk="0">
                    <a:moveTo>
                      <a:pt x="8" y="1"/>
                    </a:moveTo>
                    <a:cubicBezTo>
                      <a:pt x="6" y="0"/>
                      <a:pt x="3" y="0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4" y="6"/>
                      <a:pt x="8" y="7"/>
                      <a:pt x="12" y="8"/>
                    </a:cubicBezTo>
                    <a:cubicBezTo>
                      <a:pt x="14" y="9"/>
                      <a:pt x="15" y="9"/>
                      <a:pt x="17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7" y="3"/>
                      <a:pt x="13" y="2"/>
                      <a:pt x="8" y="1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7" name="Google Shape;481;p50">
                <a:extLst>
                  <a:ext uri="{FF2B5EF4-FFF2-40B4-BE49-F238E27FC236}">
                    <a16:creationId xmlns:a16="http://schemas.microsoft.com/office/drawing/2014/main" id="{8F4C1C90-E363-4640-8FEF-DAF02DB74C5D}"/>
                  </a:ext>
                </a:extLst>
              </p:cNvPr>
              <p:cNvSpPr/>
              <p:nvPr/>
            </p:nvSpPr>
            <p:spPr>
              <a:xfrm>
                <a:off x="7002462" y="4319588"/>
                <a:ext cx="6667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7" extrusionOk="0">
                    <a:moveTo>
                      <a:pt x="18" y="3"/>
                    </a:moveTo>
                    <a:cubicBezTo>
                      <a:pt x="10" y="3"/>
                      <a:pt x="10" y="3"/>
                      <a:pt x="10" y="3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1"/>
                      <a:pt x="25" y="0"/>
                      <a:pt x="24" y="0"/>
                    </a:cubicBezTo>
                    <a:lnTo>
                      <a:pt x="18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8" name="Google Shape;482;p50">
                <a:extLst>
                  <a:ext uri="{FF2B5EF4-FFF2-40B4-BE49-F238E27FC236}">
                    <a16:creationId xmlns:a16="http://schemas.microsoft.com/office/drawing/2014/main" id="{F5D5D42B-AF7F-46DB-8D4F-3AA6EAAB5ED5}"/>
                  </a:ext>
                </a:extLst>
              </p:cNvPr>
              <p:cNvSpPr/>
              <p:nvPr/>
            </p:nvSpPr>
            <p:spPr>
              <a:xfrm>
                <a:off x="7426325" y="4289425"/>
                <a:ext cx="42862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6" h="14" extrusionOk="0">
                    <a:moveTo>
                      <a:pt x="14" y="3"/>
                    </a:moveTo>
                    <a:cubicBezTo>
                      <a:pt x="14" y="2"/>
                      <a:pt x="14" y="1"/>
                      <a:pt x="13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7" y="5"/>
                      <a:pt x="4" y="9"/>
                      <a:pt x="0" y="12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7" y="13"/>
                      <a:pt x="11" y="13"/>
                      <a:pt x="16" y="12"/>
                    </a:cubicBezTo>
                    <a:cubicBezTo>
                      <a:pt x="15" y="9"/>
                      <a:pt x="15" y="6"/>
                      <a:pt x="14" y="3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9" name="Google Shape;483;p50">
                <a:extLst>
                  <a:ext uri="{FF2B5EF4-FFF2-40B4-BE49-F238E27FC236}">
                    <a16:creationId xmlns:a16="http://schemas.microsoft.com/office/drawing/2014/main" id="{27AF4625-A8C9-4048-AD90-B81805B89C30}"/>
                  </a:ext>
                </a:extLst>
              </p:cNvPr>
              <p:cNvSpPr/>
              <p:nvPr/>
            </p:nvSpPr>
            <p:spPr>
              <a:xfrm>
                <a:off x="6986587" y="4040188"/>
                <a:ext cx="155575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58" h="76" extrusionOk="0">
                    <a:moveTo>
                      <a:pt x="36" y="61"/>
                    </a:moveTo>
                    <a:cubicBezTo>
                      <a:pt x="38" y="59"/>
                      <a:pt x="38" y="59"/>
                      <a:pt x="38" y="59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26" y="38"/>
                      <a:pt x="26" y="38"/>
                      <a:pt x="26" y="38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2" y="20"/>
                      <a:pt x="14" y="15"/>
                      <a:pt x="19" y="12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8" y="1"/>
                      <a:pt x="58" y="1"/>
                      <a:pt x="58" y="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5" y="56"/>
                      <a:pt x="5" y="56"/>
                      <a:pt x="5" y="56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3" y="72"/>
                      <a:pt x="3" y="72"/>
                      <a:pt x="3" y="72"/>
                    </a:cubicBezTo>
                    <a:cubicBezTo>
                      <a:pt x="4" y="75"/>
                      <a:pt x="4" y="75"/>
                      <a:pt x="4" y="75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15" y="58"/>
                      <a:pt x="15" y="58"/>
                      <a:pt x="15" y="58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6"/>
                      <a:pt x="24" y="66"/>
                      <a:pt x="24" y="66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31" y="62"/>
                      <a:pt x="31" y="62"/>
                      <a:pt x="31" y="62"/>
                    </a:cubicBezTo>
                    <a:lnTo>
                      <a:pt x="36" y="6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0" name="Google Shape;484;p50">
                <a:extLst>
                  <a:ext uri="{FF2B5EF4-FFF2-40B4-BE49-F238E27FC236}">
                    <a16:creationId xmlns:a16="http://schemas.microsoft.com/office/drawing/2014/main" id="{66D269D7-3C1A-47BB-A4DF-F54D9AF2E7D8}"/>
                  </a:ext>
                </a:extLst>
              </p:cNvPr>
              <p:cNvSpPr/>
              <p:nvPr/>
            </p:nvSpPr>
            <p:spPr>
              <a:xfrm>
                <a:off x="7185025" y="4040188"/>
                <a:ext cx="42862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16" h="28" extrusionOk="0">
                    <a:moveTo>
                      <a:pt x="11" y="26"/>
                    </a:moveTo>
                    <a:cubicBezTo>
                      <a:pt x="7" y="18"/>
                      <a:pt x="7" y="18"/>
                      <a:pt x="7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5" y="3"/>
                      <a:pt x="3" y="7"/>
                      <a:pt x="0" y="10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8"/>
                      <a:pt x="4" y="21"/>
                      <a:pt x="4" y="23"/>
                    </a:cubicBezTo>
                    <a:cubicBezTo>
                      <a:pt x="8" y="28"/>
                      <a:pt x="8" y="28"/>
                      <a:pt x="8" y="28"/>
                    </a:cubicBezTo>
                    <a:lnTo>
                      <a:pt x="11" y="2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1" name="Google Shape;485;p50">
                <a:extLst>
                  <a:ext uri="{FF2B5EF4-FFF2-40B4-BE49-F238E27FC236}">
                    <a16:creationId xmlns:a16="http://schemas.microsoft.com/office/drawing/2014/main" id="{4D7E0117-BF88-4FB9-8807-14DDFA93D35A}"/>
                  </a:ext>
                </a:extLst>
              </p:cNvPr>
              <p:cNvSpPr/>
              <p:nvPr/>
            </p:nvSpPr>
            <p:spPr>
              <a:xfrm>
                <a:off x="7219950" y="4017963"/>
                <a:ext cx="19050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2" h="15" extrusionOk="0">
                    <a:moveTo>
                      <a:pt x="12" y="5"/>
                    </a:moveTo>
                    <a:lnTo>
                      <a:pt x="9" y="0"/>
                    </a:lnTo>
                    <a:lnTo>
                      <a:pt x="0" y="7"/>
                    </a:lnTo>
                    <a:lnTo>
                      <a:pt x="0" y="15"/>
                    </a:lnTo>
                    <a:lnTo>
                      <a:pt x="7" y="14"/>
                    </a:lnTo>
                    <a:lnTo>
                      <a:pt x="12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2" name="Google Shape;486;p50">
                <a:extLst>
                  <a:ext uri="{FF2B5EF4-FFF2-40B4-BE49-F238E27FC236}">
                    <a16:creationId xmlns:a16="http://schemas.microsoft.com/office/drawing/2014/main" id="{15CBFC83-67E4-4161-8CCD-43C4FCE80DDC}"/>
                  </a:ext>
                </a:extLst>
              </p:cNvPr>
              <p:cNvSpPr/>
              <p:nvPr/>
            </p:nvSpPr>
            <p:spPr>
              <a:xfrm>
                <a:off x="7123112" y="4133850"/>
                <a:ext cx="317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7" extrusionOk="0">
                    <a:moveTo>
                      <a:pt x="0" y="0"/>
                    </a:moveTo>
                    <a:lnTo>
                      <a:pt x="0" y="5"/>
                    </a:lnTo>
                    <a:lnTo>
                      <a:pt x="10" y="7"/>
                    </a:lnTo>
                    <a:lnTo>
                      <a:pt x="17" y="5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3" name="Google Shape;487;p50">
                <a:extLst>
                  <a:ext uri="{FF2B5EF4-FFF2-40B4-BE49-F238E27FC236}">
                    <a16:creationId xmlns:a16="http://schemas.microsoft.com/office/drawing/2014/main" id="{E1E7DE3D-DCD6-43DB-95E3-8D5C9D3E374A}"/>
                  </a:ext>
                </a:extLst>
              </p:cNvPr>
              <p:cNvSpPr/>
              <p:nvPr/>
            </p:nvSpPr>
            <p:spPr>
              <a:xfrm>
                <a:off x="7075487" y="4203700"/>
                <a:ext cx="28575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11" h="15" extrusionOk="0">
                    <a:moveTo>
                      <a:pt x="9" y="0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" y="15"/>
                      <a:pt x="3" y="15"/>
                      <a:pt x="5" y="15"/>
                    </a:cubicBezTo>
                    <a:cubicBezTo>
                      <a:pt x="6" y="14"/>
                      <a:pt x="8" y="14"/>
                      <a:pt x="9" y="13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11" y="5"/>
                      <a:pt x="11" y="5"/>
                      <a:pt x="11" y="5"/>
                    </a:cubicBezTo>
                    <a:lnTo>
                      <a:pt x="9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4" name="Google Shape;488;p50">
                <a:extLst>
                  <a:ext uri="{FF2B5EF4-FFF2-40B4-BE49-F238E27FC236}">
                    <a16:creationId xmlns:a16="http://schemas.microsoft.com/office/drawing/2014/main" id="{475EB318-F435-4ADE-A7EB-9C547C35D27E}"/>
                  </a:ext>
                </a:extLst>
              </p:cNvPr>
              <p:cNvSpPr/>
              <p:nvPr/>
            </p:nvSpPr>
            <p:spPr>
              <a:xfrm>
                <a:off x="7164387" y="4168775"/>
                <a:ext cx="285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2" extrusionOk="0">
                    <a:moveTo>
                      <a:pt x="1" y="2"/>
                    </a:moveTo>
                    <a:lnTo>
                      <a:pt x="0" y="7"/>
                    </a:lnTo>
                    <a:lnTo>
                      <a:pt x="11" y="12"/>
                    </a:lnTo>
                    <a:lnTo>
                      <a:pt x="18" y="5"/>
                    </a:lnTo>
                    <a:lnTo>
                      <a:pt x="15" y="0"/>
                    </a:lnTo>
                    <a:lnTo>
                      <a:pt x="1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5" name="Google Shape;489;p50">
                <a:extLst>
                  <a:ext uri="{FF2B5EF4-FFF2-40B4-BE49-F238E27FC236}">
                    <a16:creationId xmlns:a16="http://schemas.microsoft.com/office/drawing/2014/main" id="{961DE49F-08DD-4A7C-891D-E0D5CBD2A3A5}"/>
                  </a:ext>
                </a:extLst>
              </p:cNvPr>
              <p:cNvSpPr/>
              <p:nvPr/>
            </p:nvSpPr>
            <p:spPr>
              <a:xfrm>
                <a:off x="7251700" y="4087813"/>
                <a:ext cx="33337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2" extrusionOk="0">
                    <a:moveTo>
                      <a:pt x="12" y="12"/>
                    </a:moveTo>
                    <a:lnTo>
                      <a:pt x="19" y="7"/>
                    </a:lnTo>
                    <a:lnTo>
                      <a:pt x="21" y="5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5" y="7"/>
                    </a:lnTo>
                    <a:lnTo>
                      <a:pt x="12" y="1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6" name="Google Shape;490;p50">
                <a:extLst>
                  <a:ext uri="{FF2B5EF4-FFF2-40B4-BE49-F238E27FC236}">
                    <a16:creationId xmlns:a16="http://schemas.microsoft.com/office/drawing/2014/main" id="{1935BDAE-2672-498F-A131-1763B922CE28}"/>
                  </a:ext>
                </a:extLst>
              </p:cNvPr>
              <p:cNvSpPr/>
              <p:nvPr/>
            </p:nvSpPr>
            <p:spPr>
              <a:xfrm>
                <a:off x="7208837" y="4164013"/>
                <a:ext cx="68262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5" h="8" extrusionOk="0">
                    <a:moveTo>
                      <a:pt x="0" y="3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4" y="1"/>
                      <a:pt x="7" y="2"/>
                      <a:pt x="0" y="3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7" name="Google Shape;491;p50">
                <a:extLst>
                  <a:ext uri="{FF2B5EF4-FFF2-40B4-BE49-F238E27FC236}">
                    <a16:creationId xmlns:a16="http://schemas.microsoft.com/office/drawing/2014/main" id="{9689481D-B4FD-4F83-B48D-0C70A11043BA}"/>
                  </a:ext>
                </a:extLst>
              </p:cNvPr>
              <p:cNvSpPr/>
              <p:nvPr/>
            </p:nvSpPr>
            <p:spPr>
              <a:xfrm>
                <a:off x="7270750" y="4289425"/>
                <a:ext cx="2381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7" extrusionOk="0">
                    <a:moveTo>
                      <a:pt x="9" y="0"/>
                    </a:moveTo>
                    <a:lnTo>
                      <a:pt x="0" y="8"/>
                    </a:lnTo>
                    <a:lnTo>
                      <a:pt x="0" y="17"/>
                    </a:lnTo>
                    <a:lnTo>
                      <a:pt x="9" y="14"/>
                    </a:lnTo>
                    <a:lnTo>
                      <a:pt x="15" y="7"/>
                    </a:lnTo>
                    <a:lnTo>
                      <a:pt x="14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8" name="Google Shape;492;p50">
                <a:extLst>
                  <a:ext uri="{FF2B5EF4-FFF2-40B4-BE49-F238E27FC236}">
                    <a16:creationId xmlns:a16="http://schemas.microsoft.com/office/drawing/2014/main" id="{585D8C58-C88C-45C5-9E66-E624B8758AFE}"/>
                  </a:ext>
                </a:extLst>
              </p:cNvPr>
              <p:cNvSpPr/>
              <p:nvPr/>
            </p:nvSpPr>
            <p:spPr>
              <a:xfrm>
                <a:off x="7329487" y="4238625"/>
                <a:ext cx="25400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5" extrusionOk="0">
                    <a:moveTo>
                      <a:pt x="11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15"/>
                    </a:lnTo>
                    <a:lnTo>
                      <a:pt x="16" y="5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39" name="Google Shape;493;p50">
                <a:extLst>
                  <a:ext uri="{FF2B5EF4-FFF2-40B4-BE49-F238E27FC236}">
                    <a16:creationId xmlns:a16="http://schemas.microsoft.com/office/drawing/2014/main" id="{A568EB2E-25EF-40E0-B38C-2C40D7C67C2F}"/>
                  </a:ext>
                </a:extLst>
              </p:cNvPr>
              <p:cNvSpPr/>
              <p:nvPr/>
            </p:nvSpPr>
            <p:spPr>
              <a:xfrm>
                <a:off x="7286625" y="4106863"/>
                <a:ext cx="223837" cy="230188"/>
              </a:xfrm>
              <a:custGeom>
                <a:avLst/>
                <a:gdLst/>
                <a:ahLst/>
                <a:cxnLst/>
                <a:rect l="l" t="t" r="r" b="b"/>
                <a:pathLst>
                  <a:path w="83" h="86" extrusionOk="0">
                    <a:moveTo>
                      <a:pt x="78" y="13"/>
                    </a:moveTo>
                    <a:cubicBezTo>
                      <a:pt x="74" y="10"/>
                      <a:pt x="72" y="9"/>
                      <a:pt x="72" y="9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5" y="14"/>
                      <a:pt x="55" y="14"/>
                      <a:pt x="55" y="14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9" y="22"/>
                      <a:pt x="47" y="25"/>
                      <a:pt x="41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42" y="37"/>
                      <a:pt x="50" y="39"/>
                      <a:pt x="58" y="45"/>
                    </a:cubicBezTo>
                    <a:cubicBezTo>
                      <a:pt x="68" y="70"/>
                      <a:pt x="68" y="70"/>
                      <a:pt x="68" y="70"/>
                    </a:cubicBezTo>
                    <a:cubicBezTo>
                      <a:pt x="69" y="80"/>
                      <a:pt x="69" y="80"/>
                      <a:pt x="69" y="80"/>
                    </a:cubicBezTo>
                    <a:cubicBezTo>
                      <a:pt x="77" y="80"/>
                      <a:pt x="77" y="80"/>
                      <a:pt x="77" y="80"/>
                    </a:cubicBezTo>
                    <a:cubicBezTo>
                      <a:pt x="83" y="86"/>
                      <a:pt x="83" y="86"/>
                      <a:pt x="83" y="86"/>
                    </a:cubicBezTo>
                    <a:cubicBezTo>
                      <a:pt x="83" y="18"/>
                      <a:pt x="83" y="18"/>
                      <a:pt x="83" y="18"/>
                    </a:cubicBezTo>
                    <a:lnTo>
                      <a:pt x="78" y="1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0" name="Google Shape;494;p50">
                <a:extLst>
                  <a:ext uri="{FF2B5EF4-FFF2-40B4-BE49-F238E27FC236}">
                    <a16:creationId xmlns:a16="http://schemas.microsoft.com/office/drawing/2014/main" id="{D7CD58AA-4E0F-4871-8985-C68EDE2FA1FD}"/>
                  </a:ext>
                </a:extLst>
              </p:cNvPr>
              <p:cNvSpPr/>
              <p:nvPr/>
            </p:nvSpPr>
            <p:spPr>
              <a:xfrm>
                <a:off x="6659562" y="4130675"/>
                <a:ext cx="3968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11" y="2"/>
                    </a:moveTo>
                    <a:lnTo>
                      <a:pt x="3" y="0"/>
                    </a:lnTo>
                    <a:lnTo>
                      <a:pt x="0" y="9"/>
                    </a:lnTo>
                    <a:lnTo>
                      <a:pt x="11" y="12"/>
                    </a:lnTo>
                    <a:lnTo>
                      <a:pt x="18" y="24"/>
                    </a:lnTo>
                    <a:lnTo>
                      <a:pt x="25" y="15"/>
                    </a:lnTo>
                    <a:lnTo>
                      <a:pt x="11" y="9"/>
                    </a:lnTo>
                    <a:lnTo>
                      <a:pt x="11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1" name="Google Shape;495;p50">
                <a:extLst>
                  <a:ext uri="{FF2B5EF4-FFF2-40B4-BE49-F238E27FC236}">
                    <a16:creationId xmlns:a16="http://schemas.microsoft.com/office/drawing/2014/main" id="{C0D4A047-508D-48EE-A4AC-8B972507CDBE}"/>
                  </a:ext>
                </a:extLst>
              </p:cNvPr>
              <p:cNvSpPr/>
              <p:nvPr/>
            </p:nvSpPr>
            <p:spPr>
              <a:xfrm>
                <a:off x="6707187" y="4157663"/>
                <a:ext cx="158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6" h="7" extrusionOk="0">
                    <a:moveTo>
                      <a:pt x="2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4" y="0"/>
                      <a:pt x="2" y="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2" name="Google Shape;496;p50">
                <a:extLst>
                  <a:ext uri="{FF2B5EF4-FFF2-40B4-BE49-F238E27FC236}">
                    <a16:creationId xmlns:a16="http://schemas.microsoft.com/office/drawing/2014/main" id="{15DC082F-1807-4C7F-B6DE-52B854870EEA}"/>
                  </a:ext>
                </a:extLst>
              </p:cNvPr>
              <p:cNvSpPr/>
              <p:nvPr/>
            </p:nvSpPr>
            <p:spPr>
              <a:xfrm>
                <a:off x="6738937" y="3962400"/>
                <a:ext cx="252412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4" h="89" extrusionOk="0">
                    <a:moveTo>
                      <a:pt x="81" y="25"/>
                    </a:moveTo>
                    <a:cubicBezTo>
                      <a:pt x="81" y="22"/>
                      <a:pt x="81" y="22"/>
                      <a:pt x="81" y="22"/>
                    </a:cubicBezTo>
                    <a:cubicBezTo>
                      <a:pt x="86" y="21"/>
                      <a:pt x="86" y="21"/>
                      <a:pt x="86" y="21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83" y="9"/>
                      <a:pt x="83" y="9"/>
                      <a:pt x="83" y="9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2" y="30"/>
                      <a:pt x="2" y="30"/>
                      <a:pt x="2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3" y="53"/>
                      <a:pt x="3" y="53"/>
                      <a:pt x="3" y="53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4" y="68"/>
                      <a:pt x="14" y="68"/>
                      <a:pt x="14" y="68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52" y="85"/>
                      <a:pt x="52" y="85"/>
                      <a:pt x="52" y="85"/>
                    </a:cubicBezTo>
                    <a:cubicBezTo>
                      <a:pt x="55" y="89"/>
                      <a:pt x="55" y="89"/>
                      <a:pt x="55" y="89"/>
                    </a:cubicBezTo>
                    <a:cubicBezTo>
                      <a:pt x="61" y="86"/>
                      <a:pt x="61" y="86"/>
                      <a:pt x="61" y="86"/>
                    </a:cubicBezTo>
                    <a:cubicBezTo>
                      <a:pt x="66" y="82"/>
                      <a:pt x="69" y="78"/>
                      <a:pt x="70" y="73"/>
                    </a:cubicBezTo>
                    <a:cubicBezTo>
                      <a:pt x="68" y="69"/>
                      <a:pt x="68" y="69"/>
                      <a:pt x="68" y="69"/>
                    </a:cubicBezTo>
                    <a:cubicBezTo>
                      <a:pt x="79" y="56"/>
                      <a:pt x="79" y="56"/>
                      <a:pt x="79" y="56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76" y="50"/>
                      <a:pt x="76" y="50"/>
                      <a:pt x="76" y="50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93" y="36"/>
                      <a:pt x="93" y="36"/>
                      <a:pt x="93" y="36"/>
                    </a:cubicBezTo>
                    <a:cubicBezTo>
                      <a:pt x="94" y="34"/>
                      <a:pt x="94" y="34"/>
                      <a:pt x="94" y="34"/>
                    </a:cubicBezTo>
                    <a:lnTo>
                      <a:pt x="81" y="2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3" name="Google Shape;497;p50">
                <a:extLst>
                  <a:ext uri="{FF2B5EF4-FFF2-40B4-BE49-F238E27FC236}">
                    <a16:creationId xmlns:a16="http://schemas.microsoft.com/office/drawing/2014/main" id="{0C0DC431-1D3B-43A3-8841-2D5ADB1F9973}"/>
                  </a:ext>
                </a:extLst>
              </p:cNvPr>
              <p:cNvSpPr/>
              <p:nvPr/>
            </p:nvSpPr>
            <p:spPr>
              <a:xfrm>
                <a:off x="7088187" y="4351338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9" h="12" extrusionOk="0">
                    <a:moveTo>
                      <a:pt x="13" y="0"/>
                    </a:moveTo>
                    <a:cubicBezTo>
                      <a:pt x="11" y="0"/>
                      <a:pt x="9" y="1"/>
                      <a:pt x="6" y="1"/>
                    </a:cubicBezTo>
                    <a:cubicBezTo>
                      <a:pt x="4" y="4"/>
                      <a:pt x="2" y="7"/>
                      <a:pt x="0" y="10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10" y="10"/>
                      <a:pt x="14" y="7"/>
                      <a:pt x="19" y="4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10" name="Google Shape;498;p50">
              <a:extLst>
                <a:ext uri="{FF2B5EF4-FFF2-40B4-BE49-F238E27FC236}">
                  <a16:creationId xmlns:a16="http://schemas.microsoft.com/office/drawing/2014/main" id="{B238C660-67D8-462D-A1B0-D6001D84110B}"/>
                </a:ext>
              </a:extLst>
            </p:cNvPr>
            <p:cNvSpPr/>
            <p:nvPr/>
          </p:nvSpPr>
          <p:spPr>
            <a:xfrm>
              <a:off x="5762625" y="3005139"/>
              <a:ext cx="711199" cy="846138"/>
            </a:xfrm>
            <a:custGeom>
              <a:avLst/>
              <a:gdLst/>
              <a:ahLst/>
              <a:cxnLst/>
              <a:rect l="l" t="t" r="r" b="b"/>
              <a:pathLst>
                <a:path w="265" h="315" extrusionOk="0">
                  <a:moveTo>
                    <a:pt x="82" y="0"/>
                  </a:moveTo>
                  <a:cubicBezTo>
                    <a:pt x="86" y="12"/>
                    <a:pt x="86" y="12"/>
                    <a:pt x="86" y="1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9" y="44"/>
                    <a:pt x="69" y="47"/>
                    <a:pt x="68" y="50"/>
                  </a:cubicBezTo>
                  <a:cubicBezTo>
                    <a:pt x="67" y="53"/>
                    <a:pt x="67" y="56"/>
                    <a:pt x="66" y="59"/>
                  </a:cubicBezTo>
                  <a:cubicBezTo>
                    <a:pt x="54" y="74"/>
                    <a:pt x="43" y="89"/>
                    <a:pt x="31" y="104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6" y="136"/>
                    <a:pt x="26" y="136"/>
                    <a:pt x="26" y="136"/>
                  </a:cubicBezTo>
                  <a:cubicBezTo>
                    <a:pt x="22" y="145"/>
                    <a:pt x="22" y="145"/>
                    <a:pt x="22" y="145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8" y="152"/>
                    <a:pt x="12" y="152"/>
                    <a:pt x="16" y="152"/>
                  </a:cubicBezTo>
                  <a:cubicBezTo>
                    <a:pt x="19" y="152"/>
                    <a:pt x="24" y="152"/>
                    <a:pt x="28" y="151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5" y="157"/>
                    <a:pt x="22" y="158"/>
                    <a:pt x="19" y="159"/>
                  </a:cubicBezTo>
                  <a:cubicBezTo>
                    <a:pt x="16" y="160"/>
                    <a:pt x="13" y="161"/>
                    <a:pt x="10" y="161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9" y="179"/>
                    <a:pt x="31" y="178"/>
                    <a:pt x="33" y="177"/>
                  </a:cubicBezTo>
                  <a:cubicBezTo>
                    <a:pt x="35" y="175"/>
                    <a:pt x="38" y="174"/>
                    <a:pt x="40" y="173"/>
                  </a:cubicBezTo>
                  <a:cubicBezTo>
                    <a:pt x="41" y="171"/>
                    <a:pt x="42" y="170"/>
                    <a:pt x="42" y="168"/>
                  </a:cubicBezTo>
                  <a:cubicBezTo>
                    <a:pt x="43" y="165"/>
                    <a:pt x="43" y="162"/>
                    <a:pt x="43" y="159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52" y="159"/>
                    <a:pt x="52" y="159"/>
                    <a:pt x="52" y="159"/>
                  </a:cubicBezTo>
                  <a:cubicBezTo>
                    <a:pt x="48" y="163"/>
                    <a:pt x="48" y="163"/>
                    <a:pt x="48" y="163"/>
                  </a:cubicBezTo>
                  <a:cubicBezTo>
                    <a:pt x="48" y="172"/>
                    <a:pt x="48" y="172"/>
                    <a:pt x="48" y="172"/>
                  </a:cubicBezTo>
                  <a:cubicBezTo>
                    <a:pt x="46" y="174"/>
                    <a:pt x="46" y="174"/>
                    <a:pt x="46" y="174"/>
                  </a:cubicBezTo>
                  <a:cubicBezTo>
                    <a:pt x="49" y="180"/>
                    <a:pt x="49" y="180"/>
                    <a:pt x="49" y="180"/>
                  </a:cubicBezTo>
                  <a:cubicBezTo>
                    <a:pt x="48" y="182"/>
                    <a:pt x="48" y="185"/>
                    <a:pt x="48" y="188"/>
                  </a:cubicBezTo>
                  <a:cubicBezTo>
                    <a:pt x="47" y="192"/>
                    <a:pt x="47" y="196"/>
                    <a:pt x="47" y="200"/>
                  </a:cubicBezTo>
                  <a:cubicBezTo>
                    <a:pt x="48" y="202"/>
                    <a:pt x="48" y="202"/>
                    <a:pt x="48" y="202"/>
                  </a:cubicBezTo>
                  <a:cubicBezTo>
                    <a:pt x="51" y="197"/>
                    <a:pt x="51" y="197"/>
                    <a:pt x="51" y="197"/>
                  </a:cubicBezTo>
                  <a:cubicBezTo>
                    <a:pt x="51" y="201"/>
                    <a:pt x="51" y="204"/>
                    <a:pt x="51" y="208"/>
                  </a:cubicBezTo>
                  <a:cubicBezTo>
                    <a:pt x="52" y="218"/>
                    <a:pt x="54" y="228"/>
                    <a:pt x="57" y="238"/>
                  </a:cubicBezTo>
                  <a:cubicBezTo>
                    <a:pt x="60" y="248"/>
                    <a:pt x="63" y="258"/>
                    <a:pt x="68" y="268"/>
                  </a:cubicBezTo>
                  <a:cubicBezTo>
                    <a:pt x="71" y="276"/>
                    <a:pt x="74" y="283"/>
                    <a:pt x="78" y="291"/>
                  </a:cubicBezTo>
                  <a:cubicBezTo>
                    <a:pt x="81" y="299"/>
                    <a:pt x="85" y="307"/>
                    <a:pt x="87" y="315"/>
                  </a:cubicBezTo>
                  <a:cubicBezTo>
                    <a:pt x="89" y="315"/>
                    <a:pt x="90" y="314"/>
                    <a:pt x="91" y="313"/>
                  </a:cubicBezTo>
                  <a:cubicBezTo>
                    <a:pt x="92" y="313"/>
                    <a:pt x="92" y="313"/>
                    <a:pt x="93" y="313"/>
                  </a:cubicBezTo>
                  <a:cubicBezTo>
                    <a:pt x="98" y="304"/>
                    <a:pt x="98" y="304"/>
                    <a:pt x="98" y="304"/>
                  </a:cubicBezTo>
                  <a:cubicBezTo>
                    <a:pt x="98" y="302"/>
                    <a:pt x="98" y="302"/>
                    <a:pt x="98" y="302"/>
                  </a:cubicBezTo>
                  <a:cubicBezTo>
                    <a:pt x="102" y="297"/>
                    <a:pt x="102" y="297"/>
                    <a:pt x="102" y="297"/>
                  </a:cubicBezTo>
                  <a:cubicBezTo>
                    <a:pt x="102" y="292"/>
                    <a:pt x="102" y="292"/>
                    <a:pt x="102" y="292"/>
                  </a:cubicBezTo>
                  <a:cubicBezTo>
                    <a:pt x="104" y="291"/>
                    <a:pt x="106" y="291"/>
                    <a:pt x="108" y="290"/>
                  </a:cubicBezTo>
                  <a:cubicBezTo>
                    <a:pt x="109" y="290"/>
                    <a:pt x="110" y="290"/>
                    <a:pt x="112" y="290"/>
                  </a:cubicBezTo>
                  <a:cubicBezTo>
                    <a:pt x="112" y="289"/>
                    <a:pt x="112" y="288"/>
                    <a:pt x="112" y="287"/>
                  </a:cubicBezTo>
                  <a:cubicBezTo>
                    <a:pt x="113" y="280"/>
                    <a:pt x="114" y="273"/>
                    <a:pt x="115" y="267"/>
                  </a:cubicBezTo>
                  <a:cubicBezTo>
                    <a:pt x="115" y="260"/>
                    <a:pt x="114" y="254"/>
                    <a:pt x="115" y="248"/>
                  </a:cubicBezTo>
                  <a:cubicBezTo>
                    <a:pt x="115" y="242"/>
                    <a:pt x="115" y="236"/>
                    <a:pt x="116" y="230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4" y="226"/>
                    <a:pt x="124" y="226"/>
                    <a:pt x="124" y="226"/>
                  </a:cubicBezTo>
                  <a:cubicBezTo>
                    <a:pt x="125" y="229"/>
                    <a:pt x="125" y="229"/>
                    <a:pt x="125" y="229"/>
                  </a:cubicBezTo>
                  <a:cubicBezTo>
                    <a:pt x="130" y="225"/>
                    <a:pt x="130" y="225"/>
                    <a:pt x="130" y="225"/>
                  </a:cubicBezTo>
                  <a:cubicBezTo>
                    <a:pt x="131" y="222"/>
                    <a:pt x="131" y="222"/>
                    <a:pt x="131" y="222"/>
                  </a:cubicBezTo>
                  <a:cubicBezTo>
                    <a:pt x="133" y="223"/>
                    <a:pt x="133" y="223"/>
                    <a:pt x="133" y="223"/>
                  </a:cubicBezTo>
                  <a:cubicBezTo>
                    <a:pt x="138" y="218"/>
                    <a:pt x="138" y="218"/>
                    <a:pt x="138" y="218"/>
                  </a:cubicBezTo>
                  <a:cubicBezTo>
                    <a:pt x="138" y="216"/>
                    <a:pt x="138" y="216"/>
                    <a:pt x="138" y="216"/>
                  </a:cubicBezTo>
                  <a:cubicBezTo>
                    <a:pt x="136" y="214"/>
                    <a:pt x="136" y="214"/>
                    <a:pt x="136" y="214"/>
                  </a:cubicBezTo>
                  <a:cubicBezTo>
                    <a:pt x="142" y="209"/>
                    <a:pt x="148" y="203"/>
                    <a:pt x="153" y="197"/>
                  </a:cubicBezTo>
                  <a:cubicBezTo>
                    <a:pt x="155" y="195"/>
                    <a:pt x="157" y="193"/>
                    <a:pt x="158" y="191"/>
                  </a:cubicBezTo>
                  <a:cubicBezTo>
                    <a:pt x="161" y="192"/>
                    <a:pt x="161" y="192"/>
                    <a:pt x="161" y="192"/>
                  </a:cubicBezTo>
                  <a:cubicBezTo>
                    <a:pt x="164" y="191"/>
                    <a:pt x="166" y="189"/>
                    <a:pt x="168" y="187"/>
                  </a:cubicBezTo>
                  <a:cubicBezTo>
                    <a:pt x="171" y="185"/>
                    <a:pt x="173" y="183"/>
                    <a:pt x="176" y="180"/>
                  </a:cubicBezTo>
                  <a:cubicBezTo>
                    <a:pt x="173" y="178"/>
                    <a:pt x="173" y="178"/>
                    <a:pt x="173" y="178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72"/>
                    <a:pt x="176" y="171"/>
                    <a:pt x="178" y="171"/>
                  </a:cubicBezTo>
                  <a:cubicBezTo>
                    <a:pt x="180" y="170"/>
                    <a:pt x="182" y="169"/>
                    <a:pt x="184" y="168"/>
                  </a:cubicBezTo>
                  <a:cubicBezTo>
                    <a:pt x="187" y="165"/>
                    <a:pt x="187" y="165"/>
                    <a:pt x="187" y="165"/>
                  </a:cubicBezTo>
                  <a:cubicBezTo>
                    <a:pt x="187" y="169"/>
                    <a:pt x="187" y="169"/>
                    <a:pt x="187" y="169"/>
                  </a:cubicBezTo>
                  <a:cubicBezTo>
                    <a:pt x="192" y="169"/>
                    <a:pt x="192" y="169"/>
                    <a:pt x="192" y="169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90" y="144"/>
                    <a:pt x="190" y="144"/>
                    <a:pt x="190" y="144"/>
                  </a:cubicBezTo>
                  <a:cubicBezTo>
                    <a:pt x="186" y="129"/>
                    <a:pt x="186" y="129"/>
                    <a:pt x="186" y="129"/>
                  </a:cubicBezTo>
                  <a:cubicBezTo>
                    <a:pt x="190" y="119"/>
                    <a:pt x="190" y="119"/>
                    <a:pt x="190" y="119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3" y="131"/>
                    <a:pt x="203" y="131"/>
                    <a:pt x="203" y="131"/>
                  </a:cubicBezTo>
                  <a:cubicBezTo>
                    <a:pt x="217" y="134"/>
                    <a:pt x="217" y="134"/>
                    <a:pt x="217" y="134"/>
                  </a:cubicBezTo>
                  <a:cubicBezTo>
                    <a:pt x="221" y="139"/>
                    <a:pt x="221" y="139"/>
                    <a:pt x="221" y="139"/>
                  </a:cubicBezTo>
                  <a:cubicBezTo>
                    <a:pt x="219" y="148"/>
                    <a:pt x="219" y="148"/>
                    <a:pt x="219" y="148"/>
                  </a:cubicBezTo>
                  <a:cubicBezTo>
                    <a:pt x="222" y="150"/>
                    <a:pt x="222" y="150"/>
                    <a:pt x="222" y="150"/>
                  </a:cubicBezTo>
                  <a:cubicBezTo>
                    <a:pt x="222" y="151"/>
                    <a:pt x="222" y="151"/>
                    <a:pt x="222" y="151"/>
                  </a:cubicBezTo>
                  <a:cubicBezTo>
                    <a:pt x="222" y="159"/>
                    <a:pt x="222" y="159"/>
                    <a:pt x="222" y="159"/>
                  </a:cubicBezTo>
                  <a:cubicBezTo>
                    <a:pt x="222" y="161"/>
                    <a:pt x="219" y="178"/>
                    <a:pt x="219" y="179"/>
                  </a:cubicBezTo>
                  <a:cubicBezTo>
                    <a:pt x="225" y="157"/>
                    <a:pt x="225" y="157"/>
                    <a:pt x="225" y="157"/>
                  </a:cubicBezTo>
                  <a:cubicBezTo>
                    <a:pt x="225" y="157"/>
                    <a:pt x="225" y="157"/>
                    <a:pt x="225" y="157"/>
                  </a:cubicBezTo>
                  <a:cubicBezTo>
                    <a:pt x="229" y="156"/>
                    <a:pt x="229" y="156"/>
                    <a:pt x="229" y="156"/>
                  </a:cubicBezTo>
                  <a:cubicBezTo>
                    <a:pt x="237" y="124"/>
                    <a:pt x="237" y="124"/>
                    <a:pt x="237" y="124"/>
                  </a:cubicBezTo>
                  <a:cubicBezTo>
                    <a:pt x="242" y="120"/>
                    <a:pt x="247" y="116"/>
                    <a:pt x="251" y="111"/>
                  </a:cubicBezTo>
                  <a:cubicBezTo>
                    <a:pt x="256" y="106"/>
                    <a:pt x="260" y="100"/>
                    <a:pt x="265" y="94"/>
                  </a:cubicBezTo>
                  <a:cubicBezTo>
                    <a:pt x="251" y="77"/>
                    <a:pt x="251" y="77"/>
                    <a:pt x="251" y="77"/>
                  </a:cubicBezTo>
                  <a:cubicBezTo>
                    <a:pt x="239" y="81"/>
                    <a:pt x="226" y="85"/>
                    <a:pt x="214" y="88"/>
                  </a:cubicBezTo>
                  <a:cubicBezTo>
                    <a:pt x="212" y="89"/>
                    <a:pt x="210" y="90"/>
                    <a:pt x="208" y="90"/>
                  </a:cubicBezTo>
                  <a:cubicBezTo>
                    <a:pt x="210" y="99"/>
                    <a:pt x="210" y="99"/>
                    <a:pt x="210" y="99"/>
                  </a:cubicBezTo>
                  <a:cubicBezTo>
                    <a:pt x="210" y="100"/>
                    <a:pt x="209" y="100"/>
                    <a:pt x="209" y="101"/>
                  </a:cubicBezTo>
                  <a:cubicBezTo>
                    <a:pt x="202" y="104"/>
                    <a:pt x="202" y="104"/>
                    <a:pt x="202" y="104"/>
                  </a:cubicBezTo>
                  <a:cubicBezTo>
                    <a:pt x="191" y="105"/>
                    <a:pt x="191" y="105"/>
                    <a:pt x="191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7" y="93"/>
                    <a:pt x="187" y="93"/>
                    <a:pt x="187" y="93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0" y="95"/>
                    <a:pt x="180" y="95"/>
                    <a:pt x="180" y="95"/>
                  </a:cubicBezTo>
                  <a:cubicBezTo>
                    <a:pt x="180" y="95"/>
                    <a:pt x="180" y="95"/>
                    <a:pt x="179" y="95"/>
                  </a:cubicBezTo>
                  <a:cubicBezTo>
                    <a:pt x="179" y="104"/>
                    <a:pt x="179" y="104"/>
                    <a:pt x="179" y="104"/>
                  </a:cubicBezTo>
                  <a:cubicBezTo>
                    <a:pt x="176" y="107"/>
                    <a:pt x="176" y="107"/>
                    <a:pt x="176" y="107"/>
                  </a:cubicBezTo>
                  <a:cubicBezTo>
                    <a:pt x="166" y="107"/>
                    <a:pt x="156" y="105"/>
                    <a:pt x="148" y="102"/>
                  </a:cubicBezTo>
                  <a:cubicBezTo>
                    <a:pt x="147" y="102"/>
                    <a:pt x="147" y="102"/>
                    <a:pt x="146" y="102"/>
                  </a:cubicBezTo>
                  <a:cubicBezTo>
                    <a:pt x="141" y="101"/>
                    <a:pt x="136" y="99"/>
                    <a:pt x="131" y="97"/>
                  </a:cubicBezTo>
                  <a:cubicBezTo>
                    <a:pt x="125" y="94"/>
                    <a:pt x="117" y="90"/>
                    <a:pt x="109" y="87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5" y="68"/>
                    <a:pt x="115" y="68"/>
                    <a:pt x="115" y="68"/>
                  </a:cubicBezTo>
                  <a:cubicBezTo>
                    <a:pt x="112" y="61"/>
                    <a:pt x="110" y="54"/>
                    <a:pt x="109" y="47"/>
                  </a:cubicBezTo>
                  <a:cubicBezTo>
                    <a:pt x="109" y="45"/>
                    <a:pt x="108" y="44"/>
                    <a:pt x="108" y="41"/>
                  </a:cubicBezTo>
                  <a:cubicBezTo>
                    <a:pt x="107" y="36"/>
                    <a:pt x="108" y="30"/>
                    <a:pt x="108" y="24"/>
                  </a:cubicBezTo>
                  <a:cubicBezTo>
                    <a:pt x="109" y="18"/>
                    <a:pt x="110" y="11"/>
                    <a:pt x="111" y="5"/>
                  </a:cubicBezTo>
                  <a:cubicBezTo>
                    <a:pt x="110" y="5"/>
                    <a:pt x="109" y="4"/>
                    <a:pt x="108" y="4"/>
                  </a:cubicBezTo>
                  <a:cubicBezTo>
                    <a:pt x="98" y="3"/>
                    <a:pt x="98" y="3"/>
                    <a:pt x="98" y="3"/>
                  </a:cubicBezTo>
                  <a:lnTo>
                    <a:pt x="82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1" name="Google Shape;499;p50">
              <a:extLst>
                <a:ext uri="{FF2B5EF4-FFF2-40B4-BE49-F238E27FC236}">
                  <a16:creationId xmlns:a16="http://schemas.microsoft.com/office/drawing/2014/main" id="{77714025-5B4E-451B-A5F8-018AA86053F7}"/>
                </a:ext>
              </a:extLst>
            </p:cNvPr>
            <p:cNvSpPr/>
            <p:nvPr/>
          </p:nvSpPr>
          <p:spPr>
            <a:xfrm>
              <a:off x="5135563" y="2782889"/>
              <a:ext cx="122237" cy="93663"/>
            </a:xfrm>
            <a:custGeom>
              <a:avLst/>
              <a:gdLst/>
              <a:ahLst/>
              <a:cxnLst/>
              <a:rect l="l" t="t" r="r" b="b"/>
              <a:pathLst>
                <a:path w="77" h="59" extrusionOk="0">
                  <a:moveTo>
                    <a:pt x="38" y="3"/>
                  </a:moveTo>
                  <a:lnTo>
                    <a:pt x="14" y="0"/>
                  </a:lnTo>
                  <a:lnTo>
                    <a:pt x="0" y="9"/>
                  </a:lnTo>
                  <a:lnTo>
                    <a:pt x="2" y="10"/>
                  </a:lnTo>
                  <a:lnTo>
                    <a:pt x="7" y="31"/>
                  </a:lnTo>
                  <a:lnTo>
                    <a:pt x="0" y="39"/>
                  </a:lnTo>
                  <a:lnTo>
                    <a:pt x="4" y="41"/>
                  </a:lnTo>
                  <a:lnTo>
                    <a:pt x="26" y="59"/>
                  </a:lnTo>
                  <a:lnTo>
                    <a:pt x="55" y="49"/>
                  </a:lnTo>
                  <a:lnTo>
                    <a:pt x="66" y="51"/>
                  </a:lnTo>
                  <a:lnTo>
                    <a:pt x="77" y="44"/>
                  </a:lnTo>
                  <a:lnTo>
                    <a:pt x="77" y="37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2" name="Google Shape;500;p50">
              <a:extLst>
                <a:ext uri="{FF2B5EF4-FFF2-40B4-BE49-F238E27FC236}">
                  <a16:creationId xmlns:a16="http://schemas.microsoft.com/office/drawing/2014/main" id="{E252F526-17DA-43A9-BB22-5CCC21516128}"/>
                </a:ext>
              </a:extLst>
            </p:cNvPr>
            <p:cNvSpPr/>
            <p:nvPr/>
          </p:nvSpPr>
          <p:spPr>
            <a:xfrm>
              <a:off x="5359400" y="3341689"/>
              <a:ext cx="144462" cy="80963"/>
            </a:xfrm>
            <a:custGeom>
              <a:avLst/>
              <a:gdLst/>
              <a:ahLst/>
              <a:cxnLst/>
              <a:rect l="l" t="t" r="r" b="b"/>
              <a:pathLst>
                <a:path w="54" h="30" extrusionOk="0">
                  <a:moveTo>
                    <a:pt x="48" y="0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4" y="8"/>
                    <a:pt x="54" y="6"/>
                    <a:pt x="54" y="3"/>
                  </a:cubicBezTo>
                  <a:lnTo>
                    <a:pt x="48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3" name="Google Shape;501;p50">
              <a:extLst>
                <a:ext uri="{FF2B5EF4-FFF2-40B4-BE49-F238E27FC236}">
                  <a16:creationId xmlns:a16="http://schemas.microsoft.com/office/drawing/2014/main" id="{1AC100C5-3D49-4BBA-AE8D-0FAEBCE96C9C}"/>
                </a:ext>
              </a:extLst>
            </p:cNvPr>
            <p:cNvSpPr/>
            <p:nvPr/>
          </p:nvSpPr>
          <p:spPr>
            <a:xfrm>
              <a:off x="5487987" y="3325814"/>
              <a:ext cx="22224" cy="23813"/>
            </a:xfrm>
            <a:custGeom>
              <a:avLst/>
              <a:gdLst/>
              <a:ahLst/>
              <a:cxnLst/>
              <a:rect l="l" t="t" r="r" b="b"/>
              <a:pathLst>
                <a:path w="8" h="9" extrusionOk="0">
                  <a:moveTo>
                    <a:pt x="5" y="0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6"/>
                    <a:pt x="7" y="3"/>
                    <a:pt x="8" y="1"/>
                  </a:cubicBezTo>
                  <a:lnTo>
                    <a:pt x="5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4" name="Google Shape;502;p50">
              <a:extLst>
                <a:ext uri="{FF2B5EF4-FFF2-40B4-BE49-F238E27FC236}">
                  <a16:creationId xmlns:a16="http://schemas.microsoft.com/office/drawing/2014/main" id="{6569BECD-1284-4716-B4EE-C60A86E5C756}"/>
                </a:ext>
              </a:extLst>
            </p:cNvPr>
            <p:cNvSpPr/>
            <p:nvPr/>
          </p:nvSpPr>
          <p:spPr>
            <a:xfrm>
              <a:off x="7150101" y="3094038"/>
              <a:ext cx="26987" cy="22224"/>
            </a:xfrm>
            <a:custGeom>
              <a:avLst/>
              <a:gdLst/>
              <a:ahLst/>
              <a:cxnLst/>
              <a:rect l="l" t="t" r="r" b="b"/>
              <a:pathLst>
                <a:path w="17" h="14" extrusionOk="0">
                  <a:moveTo>
                    <a:pt x="17" y="7"/>
                  </a:moveTo>
                  <a:lnTo>
                    <a:pt x="10" y="12"/>
                  </a:lnTo>
                  <a:lnTo>
                    <a:pt x="3" y="14"/>
                  </a:lnTo>
                  <a:lnTo>
                    <a:pt x="0" y="9"/>
                  </a:lnTo>
                  <a:lnTo>
                    <a:pt x="9" y="2"/>
                  </a:lnTo>
                  <a:lnTo>
                    <a:pt x="17" y="0"/>
                  </a:lnTo>
                  <a:lnTo>
                    <a:pt x="17" y="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5" name="Google Shape;503;p50">
              <a:extLst>
                <a:ext uri="{FF2B5EF4-FFF2-40B4-BE49-F238E27FC236}">
                  <a16:creationId xmlns:a16="http://schemas.microsoft.com/office/drawing/2014/main" id="{F19A8E05-C918-453F-AA11-5513DF797724}"/>
                </a:ext>
              </a:extLst>
            </p:cNvPr>
            <p:cNvSpPr/>
            <p:nvPr/>
          </p:nvSpPr>
          <p:spPr>
            <a:xfrm>
              <a:off x="7145338" y="2933701"/>
              <a:ext cx="88901" cy="136524"/>
            </a:xfrm>
            <a:custGeom>
              <a:avLst/>
              <a:gdLst/>
              <a:ahLst/>
              <a:cxnLst/>
              <a:rect l="l" t="t" r="r" b="b"/>
              <a:pathLst>
                <a:path w="33" h="51" extrusionOk="0">
                  <a:moveTo>
                    <a:pt x="1" y="16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2" y="24"/>
                    <a:pt x="5" y="29"/>
                    <a:pt x="7" y="33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2" y="30"/>
                    <a:pt x="31" y="27"/>
                    <a:pt x="31" y="22"/>
                  </a:cubicBezTo>
                  <a:cubicBezTo>
                    <a:pt x="31" y="19"/>
                    <a:pt x="30" y="16"/>
                    <a:pt x="29" y="13"/>
                  </a:cubicBezTo>
                  <a:cubicBezTo>
                    <a:pt x="27" y="9"/>
                    <a:pt x="25" y="4"/>
                    <a:pt x="23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11"/>
                    <a:pt x="8" y="13"/>
                    <a:pt x="9" y="14"/>
                  </a:cubicBezTo>
                  <a:cubicBezTo>
                    <a:pt x="9" y="15"/>
                    <a:pt x="9" y="16"/>
                    <a:pt x="10" y="17"/>
                  </a:cubicBezTo>
                  <a:lnTo>
                    <a:pt x="1" y="1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6" name="Google Shape;504;p50">
              <a:extLst>
                <a:ext uri="{FF2B5EF4-FFF2-40B4-BE49-F238E27FC236}">
                  <a16:creationId xmlns:a16="http://schemas.microsoft.com/office/drawing/2014/main" id="{153D8F80-A320-4053-8236-54E9A94814D3}"/>
                </a:ext>
              </a:extLst>
            </p:cNvPr>
            <p:cNvSpPr/>
            <p:nvPr/>
          </p:nvSpPr>
          <p:spPr>
            <a:xfrm>
              <a:off x="7112002" y="2801939"/>
              <a:ext cx="146050" cy="158750"/>
            </a:xfrm>
            <a:custGeom>
              <a:avLst/>
              <a:gdLst/>
              <a:ahLst/>
              <a:cxnLst/>
              <a:rect l="l" t="t" r="r" b="b"/>
              <a:pathLst>
                <a:path w="54" h="59" extrusionOk="0">
                  <a:moveTo>
                    <a:pt x="47" y="10"/>
                  </a:moveTo>
                  <a:cubicBezTo>
                    <a:pt x="54" y="2"/>
                    <a:pt x="54" y="2"/>
                    <a:pt x="54" y="2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4" y="28"/>
                    <a:pt x="6" y="31"/>
                    <a:pt x="0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6" y="42"/>
                    <a:pt x="4" y="47"/>
                    <a:pt x="1" y="53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4" y="47"/>
                    <a:pt x="33" y="46"/>
                    <a:pt x="32" y="45"/>
                  </a:cubicBezTo>
                  <a:cubicBezTo>
                    <a:pt x="30" y="44"/>
                    <a:pt x="29" y="43"/>
                    <a:pt x="28" y="43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9" y="12"/>
                    <a:pt x="49" y="12"/>
                    <a:pt x="49" y="12"/>
                  </a:cubicBezTo>
                  <a:lnTo>
                    <a:pt x="47" y="1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7" name="Google Shape;505;p50">
              <a:extLst>
                <a:ext uri="{FF2B5EF4-FFF2-40B4-BE49-F238E27FC236}">
                  <a16:creationId xmlns:a16="http://schemas.microsoft.com/office/drawing/2014/main" id="{2D4C9A5E-46CD-4027-A5C2-735630216E95}"/>
                </a:ext>
              </a:extLst>
            </p:cNvPr>
            <p:cNvSpPr/>
            <p:nvPr/>
          </p:nvSpPr>
          <p:spPr>
            <a:xfrm>
              <a:off x="6745288" y="3497264"/>
              <a:ext cx="50800" cy="39688"/>
            </a:xfrm>
            <a:custGeom>
              <a:avLst/>
              <a:gdLst/>
              <a:ahLst/>
              <a:cxnLst/>
              <a:rect l="l" t="t" r="r" b="b"/>
              <a:pathLst>
                <a:path w="19" h="15" extrusionOk="0">
                  <a:moveTo>
                    <a:pt x="2" y="14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7" y="4"/>
                    <a:pt x="12" y="2"/>
                    <a:pt x="18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5" y="7"/>
                    <a:pt x="10" y="11"/>
                    <a:pt x="6" y="15"/>
                  </a:cubicBezTo>
                  <a:cubicBezTo>
                    <a:pt x="2" y="14"/>
                    <a:pt x="2" y="14"/>
                    <a:pt x="2" y="14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18" name="Google Shape;506;p50">
              <a:extLst>
                <a:ext uri="{FF2B5EF4-FFF2-40B4-BE49-F238E27FC236}">
                  <a16:creationId xmlns:a16="http://schemas.microsoft.com/office/drawing/2014/main" id="{B5CBC2F6-6082-4FA5-A7D3-8289B6294C2F}"/>
                </a:ext>
              </a:extLst>
            </p:cNvPr>
            <p:cNvGrpSpPr/>
            <p:nvPr/>
          </p:nvGrpSpPr>
          <p:grpSpPr>
            <a:xfrm>
              <a:off x="5915027" y="2441575"/>
              <a:ext cx="1449388" cy="1095376"/>
              <a:chOff x="5915025" y="2441575"/>
              <a:chExt cx="1449387" cy="1095376"/>
            </a:xfrm>
            <a:grpFill/>
          </p:grpSpPr>
          <p:sp>
            <p:nvSpPr>
              <p:cNvPr id="317" name="Google Shape;507;p50">
                <a:extLst>
                  <a:ext uri="{FF2B5EF4-FFF2-40B4-BE49-F238E27FC236}">
                    <a16:creationId xmlns:a16="http://schemas.microsoft.com/office/drawing/2014/main" id="{B27DCC78-0841-44C3-BA80-2A74E36CE167}"/>
                  </a:ext>
                </a:extLst>
              </p:cNvPr>
              <p:cNvSpPr/>
              <p:nvPr/>
            </p:nvSpPr>
            <p:spPr>
              <a:xfrm>
                <a:off x="7056437" y="319405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0" h="10" extrusionOk="0">
                    <a:moveTo>
                      <a:pt x="5" y="10"/>
                    </a:moveTo>
                    <a:lnTo>
                      <a:pt x="0" y="5"/>
                    </a:lnTo>
                    <a:lnTo>
                      <a:pt x="2" y="0"/>
                    </a:lnTo>
                    <a:lnTo>
                      <a:pt x="10" y="7"/>
                    </a:lnTo>
                    <a:lnTo>
                      <a:pt x="5" y="1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8" name="Google Shape;508;p50">
                <a:extLst>
                  <a:ext uri="{FF2B5EF4-FFF2-40B4-BE49-F238E27FC236}">
                    <a16:creationId xmlns:a16="http://schemas.microsoft.com/office/drawing/2014/main" id="{760D080C-58B1-4078-B2BF-E2C43F887FD0}"/>
                  </a:ext>
                </a:extLst>
              </p:cNvPr>
              <p:cNvSpPr/>
              <p:nvPr/>
            </p:nvSpPr>
            <p:spPr>
              <a:xfrm>
                <a:off x="5915025" y="2441575"/>
                <a:ext cx="1449387" cy="1044575"/>
              </a:xfrm>
              <a:custGeom>
                <a:avLst/>
                <a:gdLst/>
                <a:ahLst/>
                <a:cxnLst/>
                <a:rect l="l" t="t" r="r" b="b"/>
                <a:pathLst>
                  <a:path w="540" h="389" extrusionOk="0">
                    <a:moveTo>
                      <a:pt x="386" y="77"/>
                    </a:moveTo>
                    <a:cubicBezTo>
                      <a:pt x="395" y="77"/>
                      <a:pt x="395" y="77"/>
                      <a:pt x="395" y="77"/>
                    </a:cubicBezTo>
                    <a:cubicBezTo>
                      <a:pt x="401" y="74"/>
                      <a:pt x="401" y="74"/>
                      <a:pt x="401" y="74"/>
                    </a:cubicBezTo>
                    <a:cubicBezTo>
                      <a:pt x="386" y="68"/>
                      <a:pt x="386" y="68"/>
                      <a:pt x="386" y="68"/>
                    </a:cubicBezTo>
                    <a:cubicBezTo>
                      <a:pt x="376" y="73"/>
                      <a:pt x="376" y="73"/>
                      <a:pt x="376" y="73"/>
                    </a:cubicBezTo>
                    <a:cubicBezTo>
                      <a:pt x="370" y="65"/>
                      <a:pt x="370" y="65"/>
                      <a:pt x="370" y="65"/>
                    </a:cubicBezTo>
                    <a:cubicBezTo>
                      <a:pt x="371" y="47"/>
                      <a:pt x="371" y="47"/>
                      <a:pt x="371" y="47"/>
                    </a:cubicBezTo>
                    <a:cubicBezTo>
                      <a:pt x="375" y="46"/>
                      <a:pt x="380" y="46"/>
                      <a:pt x="384" y="45"/>
                    </a:cubicBezTo>
                    <a:cubicBezTo>
                      <a:pt x="398" y="44"/>
                      <a:pt x="398" y="44"/>
                      <a:pt x="398" y="44"/>
                    </a:cubicBezTo>
                    <a:cubicBezTo>
                      <a:pt x="416" y="15"/>
                      <a:pt x="416" y="15"/>
                      <a:pt x="416" y="15"/>
                    </a:cubicBezTo>
                    <a:cubicBezTo>
                      <a:pt x="412" y="7"/>
                      <a:pt x="412" y="7"/>
                      <a:pt x="412" y="7"/>
                    </a:cubicBezTo>
                    <a:cubicBezTo>
                      <a:pt x="412" y="7"/>
                      <a:pt x="412" y="7"/>
                      <a:pt x="412" y="7"/>
                    </a:cubicBezTo>
                    <a:cubicBezTo>
                      <a:pt x="413" y="7"/>
                      <a:pt x="413" y="7"/>
                      <a:pt x="413" y="7"/>
                    </a:cubicBezTo>
                    <a:cubicBezTo>
                      <a:pt x="415" y="5"/>
                      <a:pt x="418" y="4"/>
                      <a:pt x="422" y="3"/>
                    </a:cubicBezTo>
                    <a:cubicBezTo>
                      <a:pt x="428" y="2"/>
                      <a:pt x="434" y="1"/>
                      <a:pt x="440" y="0"/>
                    </a:cubicBezTo>
                    <a:cubicBezTo>
                      <a:pt x="443" y="0"/>
                      <a:pt x="443" y="0"/>
                      <a:pt x="443" y="0"/>
                    </a:cubicBezTo>
                    <a:cubicBezTo>
                      <a:pt x="457" y="7"/>
                      <a:pt x="457" y="7"/>
                      <a:pt x="457" y="7"/>
                    </a:cubicBezTo>
                    <a:cubicBezTo>
                      <a:pt x="476" y="43"/>
                      <a:pt x="476" y="43"/>
                      <a:pt x="476" y="43"/>
                    </a:cubicBezTo>
                    <a:cubicBezTo>
                      <a:pt x="504" y="60"/>
                      <a:pt x="504" y="60"/>
                      <a:pt x="504" y="60"/>
                    </a:cubicBezTo>
                    <a:cubicBezTo>
                      <a:pt x="509" y="70"/>
                      <a:pt x="509" y="70"/>
                      <a:pt x="509" y="70"/>
                    </a:cubicBezTo>
                    <a:cubicBezTo>
                      <a:pt x="512" y="68"/>
                      <a:pt x="512" y="68"/>
                      <a:pt x="512" y="68"/>
                    </a:cubicBezTo>
                    <a:cubicBezTo>
                      <a:pt x="518" y="63"/>
                      <a:pt x="524" y="60"/>
                      <a:pt x="531" y="56"/>
                    </a:cubicBezTo>
                    <a:cubicBezTo>
                      <a:pt x="534" y="55"/>
                      <a:pt x="537" y="54"/>
                      <a:pt x="540" y="54"/>
                    </a:cubicBezTo>
                    <a:cubicBezTo>
                      <a:pt x="518" y="100"/>
                      <a:pt x="518" y="100"/>
                      <a:pt x="518" y="100"/>
                    </a:cubicBezTo>
                    <a:cubicBezTo>
                      <a:pt x="507" y="107"/>
                      <a:pt x="507" y="107"/>
                      <a:pt x="507" y="107"/>
                    </a:cubicBezTo>
                    <a:cubicBezTo>
                      <a:pt x="510" y="129"/>
                      <a:pt x="510" y="129"/>
                      <a:pt x="510" y="129"/>
                    </a:cubicBezTo>
                    <a:cubicBezTo>
                      <a:pt x="509" y="130"/>
                      <a:pt x="509" y="130"/>
                      <a:pt x="509" y="130"/>
                    </a:cubicBezTo>
                    <a:cubicBezTo>
                      <a:pt x="506" y="132"/>
                      <a:pt x="503" y="134"/>
                      <a:pt x="500" y="135"/>
                    </a:cubicBezTo>
                    <a:cubicBezTo>
                      <a:pt x="500" y="135"/>
                      <a:pt x="500" y="136"/>
                      <a:pt x="500" y="136"/>
                    </a:cubicBezTo>
                    <a:cubicBezTo>
                      <a:pt x="496" y="134"/>
                      <a:pt x="496" y="134"/>
                      <a:pt x="496" y="134"/>
                    </a:cubicBezTo>
                    <a:cubicBezTo>
                      <a:pt x="479" y="153"/>
                      <a:pt x="479" y="153"/>
                      <a:pt x="479" y="153"/>
                    </a:cubicBezTo>
                    <a:cubicBezTo>
                      <a:pt x="472" y="154"/>
                      <a:pt x="472" y="154"/>
                      <a:pt x="472" y="154"/>
                    </a:cubicBezTo>
                    <a:cubicBezTo>
                      <a:pt x="467" y="160"/>
                      <a:pt x="467" y="160"/>
                      <a:pt x="467" y="160"/>
                    </a:cubicBezTo>
                    <a:cubicBezTo>
                      <a:pt x="464" y="161"/>
                      <a:pt x="450" y="166"/>
                      <a:pt x="446" y="168"/>
                    </a:cubicBezTo>
                    <a:cubicBezTo>
                      <a:pt x="442" y="167"/>
                      <a:pt x="442" y="167"/>
                      <a:pt x="442" y="167"/>
                    </a:cubicBezTo>
                    <a:cubicBezTo>
                      <a:pt x="437" y="169"/>
                      <a:pt x="432" y="170"/>
                      <a:pt x="427" y="173"/>
                    </a:cubicBezTo>
                    <a:cubicBezTo>
                      <a:pt x="424" y="174"/>
                      <a:pt x="421" y="176"/>
                      <a:pt x="418" y="177"/>
                    </a:cubicBezTo>
                    <a:cubicBezTo>
                      <a:pt x="417" y="176"/>
                      <a:pt x="417" y="176"/>
                      <a:pt x="417" y="176"/>
                    </a:cubicBezTo>
                    <a:cubicBezTo>
                      <a:pt x="417" y="175"/>
                      <a:pt x="417" y="174"/>
                      <a:pt x="417" y="173"/>
                    </a:cubicBezTo>
                    <a:cubicBezTo>
                      <a:pt x="418" y="171"/>
                      <a:pt x="418" y="169"/>
                      <a:pt x="419" y="167"/>
                    </a:cubicBezTo>
                    <a:cubicBezTo>
                      <a:pt x="422" y="166"/>
                      <a:pt x="424" y="164"/>
                      <a:pt x="427" y="162"/>
                    </a:cubicBezTo>
                    <a:cubicBezTo>
                      <a:pt x="429" y="160"/>
                      <a:pt x="431" y="158"/>
                      <a:pt x="433" y="156"/>
                    </a:cubicBezTo>
                    <a:cubicBezTo>
                      <a:pt x="430" y="154"/>
                      <a:pt x="430" y="154"/>
                      <a:pt x="430" y="154"/>
                    </a:cubicBezTo>
                    <a:cubicBezTo>
                      <a:pt x="430" y="151"/>
                      <a:pt x="430" y="151"/>
                      <a:pt x="430" y="151"/>
                    </a:cubicBezTo>
                    <a:cubicBezTo>
                      <a:pt x="426" y="152"/>
                      <a:pt x="426" y="152"/>
                      <a:pt x="426" y="152"/>
                    </a:cubicBezTo>
                    <a:cubicBezTo>
                      <a:pt x="423" y="151"/>
                      <a:pt x="423" y="151"/>
                      <a:pt x="423" y="151"/>
                    </a:cubicBezTo>
                    <a:cubicBezTo>
                      <a:pt x="420" y="153"/>
                      <a:pt x="418" y="156"/>
                      <a:pt x="416" y="158"/>
                    </a:cubicBezTo>
                    <a:cubicBezTo>
                      <a:pt x="412" y="161"/>
                      <a:pt x="409" y="165"/>
                      <a:pt x="405" y="168"/>
                    </a:cubicBezTo>
                    <a:cubicBezTo>
                      <a:pt x="400" y="168"/>
                      <a:pt x="400" y="168"/>
                      <a:pt x="400" y="168"/>
                    </a:cubicBezTo>
                    <a:cubicBezTo>
                      <a:pt x="396" y="176"/>
                      <a:pt x="396" y="176"/>
                      <a:pt x="396" y="176"/>
                    </a:cubicBezTo>
                    <a:cubicBezTo>
                      <a:pt x="394" y="176"/>
                      <a:pt x="392" y="176"/>
                      <a:pt x="390" y="176"/>
                    </a:cubicBezTo>
                    <a:cubicBezTo>
                      <a:pt x="388" y="177"/>
                      <a:pt x="386" y="177"/>
                      <a:pt x="383" y="178"/>
                    </a:cubicBezTo>
                    <a:cubicBezTo>
                      <a:pt x="379" y="186"/>
                      <a:pt x="379" y="186"/>
                      <a:pt x="379" y="186"/>
                    </a:cubicBezTo>
                    <a:cubicBezTo>
                      <a:pt x="383" y="190"/>
                      <a:pt x="383" y="190"/>
                      <a:pt x="383" y="190"/>
                    </a:cubicBezTo>
                    <a:cubicBezTo>
                      <a:pt x="390" y="190"/>
                      <a:pt x="390" y="190"/>
                      <a:pt x="390" y="190"/>
                    </a:cubicBezTo>
                    <a:cubicBezTo>
                      <a:pt x="392" y="192"/>
                      <a:pt x="392" y="192"/>
                      <a:pt x="392" y="192"/>
                    </a:cubicBezTo>
                    <a:cubicBezTo>
                      <a:pt x="394" y="199"/>
                      <a:pt x="394" y="199"/>
                      <a:pt x="394" y="199"/>
                    </a:cubicBezTo>
                    <a:cubicBezTo>
                      <a:pt x="400" y="201"/>
                      <a:pt x="400" y="201"/>
                      <a:pt x="400" y="201"/>
                    </a:cubicBezTo>
                    <a:cubicBezTo>
                      <a:pt x="401" y="200"/>
                      <a:pt x="402" y="199"/>
                      <a:pt x="403" y="199"/>
                    </a:cubicBezTo>
                    <a:cubicBezTo>
                      <a:pt x="407" y="196"/>
                      <a:pt x="410" y="194"/>
                      <a:pt x="413" y="192"/>
                    </a:cubicBezTo>
                    <a:cubicBezTo>
                      <a:pt x="415" y="191"/>
                      <a:pt x="416" y="190"/>
                      <a:pt x="418" y="190"/>
                    </a:cubicBezTo>
                    <a:cubicBezTo>
                      <a:pt x="420" y="191"/>
                      <a:pt x="424" y="193"/>
                      <a:pt x="427" y="194"/>
                    </a:cubicBezTo>
                    <a:cubicBezTo>
                      <a:pt x="428" y="195"/>
                      <a:pt x="431" y="195"/>
                      <a:pt x="433" y="195"/>
                    </a:cubicBezTo>
                    <a:cubicBezTo>
                      <a:pt x="430" y="202"/>
                      <a:pt x="430" y="202"/>
                      <a:pt x="430" y="202"/>
                    </a:cubicBezTo>
                    <a:cubicBezTo>
                      <a:pt x="428" y="203"/>
                      <a:pt x="427" y="203"/>
                      <a:pt x="426" y="204"/>
                    </a:cubicBezTo>
                    <a:cubicBezTo>
                      <a:pt x="422" y="206"/>
                      <a:pt x="418" y="208"/>
                      <a:pt x="415" y="211"/>
                    </a:cubicBezTo>
                    <a:cubicBezTo>
                      <a:pt x="412" y="211"/>
                      <a:pt x="412" y="211"/>
                      <a:pt x="412" y="211"/>
                    </a:cubicBezTo>
                    <a:cubicBezTo>
                      <a:pt x="411" y="213"/>
                      <a:pt x="410" y="215"/>
                      <a:pt x="409" y="216"/>
                    </a:cubicBezTo>
                    <a:cubicBezTo>
                      <a:pt x="406" y="220"/>
                      <a:pt x="403" y="224"/>
                      <a:pt x="400" y="228"/>
                    </a:cubicBezTo>
                    <a:cubicBezTo>
                      <a:pt x="400" y="234"/>
                      <a:pt x="400" y="234"/>
                      <a:pt x="400" y="234"/>
                    </a:cubicBezTo>
                    <a:cubicBezTo>
                      <a:pt x="409" y="234"/>
                      <a:pt x="409" y="234"/>
                      <a:pt x="409" y="234"/>
                    </a:cubicBezTo>
                    <a:cubicBezTo>
                      <a:pt x="410" y="237"/>
                      <a:pt x="411" y="239"/>
                      <a:pt x="412" y="242"/>
                    </a:cubicBezTo>
                    <a:cubicBezTo>
                      <a:pt x="414" y="247"/>
                      <a:pt x="416" y="252"/>
                      <a:pt x="418" y="257"/>
                    </a:cubicBezTo>
                    <a:cubicBezTo>
                      <a:pt x="419" y="258"/>
                      <a:pt x="419" y="259"/>
                      <a:pt x="419" y="260"/>
                    </a:cubicBezTo>
                    <a:cubicBezTo>
                      <a:pt x="411" y="256"/>
                      <a:pt x="411" y="256"/>
                      <a:pt x="411" y="256"/>
                    </a:cubicBezTo>
                    <a:cubicBezTo>
                      <a:pt x="408" y="259"/>
                      <a:pt x="408" y="259"/>
                      <a:pt x="408" y="259"/>
                    </a:cubicBezTo>
                    <a:cubicBezTo>
                      <a:pt x="417" y="268"/>
                      <a:pt x="417" y="268"/>
                      <a:pt x="417" y="268"/>
                    </a:cubicBezTo>
                    <a:cubicBezTo>
                      <a:pt x="423" y="269"/>
                      <a:pt x="423" y="269"/>
                      <a:pt x="423" y="269"/>
                    </a:cubicBezTo>
                    <a:cubicBezTo>
                      <a:pt x="424" y="271"/>
                      <a:pt x="424" y="271"/>
                      <a:pt x="424" y="271"/>
                    </a:cubicBezTo>
                    <a:cubicBezTo>
                      <a:pt x="423" y="271"/>
                      <a:pt x="422" y="271"/>
                      <a:pt x="422" y="271"/>
                    </a:cubicBezTo>
                    <a:cubicBezTo>
                      <a:pt x="417" y="274"/>
                      <a:pt x="412" y="276"/>
                      <a:pt x="407" y="279"/>
                    </a:cubicBezTo>
                    <a:cubicBezTo>
                      <a:pt x="407" y="281"/>
                      <a:pt x="407" y="281"/>
                      <a:pt x="407" y="281"/>
                    </a:cubicBezTo>
                    <a:cubicBezTo>
                      <a:pt x="420" y="283"/>
                      <a:pt x="420" y="283"/>
                      <a:pt x="420" y="283"/>
                    </a:cubicBezTo>
                    <a:cubicBezTo>
                      <a:pt x="423" y="287"/>
                      <a:pt x="423" y="287"/>
                      <a:pt x="423" y="287"/>
                    </a:cubicBezTo>
                    <a:cubicBezTo>
                      <a:pt x="417" y="292"/>
                      <a:pt x="417" y="292"/>
                      <a:pt x="417" y="292"/>
                    </a:cubicBezTo>
                    <a:cubicBezTo>
                      <a:pt x="417" y="294"/>
                      <a:pt x="417" y="294"/>
                      <a:pt x="417" y="294"/>
                    </a:cubicBezTo>
                    <a:cubicBezTo>
                      <a:pt x="418" y="294"/>
                      <a:pt x="419" y="293"/>
                      <a:pt x="420" y="292"/>
                    </a:cubicBezTo>
                    <a:cubicBezTo>
                      <a:pt x="422" y="292"/>
                      <a:pt x="423" y="292"/>
                      <a:pt x="424" y="292"/>
                    </a:cubicBezTo>
                    <a:cubicBezTo>
                      <a:pt x="425" y="296"/>
                      <a:pt x="425" y="296"/>
                      <a:pt x="425" y="296"/>
                    </a:cubicBezTo>
                    <a:cubicBezTo>
                      <a:pt x="417" y="310"/>
                      <a:pt x="417" y="310"/>
                      <a:pt x="417" y="310"/>
                    </a:cubicBezTo>
                    <a:cubicBezTo>
                      <a:pt x="414" y="312"/>
                      <a:pt x="414" y="312"/>
                      <a:pt x="414" y="312"/>
                    </a:cubicBezTo>
                    <a:cubicBezTo>
                      <a:pt x="410" y="319"/>
                      <a:pt x="410" y="319"/>
                      <a:pt x="410" y="319"/>
                    </a:cubicBezTo>
                    <a:cubicBezTo>
                      <a:pt x="406" y="320"/>
                      <a:pt x="406" y="320"/>
                      <a:pt x="406" y="320"/>
                    </a:cubicBezTo>
                    <a:cubicBezTo>
                      <a:pt x="403" y="323"/>
                      <a:pt x="403" y="323"/>
                      <a:pt x="403" y="323"/>
                    </a:cubicBezTo>
                    <a:cubicBezTo>
                      <a:pt x="407" y="325"/>
                      <a:pt x="407" y="325"/>
                      <a:pt x="407" y="325"/>
                    </a:cubicBezTo>
                    <a:cubicBezTo>
                      <a:pt x="402" y="336"/>
                      <a:pt x="402" y="336"/>
                      <a:pt x="402" y="336"/>
                    </a:cubicBezTo>
                    <a:cubicBezTo>
                      <a:pt x="398" y="337"/>
                      <a:pt x="398" y="337"/>
                      <a:pt x="398" y="337"/>
                    </a:cubicBezTo>
                    <a:cubicBezTo>
                      <a:pt x="397" y="342"/>
                      <a:pt x="397" y="342"/>
                      <a:pt x="397" y="342"/>
                    </a:cubicBezTo>
                    <a:cubicBezTo>
                      <a:pt x="393" y="347"/>
                      <a:pt x="393" y="347"/>
                      <a:pt x="393" y="347"/>
                    </a:cubicBezTo>
                    <a:cubicBezTo>
                      <a:pt x="389" y="347"/>
                      <a:pt x="389" y="347"/>
                      <a:pt x="389" y="347"/>
                    </a:cubicBezTo>
                    <a:cubicBezTo>
                      <a:pt x="388" y="351"/>
                      <a:pt x="388" y="351"/>
                      <a:pt x="388" y="351"/>
                    </a:cubicBezTo>
                    <a:cubicBezTo>
                      <a:pt x="386" y="353"/>
                      <a:pt x="384" y="355"/>
                      <a:pt x="382" y="357"/>
                    </a:cubicBezTo>
                    <a:cubicBezTo>
                      <a:pt x="379" y="359"/>
                      <a:pt x="377" y="361"/>
                      <a:pt x="374" y="364"/>
                    </a:cubicBezTo>
                    <a:cubicBezTo>
                      <a:pt x="373" y="365"/>
                      <a:pt x="371" y="366"/>
                      <a:pt x="369" y="367"/>
                    </a:cubicBezTo>
                    <a:cubicBezTo>
                      <a:pt x="364" y="366"/>
                      <a:pt x="364" y="366"/>
                      <a:pt x="364" y="366"/>
                    </a:cubicBezTo>
                    <a:cubicBezTo>
                      <a:pt x="362" y="370"/>
                      <a:pt x="362" y="370"/>
                      <a:pt x="362" y="370"/>
                    </a:cubicBezTo>
                    <a:cubicBezTo>
                      <a:pt x="358" y="371"/>
                      <a:pt x="358" y="371"/>
                      <a:pt x="358" y="371"/>
                    </a:cubicBezTo>
                    <a:cubicBezTo>
                      <a:pt x="358" y="370"/>
                      <a:pt x="357" y="370"/>
                      <a:pt x="356" y="369"/>
                    </a:cubicBezTo>
                    <a:cubicBezTo>
                      <a:pt x="356" y="367"/>
                      <a:pt x="355" y="366"/>
                      <a:pt x="354" y="365"/>
                    </a:cubicBezTo>
                    <a:cubicBezTo>
                      <a:pt x="353" y="367"/>
                      <a:pt x="353" y="367"/>
                      <a:pt x="353" y="367"/>
                    </a:cubicBezTo>
                    <a:cubicBezTo>
                      <a:pt x="353" y="373"/>
                      <a:pt x="353" y="373"/>
                      <a:pt x="353" y="373"/>
                    </a:cubicBezTo>
                    <a:cubicBezTo>
                      <a:pt x="350" y="376"/>
                      <a:pt x="350" y="376"/>
                      <a:pt x="350" y="376"/>
                    </a:cubicBezTo>
                    <a:cubicBezTo>
                      <a:pt x="348" y="375"/>
                      <a:pt x="348" y="375"/>
                      <a:pt x="348" y="375"/>
                    </a:cubicBezTo>
                    <a:cubicBezTo>
                      <a:pt x="346" y="377"/>
                      <a:pt x="346" y="377"/>
                      <a:pt x="346" y="377"/>
                    </a:cubicBezTo>
                    <a:cubicBezTo>
                      <a:pt x="341" y="378"/>
                      <a:pt x="336" y="380"/>
                      <a:pt x="332" y="381"/>
                    </a:cubicBezTo>
                    <a:cubicBezTo>
                      <a:pt x="330" y="381"/>
                      <a:pt x="328" y="381"/>
                      <a:pt x="327" y="381"/>
                    </a:cubicBezTo>
                    <a:cubicBezTo>
                      <a:pt x="326" y="381"/>
                      <a:pt x="324" y="382"/>
                      <a:pt x="323" y="382"/>
                    </a:cubicBezTo>
                    <a:cubicBezTo>
                      <a:pt x="325" y="386"/>
                      <a:pt x="325" y="386"/>
                      <a:pt x="325" y="386"/>
                    </a:cubicBezTo>
                    <a:cubicBezTo>
                      <a:pt x="323" y="389"/>
                      <a:pt x="323" y="389"/>
                      <a:pt x="323" y="389"/>
                    </a:cubicBezTo>
                    <a:cubicBezTo>
                      <a:pt x="316" y="388"/>
                      <a:pt x="316" y="388"/>
                      <a:pt x="316" y="388"/>
                    </a:cubicBezTo>
                    <a:cubicBezTo>
                      <a:pt x="317" y="380"/>
                      <a:pt x="317" y="380"/>
                      <a:pt x="317" y="380"/>
                    </a:cubicBezTo>
                    <a:cubicBezTo>
                      <a:pt x="311" y="383"/>
                      <a:pt x="311" y="383"/>
                      <a:pt x="311" y="383"/>
                    </a:cubicBezTo>
                    <a:cubicBezTo>
                      <a:pt x="310" y="382"/>
                      <a:pt x="310" y="382"/>
                      <a:pt x="310" y="382"/>
                    </a:cubicBezTo>
                    <a:cubicBezTo>
                      <a:pt x="311" y="378"/>
                      <a:pt x="311" y="378"/>
                      <a:pt x="311" y="378"/>
                    </a:cubicBezTo>
                    <a:cubicBezTo>
                      <a:pt x="307" y="378"/>
                      <a:pt x="307" y="378"/>
                      <a:pt x="307" y="378"/>
                    </a:cubicBezTo>
                    <a:cubicBezTo>
                      <a:pt x="299" y="385"/>
                      <a:pt x="299" y="385"/>
                      <a:pt x="299" y="385"/>
                    </a:cubicBezTo>
                    <a:cubicBezTo>
                      <a:pt x="298" y="382"/>
                      <a:pt x="297" y="380"/>
                      <a:pt x="295" y="378"/>
                    </a:cubicBezTo>
                    <a:cubicBezTo>
                      <a:pt x="294" y="374"/>
                      <a:pt x="292" y="371"/>
                      <a:pt x="290" y="367"/>
                    </a:cubicBezTo>
                    <a:cubicBezTo>
                      <a:pt x="277" y="361"/>
                      <a:pt x="277" y="361"/>
                      <a:pt x="277" y="361"/>
                    </a:cubicBezTo>
                    <a:cubicBezTo>
                      <a:pt x="272" y="363"/>
                      <a:pt x="268" y="365"/>
                      <a:pt x="264" y="367"/>
                    </a:cubicBezTo>
                    <a:cubicBezTo>
                      <a:pt x="257" y="370"/>
                      <a:pt x="257" y="370"/>
                      <a:pt x="257" y="370"/>
                    </a:cubicBezTo>
                    <a:cubicBezTo>
                      <a:pt x="255" y="372"/>
                      <a:pt x="252" y="373"/>
                      <a:pt x="250" y="374"/>
                    </a:cubicBezTo>
                    <a:cubicBezTo>
                      <a:pt x="246" y="376"/>
                      <a:pt x="241" y="378"/>
                      <a:pt x="237" y="380"/>
                    </a:cubicBezTo>
                    <a:cubicBezTo>
                      <a:pt x="224" y="376"/>
                      <a:pt x="224" y="376"/>
                      <a:pt x="224" y="376"/>
                    </a:cubicBezTo>
                    <a:cubicBezTo>
                      <a:pt x="220" y="356"/>
                      <a:pt x="220" y="356"/>
                      <a:pt x="220" y="356"/>
                    </a:cubicBezTo>
                    <a:cubicBezTo>
                      <a:pt x="208" y="350"/>
                      <a:pt x="208" y="350"/>
                      <a:pt x="208" y="350"/>
                    </a:cubicBezTo>
                    <a:cubicBezTo>
                      <a:pt x="208" y="345"/>
                      <a:pt x="210" y="341"/>
                      <a:pt x="211" y="336"/>
                    </a:cubicBezTo>
                    <a:cubicBezTo>
                      <a:pt x="214" y="331"/>
                      <a:pt x="216" y="326"/>
                      <a:pt x="220" y="321"/>
                    </a:cubicBezTo>
                    <a:cubicBezTo>
                      <a:pt x="213" y="305"/>
                      <a:pt x="213" y="305"/>
                      <a:pt x="213" y="305"/>
                    </a:cubicBezTo>
                    <a:cubicBezTo>
                      <a:pt x="208" y="304"/>
                      <a:pt x="208" y="304"/>
                      <a:pt x="208" y="304"/>
                    </a:cubicBezTo>
                    <a:cubicBezTo>
                      <a:pt x="194" y="287"/>
                      <a:pt x="194" y="287"/>
                      <a:pt x="194" y="287"/>
                    </a:cubicBezTo>
                    <a:cubicBezTo>
                      <a:pt x="182" y="291"/>
                      <a:pt x="169" y="295"/>
                      <a:pt x="157" y="298"/>
                    </a:cubicBezTo>
                    <a:cubicBezTo>
                      <a:pt x="152" y="299"/>
                      <a:pt x="148" y="300"/>
                      <a:pt x="143" y="301"/>
                    </a:cubicBezTo>
                    <a:cubicBezTo>
                      <a:pt x="130" y="302"/>
                      <a:pt x="130" y="302"/>
                      <a:pt x="130" y="302"/>
                    </a:cubicBezTo>
                    <a:cubicBezTo>
                      <a:pt x="123" y="305"/>
                      <a:pt x="123" y="305"/>
                      <a:pt x="123" y="305"/>
                    </a:cubicBezTo>
                    <a:cubicBezTo>
                      <a:pt x="123" y="305"/>
                      <a:pt x="123" y="305"/>
                      <a:pt x="122" y="305"/>
                    </a:cubicBezTo>
                    <a:cubicBezTo>
                      <a:pt x="109" y="299"/>
                      <a:pt x="96" y="294"/>
                      <a:pt x="81" y="288"/>
                    </a:cubicBezTo>
                    <a:cubicBezTo>
                      <a:pt x="74" y="285"/>
                      <a:pt x="66" y="282"/>
                      <a:pt x="58" y="278"/>
                    </a:cubicBezTo>
                    <a:cubicBezTo>
                      <a:pt x="55" y="271"/>
                      <a:pt x="53" y="264"/>
                      <a:pt x="52" y="257"/>
                    </a:cubicBezTo>
                    <a:cubicBezTo>
                      <a:pt x="52" y="255"/>
                      <a:pt x="51" y="254"/>
                      <a:pt x="51" y="251"/>
                    </a:cubicBezTo>
                    <a:cubicBezTo>
                      <a:pt x="50" y="246"/>
                      <a:pt x="51" y="240"/>
                      <a:pt x="51" y="234"/>
                    </a:cubicBezTo>
                    <a:cubicBezTo>
                      <a:pt x="52" y="228"/>
                      <a:pt x="53" y="221"/>
                      <a:pt x="54" y="215"/>
                    </a:cubicBezTo>
                    <a:cubicBezTo>
                      <a:pt x="53" y="215"/>
                      <a:pt x="52" y="214"/>
                      <a:pt x="51" y="214"/>
                    </a:cubicBezTo>
                    <a:cubicBezTo>
                      <a:pt x="41" y="213"/>
                      <a:pt x="41" y="213"/>
                      <a:pt x="41" y="213"/>
                    </a:cubicBezTo>
                    <a:cubicBezTo>
                      <a:pt x="36" y="212"/>
                      <a:pt x="31" y="210"/>
                      <a:pt x="26" y="209"/>
                    </a:cubicBezTo>
                    <a:cubicBezTo>
                      <a:pt x="22" y="209"/>
                      <a:pt x="19" y="208"/>
                      <a:pt x="16" y="207"/>
                    </a:cubicBezTo>
                    <a:cubicBezTo>
                      <a:pt x="13" y="206"/>
                      <a:pt x="13" y="206"/>
                      <a:pt x="13" y="206"/>
                    </a:cubicBezTo>
                    <a:cubicBezTo>
                      <a:pt x="12" y="206"/>
                      <a:pt x="10" y="205"/>
                      <a:pt x="9" y="205"/>
                    </a:cubicBezTo>
                    <a:cubicBezTo>
                      <a:pt x="12" y="202"/>
                      <a:pt x="12" y="202"/>
                      <a:pt x="12" y="202"/>
                    </a:cubicBezTo>
                    <a:cubicBezTo>
                      <a:pt x="14" y="200"/>
                      <a:pt x="14" y="200"/>
                      <a:pt x="14" y="200"/>
                    </a:cubicBezTo>
                    <a:cubicBezTo>
                      <a:pt x="13" y="199"/>
                      <a:pt x="13" y="198"/>
                      <a:pt x="13" y="196"/>
                    </a:cubicBezTo>
                    <a:cubicBezTo>
                      <a:pt x="13" y="187"/>
                      <a:pt x="13" y="187"/>
                      <a:pt x="13" y="187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2"/>
                      <a:pt x="0" y="170"/>
                      <a:pt x="1" y="169"/>
                    </a:cubicBezTo>
                    <a:cubicBezTo>
                      <a:pt x="1" y="167"/>
                      <a:pt x="2" y="166"/>
                      <a:pt x="3" y="164"/>
                    </a:cubicBezTo>
                    <a:cubicBezTo>
                      <a:pt x="4" y="164"/>
                      <a:pt x="4" y="164"/>
                      <a:pt x="4" y="164"/>
                    </a:cubicBezTo>
                    <a:cubicBezTo>
                      <a:pt x="5" y="162"/>
                      <a:pt x="7" y="160"/>
                      <a:pt x="9" y="158"/>
                    </a:cubicBezTo>
                    <a:cubicBezTo>
                      <a:pt x="43" y="152"/>
                      <a:pt x="43" y="152"/>
                      <a:pt x="43" y="152"/>
                    </a:cubicBezTo>
                    <a:cubicBezTo>
                      <a:pt x="45" y="148"/>
                      <a:pt x="45" y="148"/>
                      <a:pt x="45" y="148"/>
                    </a:cubicBezTo>
                    <a:cubicBezTo>
                      <a:pt x="47" y="144"/>
                      <a:pt x="50" y="141"/>
                      <a:pt x="52" y="137"/>
                    </a:cubicBezTo>
                    <a:cubicBezTo>
                      <a:pt x="53" y="138"/>
                      <a:pt x="53" y="138"/>
                      <a:pt x="53" y="138"/>
                    </a:cubicBezTo>
                    <a:cubicBezTo>
                      <a:pt x="59" y="125"/>
                      <a:pt x="59" y="125"/>
                      <a:pt x="59" y="125"/>
                    </a:cubicBezTo>
                    <a:cubicBezTo>
                      <a:pt x="61" y="121"/>
                      <a:pt x="61" y="121"/>
                      <a:pt x="61" y="121"/>
                    </a:cubicBezTo>
                    <a:cubicBezTo>
                      <a:pt x="56" y="101"/>
                      <a:pt x="56" y="101"/>
                      <a:pt x="56" y="101"/>
                    </a:cubicBezTo>
                    <a:cubicBezTo>
                      <a:pt x="75" y="98"/>
                      <a:pt x="75" y="98"/>
                      <a:pt x="75" y="98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67"/>
                      <a:pt x="100" y="67"/>
                      <a:pt x="100" y="67"/>
                    </a:cubicBezTo>
                    <a:cubicBezTo>
                      <a:pt x="110" y="61"/>
                      <a:pt x="110" y="61"/>
                      <a:pt x="110" y="61"/>
                    </a:cubicBezTo>
                    <a:cubicBezTo>
                      <a:pt x="109" y="54"/>
                      <a:pt x="109" y="54"/>
                      <a:pt x="109" y="54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54" y="72"/>
                      <a:pt x="154" y="72"/>
                      <a:pt x="154" y="72"/>
                    </a:cubicBezTo>
                    <a:cubicBezTo>
                      <a:pt x="154" y="77"/>
                      <a:pt x="153" y="81"/>
                      <a:pt x="152" y="86"/>
                    </a:cubicBezTo>
                    <a:cubicBezTo>
                      <a:pt x="151" y="89"/>
                      <a:pt x="150" y="92"/>
                      <a:pt x="149" y="95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65" y="98"/>
                      <a:pt x="165" y="98"/>
                      <a:pt x="165" y="98"/>
                    </a:cubicBezTo>
                    <a:cubicBezTo>
                      <a:pt x="188" y="111"/>
                      <a:pt x="188" y="111"/>
                      <a:pt x="188" y="111"/>
                    </a:cubicBezTo>
                    <a:cubicBezTo>
                      <a:pt x="186" y="122"/>
                      <a:pt x="186" y="122"/>
                      <a:pt x="186" y="122"/>
                    </a:cubicBezTo>
                    <a:cubicBezTo>
                      <a:pt x="194" y="130"/>
                      <a:pt x="194" y="130"/>
                      <a:pt x="194" y="130"/>
                    </a:cubicBezTo>
                    <a:cubicBezTo>
                      <a:pt x="219" y="128"/>
                      <a:pt x="219" y="128"/>
                      <a:pt x="219" y="128"/>
                    </a:cubicBezTo>
                    <a:cubicBezTo>
                      <a:pt x="230" y="140"/>
                      <a:pt x="230" y="140"/>
                      <a:pt x="230" y="140"/>
                    </a:cubicBezTo>
                    <a:cubicBezTo>
                      <a:pt x="243" y="141"/>
                      <a:pt x="256" y="143"/>
                      <a:pt x="269" y="144"/>
                    </a:cubicBezTo>
                    <a:cubicBezTo>
                      <a:pt x="287" y="133"/>
                      <a:pt x="287" y="133"/>
                      <a:pt x="287" y="133"/>
                    </a:cubicBezTo>
                    <a:cubicBezTo>
                      <a:pt x="306" y="136"/>
                      <a:pt x="306" y="136"/>
                      <a:pt x="306" y="136"/>
                    </a:cubicBezTo>
                    <a:cubicBezTo>
                      <a:pt x="316" y="126"/>
                      <a:pt x="316" y="126"/>
                      <a:pt x="316" y="126"/>
                    </a:cubicBezTo>
                    <a:cubicBezTo>
                      <a:pt x="310" y="113"/>
                      <a:pt x="310" y="113"/>
                      <a:pt x="310" y="113"/>
                    </a:cubicBezTo>
                    <a:cubicBezTo>
                      <a:pt x="321" y="101"/>
                      <a:pt x="321" y="101"/>
                      <a:pt x="321" y="101"/>
                    </a:cubicBezTo>
                    <a:cubicBezTo>
                      <a:pt x="335" y="106"/>
                      <a:pt x="335" y="106"/>
                      <a:pt x="335" y="106"/>
                    </a:cubicBezTo>
                    <a:lnTo>
                      <a:pt x="386" y="7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9" name="Google Shape;509;p50">
                <a:extLst>
                  <a:ext uri="{FF2B5EF4-FFF2-40B4-BE49-F238E27FC236}">
                    <a16:creationId xmlns:a16="http://schemas.microsoft.com/office/drawing/2014/main" id="{37E19D69-C3D4-417F-9D11-F2E11D766067}"/>
                  </a:ext>
                </a:extLst>
              </p:cNvPr>
              <p:cNvSpPr/>
              <p:nvPr/>
            </p:nvSpPr>
            <p:spPr>
              <a:xfrm>
                <a:off x="6745287" y="3497263"/>
                <a:ext cx="508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5" extrusionOk="0">
                    <a:moveTo>
                      <a:pt x="2" y="14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9"/>
                      <a:pt x="1" y="7"/>
                      <a:pt x="2" y="6"/>
                    </a:cubicBezTo>
                    <a:cubicBezTo>
                      <a:pt x="7" y="4"/>
                      <a:pt x="12" y="2"/>
                      <a:pt x="18" y="0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5" y="7"/>
                      <a:pt x="10" y="11"/>
                      <a:pt x="6" y="15"/>
                    </a:cubicBezTo>
                    <a:cubicBezTo>
                      <a:pt x="2" y="14"/>
                      <a:pt x="2" y="14"/>
                      <a:pt x="2" y="14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19" name="Google Shape;510;p50">
              <a:extLst>
                <a:ext uri="{FF2B5EF4-FFF2-40B4-BE49-F238E27FC236}">
                  <a16:creationId xmlns:a16="http://schemas.microsoft.com/office/drawing/2014/main" id="{FCD788D7-0C32-4DDE-BA33-6A2B6F35B33B}"/>
                </a:ext>
              </a:extLst>
            </p:cNvPr>
            <p:cNvSpPr/>
            <p:nvPr/>
          </p:nvSpPr>
          <p:spPr>
            <a:xfrm>
              <a:off x="6586538" y="3679825"/>
              <a:ext cx="120650" cy="96838"/>
            </a:xfrm>
            <a:custGeom>
              <a:avLst/>
              <a:gdLst/>
              <a:ahLst/>
              <a:cxnLst/>
              <a:rect l="l" t="t" r="r" b="b"/>
              <a:pathLst>
                <a:path w="45" h="36" extrusionOk="0">
                  <a:moveTo>
                    <a:pt x="45" y="15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4" y="5"/>
                    <a:pt x="30" y="1"/>
                    <a:pt x="27" y="1"/>
                  </a:cubicBezTo>
                  <a:cubicBezTo>
                    <a:pt x="25" y="0"/>
                    <a:pt x="23" y="0"/>
                    <a:pt x="21" y="0"/>
                  </a:cubicBezTo>
                  <a:cubicBezTo>
                    <a:pt x="18" y="0"/>
                    <a:pt x="14" y="1"/>
                    <a:pt x="10" y="1"/>
                  </a:cubicBezTo>
                  <a:cubicBezTo>
                    <a:pt x="7" y="1"/>
                    <a:pt x="4" y="4"/>
                    <a:pt x="1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5"/>
                    <a:pt x="16" y="35"/>
                    <a:pt x="18" y="36"/>
                  </a:cubicBezTo>
                  <a:cubicBezTo>
                    <a:pt x="19" y="36"/>
                    <a:pt x="20" y="36"/>
                    <a:pt x="21" y="36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4" y="23"/>
                    <a:pt x="34" y="23"/>
                    <a:pt x="34" y="23"/>
                  </a:cubicBezTo>
                  <a:lnTo>
                    <a:pt x="45" y="1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0" name="Google Shape;511;p50">
              <a:extLst>
                <a:ext uri="{FF2B5EF4-FFF2-40B4-BE49-F238E27FC236}">
                  <a16:creationId xmlns:a16="http://schemas.microsoft.com/office/drawing/2014/main" id="{B8D7A04A-3CEB-4DCA-9488-CC71E76327CC}"/>
                </a:ext>
              </a:extLst>
            </p:cNvPr>
            <p:cNvSpPr/>
            <p:nvPr/>
          </p:nvSpPr>
          <p:spPr>
            <a:xfrm>
              <a:off x="6859589" y="3911600"/>
              <a:ext cx="57149" cy="55563"/>
            </a:xfrm>
            <a:custGeom>
              <a:avLst/>
              <a:gdLst/>
              <a:ahLst/>
              <a:cxnLst/>
              <a:rect l="l" t="t" r="r" b="b"/>
              <a:pathLst>
                <a:path w="21" h="21" extrusionOk="0">
                  <a:moveTo>
                    <a:pt x="17" y="0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9" y="12"/>
                    <a:pt x="8" y="12"/>
                    <a:pt x="7" y="13"/>
                  </a:cubicBezTo>
                  <a:cubicBezTo>
                    <a:pt x="5" y="14"/>
                    <a:pt x="3" y="14"/>
                    <a:pt x="1" y="1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4" y="20"/>
                    <a:pt x="7" y="20"/>
                    <a:pt x="11" y="21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1" y="7"/>
                    <a:pt x="21" y="7"/>
                    <a:pt x="21" y="7"/>
                  </a:cubicBezTo>
                  <a:lnTo>
                    <a:pt x="17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1" name="Google Shape;512;p50">
              <a:extLst>
                <a:ext uri="{FF2B5EF4-FFF2-40B4-BE49-F238E27FC236}">
                  <a16:creationId xmlns:a16="http://schemas.microsoft.com/office/drawing/2014/main" id="{2AEC7DC9-7F65-4474-861B-4802C8900F1C}"/>
                </a:ext>
              </a:extLst>
            </p:cNvPr>
            <p:cNvSpPr/>
            <p:nvPr/>
          </p:nvSpPr>
          <p:spPr>
            <a:xfrm>
              <a:off x="6261101" y="3248026"/>
              <a:ext cx="65087" cy="39688"/>
            </a:xfrm>
            <a:custGeom>
              <a:avLst/>
              <a:gdLst/>
              <a:ahLst/>
              <a:cxnLst/>
              <a:rect l="l" t="t" r="r" b="b"/>
              <a:pathLst>
                <a:path w="24" h="15" extrusionOk="0">
                  <a:moveTo>
                    <a:pt x="24" y="9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4" y="10"/>
                    <a:pt x="24" y="9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2" name="Google Shape;513;p50">
              <a:extLst>
                <a:ext uri="{FF2B5EF4-FFF2-40B4-BE49-F238E27FC236}">
                  <a16:creationId xmlns:a16="http://schemas.microsoft.com/office/drawing/2014/main" id="{AEB8A99C-5590-4427-A88B-052D37C0F48F}"/>
                </a:ext>
              </a:extLst>
            </p:cNvPr>
            <p:cNvSpPr/>
            <p:nvPr/>
          </p:nvSpPr>
          <p:spPr>
            <a:xfrm>
              <a:off x="6261101" y="3248026"/>
              <a:ext cx="65087" cy="39688"/>
            </a:xfrm>
            <a:custGeom>
              <a:avLst/>
              <a:gdLst/>
              <a:ahLst/>
              <a:cxnLst/>
              <a:rect l="l" t="t" r="r" b="b"/>
              <a:pathLst>
                <a:path w="24" h="15" extrusionOk="0">
                  <a:moveTo>
                    <a:pt x="24" y="9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4" y="10"/>
                    <a:pt x="24" y="9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3" name="Google Shape;514;p50">
              <a:extLst>
                <a:ext uri="{FF2B5EF4-FFF2-40B4-BE49-F238E27FC236}">
                  <a16:creationId xmlns:a16="http://schemas.microsoft.com/office/drawing/2014/main" id="{B4768B42-B809-446D-B71B-4F715C4FD6CF}"/>
                </a:ext>
              </a:extLst>
            </p:cNvPr>
            <p:cNvSpPr/>
            <p:nvPr/>
          </p:nvSpPr>
          <p:spPr>
            <a:xfrm>
              <a:off x="6261101" y="3325814"/>
              <a:ext cx="96837" cy="160338"/>
            </a:xfrm>
            <a:custGeom>
              <a:avLst/>
              <a:gdLst/>
              <a:ahLst/>
              <a:cxnLst/>
              <a:rect l="l" t="t" r="r" b="b"/>
              <a:pathLst>
                <a:path w="36" h="60" extrusionOk="0">
                  <a:moveTo>
                    <a:pt x="13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9" y="50"/>
                    <a:pt x="13" y="49"/>
                    <a:pt x="16" y="49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8"/>
                    <a:pt x="30" y="52"/>
                    <a:pt x="31" y="55"/>
                  </a:cubicBezTo>
                  <a:cubicBezTo>
                    <a:pt x="31" y="57"/>
                    <a:pt x="32" y="58"/>
                    <a:pt x="33" y="60"/>
                  </a:cubicBezTo>
                  <a:cubicBezTo>
                    <a:pt x="34" y="54"/>
                    <a:pt x="34" y="47"/>
                    <a:pt x="35" y="40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7" y="12"/>
                    <a:pt x="17" y="12"/>
                    <a:pt x="17" y="12"/>
                  </a:cubicBezTo>
                  <a:lnTo>
                    <a:pt x="13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4" name="Google Shape;515;p50">
              <a:extLst>
                <a:ext uri="{FF2B5EF4-FFF2-40B4-BE49-F238E27FC236}">
                  <a16:creationId xmlns:a16="http://schemas.microsoft.com/office/drawing/2014/main" id="{7A8106CB-3F7F-46B7-802B-DD71179A56CB}"/>
                </a:ext>
              </a:extLst>
            </p:cNvPr>
            <p:cNvSpPr/>
            <p:nvPr/>
          </p:nvSpPr>
          <p:spPr>
            <a:xfrm>
              <a:off x="5219701" y="2898776"/>
              <a:ext cx="50800" cy="26988"/>
            </a:xfrm>
            <a:custGeom>
              <a:avLst/>
              <a:gdLst/>
              <a:ahLst/>
              <a:cxnLst/>
              <a:rect l="l" t="t" r="r" b="b"/>
              <a:pathLst>
                <a:path w="32" h="17" extrusionOk="0">
                  <a:moveTo>
                    <a:pt x="10" y="0"/>
                  </a:moveTo>
                  <a:lnTo>
                    <a:pt x="0" y="2"/>
                  </a:lnTo>
                  <a:lnTo>
                    <a:pt x="17" y="17"/>
                  </a:lnTo>
                  <a:lnTo>
                    <a:pt x="32" y="15"/>
                  </a:lnTo>
                  <a:lnTo>
                    <a:pt x="17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5" name="Google Shape;516;p50">
              <a:extLst>
                <a:ext uri="{FF2B5EF4-FFF2-40B4-BE49-F238E27FC236}">
                  <a16:creationId xmlns:a16="http://schemas.microsoft.com/office/drawing/2014/main" id="{468F7E9B-FC9A-4D32-A265-1F7A90FB4597}"/>
                </a:ext>
              </a:extLst>
            </p:cNvPr>
            <p:cNvSpPr/>
            <p:nvPr/>
          </p:nvSpPr>
          <p:spPr>
            <a:xfrm>
              <a:off x="5222877" y="2822576"/>
              <a:ext cx="144462" cy="119063"/>
            </a:xfrm>
            <a:custGeom>
              <a:avLst/>
              <a:gdLst/>
              <a:ahLst/>
              <a:cxnLst/>
              <a:rect l="l" t="t" r="r" b="b"/>
              <a:pathLst>
                <a:path w="54" h="44" extrusionOk="0">
                  <a:moveTo>
                    <a:pt x="48" y="15"/>
                  </a:moveTo>
                  <a:cubicBezTo>
                    <a:pt x="44" y="15"/>
                    <a:pt x="44" y="15"/>
                    <a:pt x="44" y="15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2" y="38"/>
                    <a:pt x="41" y="34"/>
                    <a:pt x="42" y="31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19"/>
                    <a:pt x="54" y="19"/>
                    <a:pt x="54" y="19"/>
                  </a:cubicBezTo>
                  <a:lnTo>
                    <a:pt x="48" y="1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6" name="Google Shape;517;p50">
              <a:extLst>
                <a:ext uri="{FF2B5EF4-FFF2-40B4-BE49-F238E27FC236}">
                  <a16:creationId xmlns:a16="http://schemas.microsoft.com/office/drawing/2014/main" id="{A05F016F-A666-4AEC-AA09-3A98568267FD}"/>
                </a:ext>
              </a:extLst>
            </p:cNvPr>
            <p:cNvSpPr/>
            <p:nvPr/>
          </p:nvSpPr>
          <p:spPr>
            <a:xfrm>
              <a:off x="5176838" y="2860676"/>
              <a:ext cx="109537" cy="61913"/>
            </a:xfrm>
            <a:custGeom>
              <a:avLst/>
              <a:gdLst/>
              <a:ahLst/>
              <a:cxnLst/>
              <a:rect l="l" t="t" r="r" b="b"/>
              <a:pathLst>
                <a:path w="41" h="23" extrusionOk="0">
                  <a:moveTo>
                    <a:pt x="0" y="6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36" y="16"/>
                    <a:pt x="33" y="12"/>
                    <a:pt x="29" y="8"/>
                  </a:cubicBezTo>
                  <a:cubicBezTo>
                    <a:pt x="26" y="6"/>
                    <a:pt x="23" y="6"/>
                    <a:pt x="20" y="4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0" y="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7" name="Google Shape;518;p50">
              <a:extLst>
                <a:ext uri="{FF2B5EF4-FFF2-40B4-BE49-F238E27FC236}">
                  <a16:creationId xmlns:a16="http://schemas.microsoft.com/office/drawing/2014/main" id="{CCE826A1-43D4-456A-A786-F94F3CAFF7B0}"/>
                </a:ext>
              </a:extLst>
            </p:cNvPr>
            <p:cNvSpPr/>
            <p:nvPr/>
          </p:nvSpPr>
          <p:spPr>
            <a:xfrm>
              <a:off x="4991101" y="3140076"/>
              <a:ext cx="500062" cy="520700"/>
            </a:xfrm>
            <a:custGeom>
              <a:avLst/>
              <a:gdLst/>
              <a:ahLst/>
              <a:cxnLst/>
              <a:rect l="l" t="t" r="r" b="b"/>
              <a:pathLst>
                <a:path w="186" h="194" extrusionOk="0">
                  <a:moveTo>
                    <a:pt x="30" y="3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8" y="29"/>
                    <a:pt x="7" y="31"/>
                    <a:pt x="5" y="32"/>
                  </a:cubicBezTo>
                  <a:cubicBezTo>
                    <a:pt x="5" y="32"/>
                    <a:pt x="5" y="33"/>
                    <a:pt x="4" y="33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3" y="38"/>
                    <a:pt x="1" y="43"/>
                    <a:pt x="0" y="48"/>
                  </a:cubicBezTo>
                  <a:cubicBezTo>
                    <a:pt x="0" y="49"/>
                    <a:pt x="0" y="49"/>
                    <a:pt x="0" y="50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8" y="60"/>
                    <a:pt x="13" y="69"/>
                    <a:pt x="17" y="77"/>
                  </a:cubicBezTo>
                  <a:cubicBezTo>
                    <a:pt x="17" y="78"/>
                    <a:pt x="18" y="80"/>
                    <a:pt x="18" y="81"/>
                  </a:cubicBezTo>
                  <a:cubicBezTo>
                    <a:pt x="19" y="83"/>
                    <a:pt x="21" y="85"/>
                    <a:pt x="23" y="87"/>
                  </a:cubicBezTo>
                  <a:cubicBezTo>
                    <a:pt x="24" y="88"/>
                    <a:pt x="26" y="89"/>
                    <a:pt x="27" y="8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10"/>
                    <a:pt x="36" y="111"/>
                    <a:pt x="36" y="113"/>
                  </a:cubicBezTo>
                  <a:cubicBezTo>
                    <a:pt x="36" y="116"/>
                    <a:pt x="36" y="119"/>
                    <a:pt x="36" y="122"/>
                  </a:cubicBezTo>
                  <a:cubicBezTo>
                    <a:pt x="40" y="127"/>
                    <a:pt x="44" y="132"/>
                    <a:pt x="47" y="137"/>
                  </a:cubicBezTo>
                  <a:cubicBezTo>
                    <a:pt x="51" y="143"/>
                    <a:pt x="54" y="150"/>
                    <a:pt x="57" y="156"/>
                  </a:cubicBezTo>
                  <a:cubicBezTo>
                    <a:pt x="62" y="164"/>
                    <a:pt x="66" y="172"/>
                    <a:pt x="71" y="180"/>
                  </a:cubicBezTo>
                  <a:cubicBezTo>
                    <a:pt x="79" y="173"/>
                    <a:pt x="79" y="173"/>
                    <a:pt x="79" y="173"/>
                  </a:cubicBezTo>
                  <a:cubicBezTo>
                    <a:pt x="87" y="175"/>
                    <a:pt x="87" y="175"/>
                    <a:pt x="87" y="175"/>
                  </a:cubicBezTo>
                  <a:cubicBezTo>
                    <a:pt x="99" y="186"/>
                    <a:pt x="99" y="186"/>
                    <a:pt x="99" y="186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117" y="175"/>
                    <a:pt x="117" y="175"/>
                    <a:pt x="117" y="175"/>
                  </a:cubicBezTo>
                  <a:cubicBezTo>
                    <a:pt x="183" y="146"/>
                    <a:pt x="183" y="146"/>
                    <a:pt x="183" y="146"/>
                  </a:cubicBezTo>
                  <a:cubicBezTo>
                    <a:pt x="186" y="105"/>
                    <a:pt x="186" y="105"/>
                    <a:pt x="186" y="105"/>
                  </a:cubicBezTo>
                  <a:cubicBezTo>
                    <a:pt x="181" y="100"/>
                    <a:pt x="181" y="100"/>
                    <a:pt x="181" y="100"/>
                  </a:cubicBezTo>
                  <a:cubicBezTo>
                    <a:pt x="176" y="105"/>
                    <a:pt x="176" y="105"/>
                    <a:pt x="176" y="105"/>
                  </a:cubicBezTo>
                  <a:cubicBezTo>
                    <a:pt x="146" y="105"/>
                    <a:pt x="146" y="105"/>
                    <a:pt x="146" y="105"/>
                  </a:cubicBezTo>
                  <a:cubicBezTo>
                    <a:pt x="145" y="99"/>
                    <a:pt x="145" y="99"/>
                    <a:pt x="145" y="99"/>
                  </a:cubicBezTo>
                  <a:cubicBezTo>
                    <a:pt x="137" y="90"/>
                    <a:pt x="137" y="90"/>
                    <a:pt x="137" y="90"/>
                  </a:cubicBezTo>
                  <a:cubicBezTo>
                    <a:pt x="141" y="82"/>
                    <a:pt x="141" y="82"/>
                    <a:pt x="141" y="82"/>
                  </a:cubicBezTo>
                  <a:cubicBezTo>
                    <a:pt x="139" y="77"/>
                    <a:pt x="138" y="72"/>
                    <a:pt x="137" y="67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3" y="63"/>
                    <a:pt x="131" y="61"/>
                    <a:pt x="130" y="59"/>
                  </a:cubicBezTo>
                  <a:cubicBezTo>
                    <a:pt x="124" y="51"/>
                    <a:pt x="118" y="43"/>
                    <a:pt x="112" y="34"/>
                  </a:cubicBezTo>
                  <a:cubicBezTo>
                    <a:pt x="112" y="32"/>
                    <a:pt x="111" y="31"/>
                    <a:pt x="110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0" y="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8" name="Google Shape;519;p50">
              <a:extLst>
                <a:ext uri="{FF2B5EF4-FFF2-40B4-BE49-F238E27FC236}">
                  <a16:creationId xmlns:a16="http://schemas.microsoft.com/office/drawing/2014/main" id="{F0DC34A8-FFFA-4B7D-B5C3-9DAE24819428}"/>
                </a:ext>
              </a:extLst>
            </p:cNvPr>
            <p:cNvSpPr/>
            <p:nvPr/>
          </p:nvSpPr>
          <p:spPr>
            <a:xfrm>
              <a:off x="5608638" y="2949576"/>
              <a:ext cx="344487" cy="257175"/>
            </a:xfrm>
            <a:custGeom>
              <a:avLst/>
              <a:gdLst/>
              <a:ahLst/>
              <a:cxnLst/>
              <a:rect l="l" t="t" r="r" b="b"/>
              <a:pathLst>
                <a:path w="128" h="96" extrusionOk="0">
                  <a:moveTo>
                    <a:pt x="117" y="12"/>
                  </a:moveTo>
                  <a:cubicBezTo>
                    <a:pt x="114" y="13"/>
                    <a:pt x="111" y="13"/>
                    <a:pt x="109" y="13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2" y="9"/>
                    <a:pt x="68" y="8"/>
                    <a:pt x="63" y="8"/>
                  </a:cubicBezTo>
                  <a:cubicBezTo>
                    <a:pt x="55" y="7"/>
                    <a:pt x="47" y="6"/>
                    <a:pt x="40" y="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42" y="88"/>
                    <a:pt x="53" y="80"/>
                    <a:pt x="65" y="72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101" y="24"/>
                    <a:pt x="104" y="23"/>
                    <a:pt x="106" y="23"/>
                  </a:cubicBezTo>
                  <a:cubicBezTo>
                    <a:pt x="109" y="22"/>
                    <a:pt x="111" y="22"/>
                    <a:pt x="113" y="23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9" y="19"/>
                    <a:pt x="121" y="17"/>
                    <a:pt x="123" y="16"/>
                  </a:cubicBezTo>
                  <a:cubicBezTo>
                    <a:pt x="124" y="14"/>
                    <a:pt x="125" y="13"/>
                    <a:pt x="126" y="1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7" y="10"/>
                    <a:pt x="127" y="9"/>
                    <a:pt x="127" y="7"/>
                  </a:cubicBezTo>
                  <a:cubicBezTo>
                    <a:pt x="127" y="7"/>
                    <a:pt x="127" y="7"/>
                    <a:pt x="127" y="8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1" y="10"/>
                    <a:pt x="119" y="11"/>
                    <a:pt x="117" y="12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9" name="Google Shape;520;p50">
              <a:extLst>
                <a:ext uri="{FF2B5EF4-FFF2-40B4-BE49-F238E27FC236}">
                  <a16:creationId xmlns:a16="http://schemas.microsoft.com/office/drawing/2014/main" id="{92B243BA-05B4-48E0-9069-210C57A3E9D8}"/>
                </a:ext>
              </a:extLst>
            </p:cNvPr>
            <p:cNvSpPr/>
            <p:nvPr/>
          </p:nvSpPr>
          <p:spPr>
            <a:xfrm>
              <a:off x="5608638" y="2949576"/>
              <a:ext cx="344487" cy="257175"/>
            </a:xfrm>
            <a:custGeom>
              <a:avLst/>
              <a:gdLst/>
              <a:ahLst/>
              <a:cxnLst/>
              <a:rect l="l" t="t" r="r" b="b"/>
              <a:pathLst>
                <a:path w="128" h="96" extrusionOk="0">
                  <a:moveTo>
                    <a:pt x="117" y="12"/>
                  </a:moveTo>
                  <a:cubicBezTo>
                    <a:pt x="114" y="13"/>
                    <a:pt x="111" y="13"/>
                    <a:pt x="109" y="13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2" y="9"/>
                    <a:pt x="68" y="8"/>
                    <a:pt x="63" y="8"/>
                  </a:cubicBezTo>
                  <a:cubicBezTo>
                    <a:pt x="55" y="7"/>
                    <a:pt x="47" y="6"/>
                    <a:pt x="40" y="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42" y="88"/>
                    <a:pt x="53" y="80"/>
                    <a:pt x="65" y="72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101" y="24"/>
                    <a:pt x="104" y="23"/>
                    <a:pt x="106" y="23"/>
                  </a:cubicBezTo>
                  <a:cubicBezTo>
                    <a:pt x="109" y="22"/>
                    <a:pt x="111" y="22"/>
                    <a:pt x="113" y="23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9" y="19"/>
                    <a:pt x="121" y="17"/>
                    <a:pt x="123" y="16"/>
                  </a:cubicBezTo>
                  <a:cubicBezTo>
                    <a:pt x="124" y="14"/>
                    <a:pt x="125" y="13"/>
                    <a:pt x="126" y="1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7" y="10"/>
                    <a:pt x="127" y="9"/>
                    <a:pt x="127" y="7"/>
                  </a:cubicBezTo>
                  <a:cubicBezTo>
                    <a:pt x="127" y="7"/>
                    <a:pt x="127" y="7"/>
                    <a:pt x="127" y="8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1" y="10"/>
                    <a:pt x="119" y="11"/>
                    <a:pt x="117" y="12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0" name="Google Shape;521;p50">
              <a:extLst>
                <a:ext uri="{FF2B5EF4-FFF2-40B4-BE49-F238E27FC236}">
                  <a16:creationId xmlns:a16="http://schemas.microsoft.com/office/drawing/2014/main" id="{5F54BA7C-5D0A-4DD6-9855-D0B075F37E12}"/>
                </a:ext>
              </a:extLst>
            </p:cNvPr>
            <p:cNvSpPr/>
            <p:nvPr/>
          </p:nvSpPr>
          <p:spPr>
            <a:xfrm>
              <a:off x="7134227" y="4327526"/>
              <a:ext cx="55562" cy="34925"/>
            </a:xfrm>
            <a:custGeom>
              <a:avLst/>
              <a:gdLst/>
              <a:ahLst/>
              <a:cxnLst/>
              <a:rect l="l" t="t" r="r" b="b"/>
              <a:pathLst>
                <a:path w="21" h="13" extrusionOk="0">
                  <a:moveTo>
                    <a:pt x="6" y="2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6" y="11"/>
                    <a:pt x="9" y="9"/>
                    <a:pt x="12" y="7"/>
                  </a:cubicBezTo>
                  <a:cubicBezTo>
                    <a:pt x="15" y="6"/>
                    <a:pt x="18" y="4"/>
                    <a:pt x="21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6" y="1"/>
                    <a:pt x="11" y="1"/>
                    <a:pt x="6" y="2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31" name="Google Shape;522;p50">
              <a:extLst>
                <a:ext uri="{FF2B5EF4-FFF2-40B4-BE49-F238E27FC236}">
                  <a16:creationId xmlns:a16="http://schemas.microsoft.com/office/drawing/2014/main" id="{3F546226-9EA7-46A6-8101-11C48429C44D}"/>
                </a:ext>
              </a:extLst>
            </p:cNvPr>
            <p:cNvGrpSpPr/>
            <p:nvPr/>
          </p:nvGrpSpPr>
          <p:grpSpPr>
            <a:xfrm>
              <a:off x="7510464" y="4154489"/>
              <a:ext cx="365125" cy="242888"/>
              <a:chOff x="7510462" y="4154488"/>
              <a:chExt cx="365125" cy="242888"/>
            </a:xfrm>
            <a:grpFill/>
          </p:grpSpPr>
          <p:sp>
            <p:nvSpPr>
              <p:cNvPr id="311" name="Google Shape;523;p50">
                <a:extLst>
                  <a:ext uri="{FF2B5EF4-FFF2-40B4-BE49-F238E27FC236}">
                    <a16:creationId xmlns:a16="http://schemas.microsoft.com/office/drawing/2014/main" id="{16D118E0-86D5-44CE-97D7-62C2EDC640DD}"/>
                  </a:ext>
                </a:extLst>
              </p:cNvPr>
              <p:cNvSpPr/>
              <p:nvPr/>
            </p:nvSpPr>
            <p:spPr>
              <a:xfrm>
                <a:off x="7642225" y="4157663"/>
                <a:ext cx="3492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2" h="10" extrusionOk="0">
                    <a:moveTo>
                      <a:pt x="13" y="0"/>
                    </a:moveTo>
                    <a:lnTo>
                      <a:pt x="0" y="0"/>
                    </a:lnTo>
                    <a:lnTo>
                      <a:pt x="1" y="9"/>
                    </a:lnTo>
                    <a:lnTo>
                      <a:pt x="8" y="10"/>
                    </a:lnTo>
                    <a:lnTo>
                      <a:pt x="20" y="9"/>
                    </a:lnTo>
                    <a:lnTo>
                      <a:pt x="22" y="5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2" name="Google Shape;524;p50">
                <a:extLst>
                  <a:ext uri="{FF2B5EF4-FFF2-40B4-BE49-F238E27FC236}">
                    <a16:creationId xmlns:a16="http://schemas.microsoft.com/office/drawing/2014/main" id="{6523958A-7C67-403A-8C37-7435D9EE4154}"/>
                  </a:ext>
                </a:extLst>
              </p:cNvPr>
              <p:cNvSpPr/>
              <p:nvPr/>
            </p:nvSpPr>
            <p:spPr>
              <a:xfrm>
                <a:off x="7789862" y="4203700"/>
                <a:ext cx="17462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1" h="17" extrusionOk="0">
                    <a:moveTo>
                      <a:pt x="0" y="2"/>
                    </a:moveTo>
                    <a:lnTo>
                      <a:pt x="6" y="17"/>
                    </a:lnTo>
                    <a:lnTo>
                      <a:pt x="11" y="15"/>
                    </a:lnTo>
                    <a:lnTo>
                      <a:pt x="11" y="7"/>
                    </a:lnTo>
                    <a:lnTo>
                      <a:pt x="1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3" name="Google Shape;525;p50">
                <a:extLst>
                  <a:ext uri="{FF2B5EF4-FFF2-40B4-BE49-F238E27FC236}">
                    <a16:creationId xmlns:a16="http://schemas.microsoft.com/office/drawing/2014/main" id="{5C94895B-3584-40C9-B7B6-74D0C97717C5}"/>
                  </a:ext>
                </a:extLst>
              </p:cNvPr>
              <p:cNvSpPr/>
              <p:nvPr/>
            </p:nvSpPr>
            <p:spPr>
              <a:xfrm>
                <a:off x="7748587" y="4181475"/>
                <a:ext cx="4127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" extrusionOk="0">
                    <a:moveTo>
                      <a:pt x="7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4" y="14"/>
                    </a:lnTo>
                    <a:lnTo>
                      <a:pt x="26" y="1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4" name="Google Shape;526;p50">
                <a:extLst>
                  <a:ext uri="{FF2B5EF4-FFF2-40B4-BE49-F238E27FC236}">
                    <a16:creationId xmlns:a16="http://schemas.microsoft.com/office/drawing/2014/main" id="{863B0376-8EFA-4839-87D5-1E932A29FA61}"/>
                  </a:ext>
                </a:extLst>
              </p:cNvPr>
              <p:cNvSpPr/>
              <p:nvPr/>
            </p:nvSpPr>
            <p:spPr>
              <a:xfrm>
                <a:off x="7694612" y="4216400"/>
                <a:ext cx="9207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8" extrusionOk="0">
                    <a:moveTo>
                      <a:pt x="23" y="0"/>
                    </a:moveTo>
                    <a:cubicBezTo>
                      <a:pt x="23" y="3"/>
                      <a:pt x="23" y="3"/>
                      <a:pt x="23" y="3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3" y="10"/>
                      <a:pt x="21" y="11"/>
                      <a:pt x="19" y="13"/>
                    </a:cubicBezTo>
                    <a:cubicBezTo>
                      <a:pt x="17" y="13"/>
                      <a:pt x="15" y="14"/>
                      <a:pt x="14" y="15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7" y="18"/>
                      <a:pt x="14" y="18"/>
                      <a:pt x="20" y="18"/>
                    </a:cubicBezTo>
                    <a:cubicBezTo>
                      <a:pt x="24" y="18"/>
                      <a:pt x="28" y="17"/>
                      <a:pt x="32" y="15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23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5" name="Google Shape;527;p50">
                <a:extLst>
                  <a:ext uri="{FF2B5EF4-FFF2-40B4-BE49-F238E27FC236}">
                    <a16:creationId xmlns:a16="http://schemas.microsoft.com/office/drawing/2014/main" id="{31A59BB6-8BD6-4C28-8FDF-60932F1318EF}"/>
                  </a:ext>
                </a:extLst>
              </p:cNvPr>
              <p:cNvSpPr/>
              <p:nvPr/>
            </p:nvSpPr>
            <p:spPr>
              <a:xfrm>
                <a:off x="7834312" y="4259263"/>
                <a:ext cx="412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9" y="7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4"/>
                      <a:pt x="4" y="7"/>
                      <a:pt x="6" y="11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1"/>
                      <a:pt x="15" y="11"/>
                      <a:pt x="15" y="11"/>
                    </a:cubicBezTo>
                    <a:lnTo>
                      <a:pt x="9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6" name="Google Shape;528;p50">
                <a:extLst>
                  <a:ext uri="{FF2B5EF4-FFF2-40B4-BE49-F238E27FC236}">
                    <a16:creationId xmlns:a16="http://schemas.microsoft.com/office/drawing/2014/main" id="{9D86381E-31CE-4347-9D47-11B411A54284}"/>
                  </a:ext>
                </a:extLst>
              </p:cNvPr>
              <p:cNvSpPr/>
              <p:nvPr/>
            </p:nvSpPr>
            <p:spPr>
              <a:xfrm>
                <a:off x="7510462" y="4154488"/>
                <a:ext cx="241300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82" y="83"/>
                    </a:moveTo>
                    <a:cubicBezTo>
                      <a:pt x="79" y="82"/>
                      <a:pt x="76" y="81"/>
                      <a:pt x="73" y="79"/>
                    </a:cubicBezTo>
                    <a:cubicBezTo>
                      <a:pt x="75" y="77"/>
                      <a:pt x="75" y="77"/>
                      <a:pt x="75" y="77"/>
                    </a:cubicBezTo>
                    <a:cubicBezTo>
                      <a:pt x="75" y="75"/>
                      <a:pt x="75" y="75"/>
                      <a:pt x="75" y="75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65" y="68"/>
                      <a:pt x="60" y="62"/>
                      <a:pt x="57" y="55"/>
                    </a:cubicBezTo>
                    <a:cubicBezTo>
                      <a:pt x="56" y="53"/>
                      <a:pt x="55" y="52"/>
                      <a:pt x="55" y="5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47"/>
                      <a:pt x="66" y="47"/>
                      <a:pt x="66" y="47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56" y="39"/>
                      <a:pt x="52" y="37"/>
                      <a:pt x="48" y="36"/>
                    </a:cubicBezTo>
                    <a:cubicBezTo>
                      <a:pt x="47" y="35"/>
                      <a:pt x="46" y="34"/>
                      <a:pt x="44" y="33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36" y="20"/>
                      <a:pt x="30" y="16"/>
                      <a:pt x="23" y="13"/>
                    </a:cubicBezTo>
                    <a:cubicBezTo>
                      <a:pt x="16" y="8"/>
                      <a:pt x="8" y="4"/>
                      <a:pt x="0" y="0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11" y="71"/>
                      <a:pt x="11" y="71"/>
                      <a:pt x="11" y="71"/>
                    </a:cubicBezTo>
                    <a:cubicBezTo>
                      <a:pt x="13" y="71"/>
                      <a:pt x="15" y="72"/>
                      <a:pt x="17" y="72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5" y="66"/>
                      <a:pt x="25" y="66"/>
                      <a:pt x="25" y="66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7" y="61"/>
                      <a:pt x="27" y="61"/>
                      <a:pt x="27" y="61"/>
                    </a:cubicBezTo>
                    <a:cubicBezTo>
                      <a:pt x="29" y="56"/>
                      <a:pt x="29" y="56"/>
                      <a:pt x="29" y="56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4" y="58"/>
                      <a:pt x="34" y="58"/>
                      <a:pt x="34" y="58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41" y="61"/>
                      <a:pt x="46" y="66"/>
                      <a:pt x="50" y="72"/>
                    </a:cubicBezTo>
                    <a:cubicBezTo>
                      <a:pt x="52" y="74"/>
                      <a:pt x="53" y="77"/>
                      <a:pt x="54" y="79"/>
                    </a:cubicBezTo>
                    <a:cubicBezTo>
                      <a:pt x="62" y="85"/>
                      <a:pt x="62" y="85"/>
                      <a:pt x="62" y="85"/>
                    </a:cubicBezTo>
                    <a:cubicBezTo>
                      <a:pt x="68" y="87"/>
                      <a:pt x="74" y="88"/>
                      <a:pt x="81" y="89"/>
                    </a:cubicBezTo>
                    <a:cubicBezTo>
                      <a:pt x="83" y="90"/>
                      <a:pt x="86" y="90"/>
                      <a:pt x="89" y="90"/>
                    </a:cubicBezTo>
                    <a:cubicBezTo>
                      <a:pt x="90" y="86"/>
                      <a:pt x="90" y="86"/>
                      <a:pt x="90" y="86"/>
                    </a:cubicBezTo>
                    <a:cubicBezTo>
                      <a:pt x="87" y="85"/>
                      <a:pt x="84" y="85"/>
                      <a:pt x="82" y="83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132" name="Google Shape;529;p50">
              <a:extLst>
                <a:ext uri="{FF2B5EF4-FFF2-40B4-BE49-F238E27FC236}">
                  <a16:creationId xmlns:a16="http://schemas.microsoft.com/office/drawing/2014/main" id="{B5F7835C-5E1D-4541-9719-2BCF6CD0CE73}"/>
                </a:ext>
              </a:extLst>
            </p:cNvPr>
            <p:cNvGrpSpPr/>
            <p:nvPr/>
          </p:nvGrpSpPr>
          <p:grpSpPr>
            <a:xfrm>
              <a:off x="8139114" y="5078414"/>
              <a:ext cx="287338" cy="433387"/>
              <a:chOff x="8139112" y="5078413"/>
              <a:chExt cx="287338" cy="433387"/>
            </a:xfrm>
            <a:grpFill/>
          </p:grpSpPr>
          <p:sp>
            <p:nvSpPr>
              <p:cNvPr id="308" name="Google Shape;530;p50">
                <a:extLst>
                  <a:ext uri="{FF2B5EF4-FFF2-40B4-BE49-F238E27FC236}">
                    <a16:creationId xmlns:a16="http://schemas.microsoft.com/office/drawing/2014/main" id="{84A45887-0234-47C0-8CF5-1F54C957AB1C}"/>
                  </a:ext>
                </a:extLst>
              </p:cNvPr>
              <p:cNvSpPr/>
              <p:nvPr/>
            </p:nvSpPr>
            <p:spPr>
              <a:xfrm>
                <a:off x="8283575" y="5078413"/>
                <a:ext cx="142875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86" extrusionOk="0">
                    <a:moveTo>
                      <a:pt x="47" y="40"/>
                    </a:moveTo>
                    <a:cubicBezTo>
                      <a:pt x="40" y="44"/>
                      <a:pt x="40" y="44"/>
                      <a:pt x="40" y="44"/>
                    </a:cubicBezTo>
                    <a:cubicBezTo>
                      <a:pt x="32" y="42"/>
                      <a:pt x="32" y="42"/>
                      <a:pt x="32" y="42"/>
                    </a:cubicBezTo>
                    <a:cubicBezTo>
                      <a:pt x="32" y="39"/>
                      <a:pt x="31" y="36"/>
                      <a:pt x="30" y="33"/>
                    </a:cubicBezTo>
                    <a:cubicBezTo>
                      <a:pt x="29" y="31"/>
                      <a:pt x="28" y="29"/>
                      <a:pt x="28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6"/>
                      <a:pt x="7" y="5"/>
                      <a:pt x="6" y="4"/>
                    </a:cubicBezTo>
                    <a:cubicBezTo>
                      <a:pt x="5" y="2"/>
                      <a:pt x="4" y="1"/>
                      <a:pt x="4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5" y="21"/>
                      <a:pt x="10" y="33"/>
                      <a:pt x="16" y="45"/>
                    </a:cubicBezTo>
                    <a:cubicBezTo>
                      <a:pt x="13" y="50"/>
                      <a:pt x="10" y="54"/>
                      <a:pt x="7" y="59"/>
                    </a:cubicBezTo>
                    <a:cubicBezTo>
                      <a:pt x="11" y="65"/>
                      <a:pt x="11" y="65"/>
                      <a:pt x="11" y="65"/>
                    </a:cubicBezTo>
                    <a:cubicBezTo>
                      <a:pt x="16" y="66"/>
                      <a:pt x="16" y="66"/>
                      <a:pt x="16" y="66"/>
                    </a:cubicBezTo>
                    <a:cubicBezTo>
                      <a:pt x="19" y="71"/>
                      <a:pt x="19" y="71"/>
                      <a:pt x="19" y="71"/>
                    </a:cubicBezTo>
                    <a:cubicBezTo>
                      <a:pt x="19" y="73"/>
                      <a:pt x="18" y="75"/>
                      <a:pt x="18" y="77"/>
                    </a:cubicBezTo>
                    <a:cubicBezTo>
                      <a:pt x="17" y="78"/>
                      <a:pt x="16" y="80"/>
                      <a:pt x="15" y="81"/>
                    </a:cubicBezTo>
                    <a:cubicBezTo>
                      <a:pt x="21" y="86"/>
                      <a:pt x="21" y="86"/>
                      <a:pt x="21" y="86"/>
                    </a:cubicBezTo>
                    <a:cubicBezTo>
                      <a:pt x="27" y="79"/>
                      <a:pt x="33" y="71"/>
                      <a:pt x="38" y="64"/>
                    </a:cubicBezTo>
                    <a:cubicBezTo>
                      <a:pt x="36" y="62"/>
                      <a:pt x="36" y="62"/>
                      <a:pt x="36" y="62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1" y="54"/>
                      <a:pt x="41" y="54"/>
                      <a:pt x="43" y="55"/>
                    </a:cubicBezTo>
                    <a:cubicBezTo>
                      <a:pt x="44" y="56"/>
                      <a:pt x="44" y="56"/>
                      <a:pt x="45" y="57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0" y="39"/>
                      <a:pt x="50" y="39"/>
                      <a:pt x="50" y="39"/>
                    </a:cubicBezTo>
                    <a:lnTo>
                      <a:pt x="47" y="4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09" name="Google Shape;531;p50">
                <a:extLst>
                  <a:ext uri="{FF2B5EF4-FFF2-40B4-BE49-F238E27FC236}">
                    <a16:creationId xmlns:a16="http://schemas.microsoft.com/office/drawing/2014/main" id="{36112F68-C5F6-4F9B-80AC-7AB187AE7F80}"/>
                  </a:ext>
                </a:extLst>
              </p:cNvPr>
              <p:cNvSpPr/>
              <p:nvPr/>
            </p:nvSpPr>
            <p:spPr>
              <a:xfrm>
                <a:off x="8139112" y="5286375"/>
                <a:ext cx="176212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66" h="76" extrusionOk="0">
                    <a:moveTo>
                      <a:pt x="64" y="1"/>
                    </a:moveTo>
                    <a:cubicBezTo>
                      <a:pt x="54" y="7"/>
                      <a:pt x="54" y="7"/>
                      <a:pt x="54" y="7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35" y="23"/>
                      <a:pt x="29" y="29"/>
                      <a:pt x="23" y="36"/>
                    </a:cubicBezTo>
                    <a:cubicBezTo>
                      <a:pt x="14" y="46"/>
                      <a:pt x="7" y="55"/>
                      <a:pt x="0" y="66"/>
                    </a:cubicBezTo>
                    <a:cubicBezTo>
                      <a:pt x="6" y="69"/>
                      <a:pt x="12" y="72"/>
                      <a:pt x="18" y="76"/>
                    </a:cubicBezTo>
                    <a:cubicBezTo>
                      <a:pt x="27" y="76"/>
                      <a:pt x="27" y="76"/>
                      <a:pt x="27" y="76"/>
                    </a:cubicBezTo>
                    <a:cubicBezTo>
                      <a:pt x="32" y="71"/>
                      <a:pt x="36" y="66"/>
                      <a:pt x="39" y="60"/>
                    </a:cubicBezTo>
                    <a:cubicBezTo>
                      <a:pt x="44" y="52"/>
                      <a:pt x="49" y="44"/>
                      <a:pt x="52" y="36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5" y="30"/>
                      <a:pt x="55" y="30"/>
                      <a:pt x="55" y="30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6" y="6"/>
                      <a:pt x="66" y="6"/>
                      <a:pt x="66" y="6"/>
                    </a:cubicBezTo>
                    <a:lnTo>
                      <a:pt x="64" y="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0" name="Google Shape;532;p50">
                <a:extLst>
                  <a:ext uri="{FF2B5EF4-FFF2-40B4-BE49-F238E27FC236}">
                    <a16:creationId xmlns:a16="http://schemas.microsoft.com/office/drawing/2014/main" id="{61E2E320-6828-4DE0-96BE-CE263AB5660F}"/>
                  </a:ext>
                </a:extLst>
              </p:cNvPr>
              <p:cNvSpPr/>
              <p:nvPr/>
            </p:nvSpPr>
            <p:spPr>
              <a:xfrm>
                <a:off x="8147050" y="5486400"/>
                <a:ext cx="2857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6" extrusionOk="0">
                    <a:moveTo>
                      <a:pt x="10" y="0"/>
                    </a:moveTo>
                    <a:lnTo>
                      <a:pt x="5" y="11"/>
                    </a:lnTo>
                    <a:lnTo>
                      <a:pt x="0" y="16"/>
                    </a:lnTo>
                    <a:lnTo>
                      <a:pt x="5" y="16"/>
                    </a:lnTo>
                    <a:lnTo>
                      <a:pt x="15" y="14"/>
                    </a:lnTo>
                    <a:lnTo>
                      <a:pt x="18" y="6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33" name="Google Shape;533;p50">
              <a:extLst>
                <a:ext uri="{FF2B5EF4-FFF2-40B4-BE49-F238E27FC236}">
                  <a16:creationId xmlns:a16="http://schemas.microsoft.com/office/drawing/2014/main" id="{7F8525D5-8A93-4F68-B589-D68E5E3480E6}"/>
                </a:ext>
              </a:extLst>
            </p:cNvPr>
            <p:cNvSpPr/>
            <p:nvPr/>
          </p:nvSpPr>
          <p:spPr>
            <a:xfrm>
              <a:off x="8007352" y="4367213"/>
              <a:ext cx="34925" cy="15876"/>
            </a:xfrm>
            <a:custGeom>
              <a:avLst/>
              <a:gdLst/>
              <a:ahLst/>
              <a:cxnLst/>
              <a:rect l="l" t="t" r="r" b="b"/>
              <a:pathLst>
                <a:path w="22" h="10" extrusionOk="0">
                  <a:moveTo>
                    <a:pt x="6" y="0"/>
                  </a:moveTo>
                  <a:lnTo>
                    <a:pt x="0" y="0"/>
                  </a:lnTo>
                  <a:lnTo>
                    <a:pt x="10" y="9"/>
                  </a:lnTo>
                  <a:lnTo>
                    <a:pt x="17" y="10"/>
                  </a:lnTo>
                  <a:lnTo>
                    <a:pt x="22" y="10"/>
                  </a:lnTo>
                  <a:lnTo>
                    <a:pt x="20" y="5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4" name="Google Shape;534;p50">
              <a:extLst>
                <a:ext uri="{FF2B5EF4-FFF2-40B4-BE49-F238E27FC236}">
                  <a16:creationId xmlns:a16="http://schemas.microsoft.com/office/drawing/2014/main" id="{0C13AC65-30B0-4A60-99B2-7F52F20A5550}"/>
                </a:ext>
              </a:extLst>
            </p:cNvPr>
            <p:cNvSpPr/>
            <p:nvPr/>
          </p:nvSpPr>
          <p:spPr>
            <a:xfrm>
              <a:off x="8129589" y="4484688"/>
              <a:ext cx="25400" cy="34925"/>
            </a:xfrm>
            <a:custGeom>
              <a:avLst/>
              <a:gdLst/>
              <a:ahLst/>
              <a:cxnLst/>
              <a:rect l="l" t="t" r="r" b="b"/>
              <a:pathLst>
                <a:path w="9" h="13" extrusionOk="0">
                  <a:moveTo>
                    <a:pt x="9" y="3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7"/>
                    <a:pt x="0" y="1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9" y="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5" name="Google Shape;535;p50">
              <a:extLst>
                <a:ext uri="{FF2B5EF4-FFF2-40B4-BE49-F238E27FC236}">
                  <a16:creationId xmlns:a16="http://schemas.microsoft.com/office/drawing/2014/main" id="{5B23AFA0-8F15-4683-BC35-2A85C4FED9DA}"/>
                </a:ext>
              </a:extLst>
            </p:cNvPr>
            <p:cNvSpPr/>
            <p:nvPr/>
          </p:nvSpPr>
          <p:spPr>
            <a:xfrm>
              <a:off x="8423278" y="4530726"/>
              <a:ext cx="28575" cy="23813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0" y="7"/>
                  </a:moveTo>
                  <a:lnTo>
                    <a:pt x="3" y="15"/>
                  </a:lnTo>
                  <a:lnTo>
                    <a:pt x="10" y="15"/>
                  </a:lnTo>
                  <a:lnTo>
                    <a:pt x="12" y="9"/>
                  </a:lnTo>
                  <a:lnTo>
                    <a:pt x="17" y="5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6" name="Google Shape;536;p50">
              <a:extLst>
                <a:ext uri="{FF2B5EF4-FFF2-40B4-BE49-F238E27FC236}">
                  <a16:creationId xmlns:a16="http://schemas.microsoft.com/office/drawing/2014/main" id="{8594C994-532E-4B9E-B913-C5F85EF9B443}"/>
                </a:ext>
              </a:extLst>
            </p:cNvPr>
            <p:cNvSpPr/>
            <p:nvPr/>
          </p:nvSpPr>
          <p:spPr>
            <a:xfrm>
              <a:off x="8396289" y="4564063"/>
              <a:ext cx="30162" cy="28575"/>
            </a:xfrm>
            <a:custGeom>
              <a:avLst/>
              <a:gdLst/>
              <a:ahLst/>
              <a:cxnLst/>
              <a:rect l="l" t="t" r="r" b="b"/>
              <a:pathLst>
                <a:path w="19" h="18" extrusionOk="0">
                  <a:moveTo>
                    <a:pt x="0" y="6"/>
                  </a:moveTo>
                  <a:lnTo>
                    <a:pt x="0" y="13"/>
                  </a:lnTo>
                  <a:lnTo>
                    <a:pt x="3" y="18"/>
                  </a:lnTo>
                  <a:lnTo>
                    <a:pt x="17" y="10"/>
                  </a:lnTo>
                  <a:lnTo>
                    <a:pt x="19" y="3"/>
                  </a:lnTo>
                  <a:lnTo>
                    <a:pt x="12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7" name="Google Shape;537;p50">
              <a:extLst>
                <a:ext uri="{FF2B5EF4-FFF2-40B4-BE49-F238E27FC236}">
                  <a16:creationId xmlns:a16="http://schemas.microsoft.com/office/drawing/2014/main" id="{D964625A-B869-4D0C-A446-723EF47E66A9}"/>
                </a:ext>
              </a:extLst>
            </p:cNvPr>
            <p:cNvSpPr/>
            <p:nvPr/>
          </p:nvSpPr>
          <p:spPr>
            <a:xfrm>
              <a:off x="8147052" y="4529138"/>
              <a:ext cx="17462" cy="23813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1" y="0"/>
                  </a:moveTo>
                  <a:lnTo>
                    <a:pt x="0" y="3"/>
                  </a:lnTo>
                  <a:lnTo>
                    <a:pt x="5" y="15"/>
                  </a:lnTo>
                  <a:lnTo>
                    <a:pt x="11" y="11"/>
                  </a:lnTo>
                  <a:lnTo>
                    <a:pt x="6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8" name="Google Shape;538;p50">
              <a:extLst>
                <a:ext uri="{FF2B5EF4-FFF2-40B4-BE49-F238E27FC236}">
                  <a16:creationId xmlns:a16="http://schemas.microsoft.com/office/drawing/2014/main" id="{C908FFE8-A8FF-4669-9D21-301872BE000D}"/>
                </a:ext>
              </a:extLst>
            </p:cNvPr>
            <p:cNvSpPr/>
            <p:nvPr/>
          </p:nvSpPr>
          <p:spPr>
            <a:xfrm>
              <a:off x="8066089" y="4654550"/>
              <a:ext cx="66675" cy="65088"/>
            </a:xfrm>
            <a:custGeom>
              <a:avLst/>
              <a:gdLst/>
              <a:ahLst/>
              <a:cxnLst/>
              <a:rect l="l" t="t" r="r" b="b"/>
              <a:pathLst>
                <a:path w="25" h="24" extrusionOk="0">
                  <a:moveTo>
                    <a:pt x="1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5"/>
                    <a:pt x="3" y="7"/>
                    <a:pt x="6" y="9"/>
                  </a:cubicBezTo>
                  <a:cubicBezTo>
                    <a:pt x="11" y="15"/>
                    <a:pt x="17" y="20"/>
                    <a:pt x="23" y="24"/>
                  </a:cubicBezTo>
                  <a:cubicBezTo>
                    <a:pt x="24" y="24"/>
                    <a:pt x="24" y="24"/>
                    <a:pt x="25" y="24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19" y="15"/>
                    <a:pt x="14" y="10"/>
                    <a:pt x="8" y="5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39" name="Google Shape;539;p50">
              <a:extLst>
                <a:ext uri="{FF2B5EF4-FFF2-40B4-BE49-F238E27FC236}">
                  <a16:creationId xmlns:a16="http://schemas.microsoft.com/office/drawing/2014/main" id="{5853FCED-C571-4818-AA53-CE66345012CC}"/>
                </a:ext>
              </a:extLst>
            </p:cNvPr>
            <p:cNvGrpSpPr/>
            <p:nvPr/>
          </p:nvGrpSpPr>
          <p:grpSpPr>
            <a:xfrm>
              <a:off x="6870701" y="4394200"/>
              <a:ext cx="946151" cy="987425"/>
              <a:chOff x="6870700" y="4394200"/>
              <a:chExt cx="946150" cy="987426"/>
            </a:xfrm>
            <a:grpFill/>
          </p:grpSpPr>
          <p:sp>
            <p:nvSpPr>
              <p:cNvPr id="302" name="Google Shape;540;p50">
                <a:extLst>
                  <a:ext uri="{FF2B5EF4-FFF2-40B4-BE49-F238E27FC236}">
                    <a16:creationId xmlns:a16="http://schemas.microsoft.com/office/drawing/2014/main" id="{9CA7F77F-553B-4B09-B33B-5891959B1133}"/>
                  </a:ext>
                </a:extLst>
              </p:cNvPr>
              <p:cNvSpPr/>
              <p:nvPr/>
            </p:nvSpPr>
            <p:spPr>
              <a:xfrm>
                <a:off x="7251700" y="4413250"/>
                <a:ext cx="301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" h="12" extrusionOk="0">
                    <a:moveTo>
                      <a:pt x="17" y="7"/>
                    </a:moveTo>
                    <a:lnTo>
                      <a:pt x="19" y="2"/>
                    </a:lnTo>
                    <a:lnTo>
                      <a:pt x="14" y="0"/>
                    </a:lnTo>
                    <a:lnTo>
                      <a:pt x="9" y="2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5" y="12"/>
                    </a:lnTo>
                    <a:lnTo>
                      <a:pt x="17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03" name="Google Shape;541;p50">
                <a:extLst>
                  <a:ext uri="{FF2B5EF4-FFF2-40B4-BE49-F238E27FC236}">
                    <a16:creationId xmlns:a16="http://schemas.microsoft.com/office/drawing/2014/main" id="{17A7A511-14C3-4F57-AE00-8F1F74A146D0}"/>
                  </a:ext>
                </a:extLst>
              </p:cNvPr>
              <p:cNvSpPr/>
              <p:nvPr/>
            </p:nvSpPr>
            <p:spPr>
              <a:xfrm>
                <a:off x="7300912" y="4421188"/>
                <a:ext cx="1905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2" h="10" extrusionOk="0">
                    <a:moveTo>
                      <a:pt x="10" y="7"/>
                    </a:moveTo>
                    <a:lnTo>
                      <a:pt x="12" y="0"/>
                    </a:lnTo>
                    <a:lnTo>
                      <a:pt x="5" y="0"/>
                    </a:lnTo>
                    <a:lnTo>
                      <a:pt x="0" y="5"/>
                    </a:lnTo>
                    <a:lnTo>
                      <a:pt x="3" y="10"/>
                    </a:lnTo>
                    <a:lnTo>
                      <a:pt x="10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04" name="Google Shape;542;p50">
                <a:extLst>
                  <a:ext uri="{FF2B5EF4-FFF2-40B4-BE49-F238E27FC236}">
                    <a16:creationId xmlns:a16="http://schemas.microsoft.com/office/drawing/2014/main" id="{F26BA027-1DCA-43A6-A66F-ECFE2050BF6C}"/>
                  </a:ext>
                </a:extLst>
              </p:cNvPr>
              <p:cNvSpPr/>
              <p:nvPr/>
            </p:nvSpPr>
            <p:spPr>
              <a:xfrm>
                <a:off x="7418387" y="44799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2" h="12" extrusionOk="0">
                    <a:moveTo>
                      <a:pt x="5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12" y="10"/>
                    </a:lnTo>
                    <a:lnTo>
                      <a:pt x="12" y="7"/>
                    </a:lnTo>
                    <a:lnTo>
                      <a:pt x="9" y="5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05" name="Google Shape;543;p50">
                <a:extLst>
                  <a:ext uri="{FF2B5EF4-FFF2-40B4-BE49-F238E27FC236}">
                    <a16:creationId xmlns:a16="http://schemas.microsoft.com/office/drawing/2014/main" id="{7D74EAFA-B1E4-4A78-9C90-6449E503A810}"/>
                  </a:ext>
                </a:extLst>
              </p:cNvPr>
              <p:cNvSpPr/>
              <p:nvPr/>
            </p:nvSpPr>
            <p:spPr>
              <a:xfrm>
                <a:off x="7480300" y="453866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9" y="9"/>
                    </a:moveTo>
                    <a:lnTo>
                      <a:pt x="14" y="4"/>
                    </a:lnTo>
                    <a:lnTo>
                      <a:pt x="10" y="0"/>
                    </a:lnTo>
                    <a:lnTo>
                      <a:pt x="2" y="9"/>
                    </a:lnTo>
                    <a:lnTo>
                      <a:pt x="0" y="14"/>
                    </a:lnTo>
                    <a:lnTo>
                      <a:pt x="7" y="14"/>
                    </a:lnTo>
                    <a:lnTo>
                      <a:pt x="9" y="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06" name="Google Shape;544;p50">
                <a:extLst>
                  <a:ext uri="{FF2B5EF4-FFF2-40B4-BE49-F238E27FC236}">
                    <a16:creationId xmlns:a16="http://schemas.microsoft.com/office/drawing/2014/main" id="{36F07193-5CC4-446D-B1B5-A3BFFBCEB740}"/>
                  </a:ext>
                </a:extLst>
              </p:cNvPr>
              <p:cNvSpPr/>
              <p:nvPr/>
            </p:nvSpPr>
            <p:spPr>
              <a:xfrm>
                <a:off x="6870700" y="4394200"/>
                <a:ext cx="946150" cy="846138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15" extrusionOk="0">
                    <a:moveTo>
                      <a:pt x="348" y="176"/>
                    </a:moveTo>
                    <a:cubicBezTo>
                      <a:pt x="346" y="163"/>
                      <a:pt x="346" y="163"/>
                      <a:pt x="346" y="163"/>
                    </a:cubicBezTo>
                    <a:cubicBezTo>
                      <a:pt x="343" y="155"/>
                      <a:pt x="343" y="155"/>
                      <a:pt x="343" y="155"/>
                    </a:cubicBezTo>
                    <a:cubicBezTo>
                      <a:pt x="341" y="146"/>
                      <a:pt x="341" y="146"/>
                      <a:pt x="341" y="146"/>
                    </a:cubicBezTo>
                    <a:cubicBezTo>
                      <a:pt x="332" y="136"/>
                      <a:pt x="332" y="136"/>
                      <a:pt x="332" y="136"/>
                    </a:cubicBezTo>
                    <a:cubicBezTo>
                      <a:pt x="331" y="126"/>
                      <a:pt x="331" y="126"/>
                      <a:pt x="331" y="126"/>
                    </a:cubicBezTo>
                    <a:cubicBezTo>
                      <a:pt x="327" y="126"/>
                      <a:pt x="327" y="126"/>
                      <a:pt x="327" y="126"/>
                    </a:cubicBezTo>
                    <a:cubicBezTo>
                      <a:pt x="326" y="122"/>
                      <a:pt x="326" y="122"/>
                      <a:pt x="326" y="122"/>
                    </a:cubicBezTo>
                    <a:cubicBezTo>
                      <a:pt x="324" y="120"/>
                      <a:pt x="324" y="120"/>
                      <a:pt x="324" y="120"/>
                    </a:cubicBezTo>
                    <a:cubicBezTo>
                      <a:pt x="322" y="123"/>
                      <a:pt x="322" y="123"/>
                      <a:pt x="322" y="123"/>
                    </a:cubicBezTo>
                    <a:cubicBezTo>
                      <a:pt x="319" y="123"/>
                      <a:pt x="319" y="123"/>
                      <a:pt x="319" y="123"/>
                    </a:cubicBezTo>
                    <a:cubicBezTo>
                      <a:pt x="312" y="109"/>
                      <a:pt x="312" y="109"/>
                      <a:pt x="312" y="109"/>
                    </a:cubicBezTo>
                    <a:cubicBezTo>
                      <a:pt x="310" y="99"/>
                      <a:pt x="310" y="99"/>
                      <a:pt x="310" y="99"/>
                    </a:cubicBezTo>
                    <a:cubicBezTo>
                      <a:pt x="308" y="97"/>
                      <a:pt x="308" y="97"/>
                      <a:pt x="308" y="97"/>
                    </a:cubicBezTo>
                    <a:cubicBezTo>
                      <a:pt x="304" y="97"/>
                      <a:pt x="304" y="97"/>
                      <a:pt x="304" y="97"/>
                    </a:cubicBezTo>
                    <a:cubicBezTo>
                      <a:pt x="301" y="91"/>
                      <a:pt x="301" y="91"/>
                      <a:pt x="301" y="91"/>
                    </a:cubicBezTo>
                    <a:cubicBezTo>
                      <a:pt x="298" y="93"/>
                      <a:pt x="298" y="93"/>
                      <a:pt x="298" y="93"/>
                    </a:cubicBezTo>
                    <a:cubicBezTo>
                      <a:pt x="292" y="88"/>
                      <a:pt x="292" y="88"/>
                      <a:pt x="292" y="88"/>
                    </a:cubicBezTo>
                    <a:cubicBezTo>
                      <a:pt x="288" y="68"/>
                      <a:pt x="288" y="68"/>
                      <a:pt x="288" y="68"/>
                    </a:cubicBezTo>
                    <a:cubicBezTo>
                      <a:pt x="284" y="65"/>
                      <a:pt x="284" y="65"/>
                      <a:pt x="284" y="65"/>
                    </a:cubicBezTo>
                    <a:cubicBezTo>
                      <a:pt x="279" y="54"/>
                      <a:pt x="279" y="54"/>
                      <a:pt x="279" y="54"/>
                    </a:cubicBezTo>
                    <a:cubicBezTo>
                      <a:pt x="281" y="46"/>
                      <a:pt x="281" y="46"/>
                      <a:pt x="281" y="46"/>
                    </a:cubicBezTo>
                    <a:cubicBezTo>
                      <a:pt x="275" y="33"/>
                      <a:pt x="275" y="33"/>
                      <a:pt x="275" y="33"/>
                    </a:cubicBezTo>
                    <a:cubicBezTo>
                      <a:pt x="273" y="36"/>
                      <a:pt x="273" y="36"/>
                      <a:pt x="273" y="36"/>
                    </a:cubicBezTo>
                    <a:cubicBezTo>
                      <a:pt x="268" y="37"/>
                      <a:pt x="268" y="37"/>
                      <a:pt x="268" y="37"/>
                    </a:cubicBezTo>
                    <a:cubicBezTo>
                      <a:pt x="264" y="22"/>
                      <a:pt x="264" y="22"/>
                      <a:pt x="264" y="22"/>
                    </a:cubicBezTo>
                    <a:cubicBezTo>
                      <a:pt x="264" y="14"/>
                      <a:pt x="264" y="14"/>
                      <a:pt x="264" y="14"/>
                    </a:cubicBezTo>
                    <a:cubicBezTo>
                      <a:pt x="261" y="13"/>
                      <a:pt x="261" y="13"/>
                      <a:pt x="261" y="13"/>
                    </a:cubicBezTo>
                    <a:cubicBezTo>
                      <a:pt x="260" y="4"/>
                      <a:pt x="260" y="4"/>
                      <a:pt x="260" y="4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52" y="4"/>
                      <a:pt x="252" y="4"/>
                      <a:pt x="252" y="4"/>
                    </a:cubicBezTo>
                    <a:cubicBezTo>
                      <a:pt x="254" y="12"/>
                      <a:pt x="254" y="12"/>
                      <a:pt x="254" y="12"/>
                    </a:cubicBezTo>
                    <a:cubicBezTo>
                      <a:pt x="249" y="21"/>
                      <a:pt x="249" y="21"/>
                      <a:pt x="249" y="21"/>
                    </a:cubicBezTo>
                    <a:cubicBezTo>
                      <a:pt x="249" y="36"/>
                      <a:pt x="249" y="36"/>
                      <a:pt x="249" y="36"/>
                    </a:cubicBezTo>
                    <a:cubicBezTo>
                      <a:pt x="246" y="49"/>
                      <a:pt x="246" y="49"/>
                      <a:pt x="246" y="49"/>
                    </a:cubicBezTo>
                    <a:cubicBezTo>
                      <a:pt x="246" y="56"/>
                      <a:pt x="246" y="56"/>
                      <a:pt x="246" y="56"/>
                    </a:cubicBezTo>
                    <a:cubicBezTo>
                      <a:pt x="240" y="68"/>
                      <a:pt x="240" y="68"/>
                      <a:pt x="240" y="68"/>
                    </a:cubicBezTo>
                    <a:cubicBezTo>
                      <a:pt x="232" y="71"/>
                      <a:pt x="232" y="71"/>
                      <a:pt x="232" y="71"/>
                    </a:cubicBezTo>
                    <a:cubicBezTo>
                      <a:pt x="226" y="68"/>
                      <a:pt x="226" y="68"/>
                      <a:pt x="226" y="68"/>
                    </a:cubicBezTo>
                    <a:cubicBezTo>
                      <a:pt x="224" y="64"/>
                      <a:pt x="224" y="64"/>
                      <a:pt x="224" y="64"/>
                    </a:cubicBezTo>
                    <a:cubicBezTo>
                      <a:pt x="193" y="46"/>
                      <a:pt x="193" y="46"/>
                      <a:pt x="193" y="46"/>
                    </a:cubicBezTo>
                    <a:cubicBezTo>
                      <a:pt x="199" y="33"/>
                      <a:pt x="199" y="33"/>
                      <a:pt x="199" y="33"/>
                    </a:cubicBezTo>
                    <a:cubicBezTo>
                      <a:pt x="195" y="31"/>
                      <a:pt x="195" y="31"/>
                      <a:pt x="195" y="31"/>
                    </a:cubicBezTo>
                    <a:cubicBezTo>
                      <a:pt x="197" y="28"/>
                      <a:pt x="197" y="28"/>
                      <a:pt x="197" y="28"/>
                    </a:cubicBezTo>
                    <a:cubicBezTo>
                      <a:pt x="203" y="30"/>
                      <a:pt x="203" y="30"/>
                      <a:pt x="203" y="30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3" y="16"/>
                      <a:pt x="203" y="16"/>
                      <a:pt x="203" y="16"/>
                    </a:cubicBezTo>
                    <a:cubicBezTo>
                      <a:pt x="202" y="22"/>
                      <a:pt x="202" y="22"/>
                      <a:pt x="202" y="22"/>
                    </a:cubicBezTo>
                    <a:cubicBezTo>
                      <a:pt x="195" y="22"/>
                      <a:pt x="195" y="22"/>
                      <a:pt x="195" y="22"/>
                    </a:cubicBezTo>
                    <a:cubicBezTo>
                      <a:pt x="198" y="18"/>
                      <a:pt x="198" y="18"/>
                      <a:pt x="198" y="18"/>
                    </a:cubicBezTo>
                    <a:cubicBezTo>
                      <a:pt x="197" y="13"/>
                      <a:pt x="197" y="13"/>
                      <a:pt x="197" y="13"/>
                    </a:cubicBezTo>
                    <a:cubicBezTo>
                      <a:pt x="188" y="17"/>
                      <a:pt x="188" y="17"/>
                      <a:pt x="188" y="17"/>
                    </a:cubicBezTo>
                    <a:cubicBezTo>
                      <a:pt x="168" y="13"/>
                      <a:pt x="168" y="13"/>
                      <a:pt x="168" y="13"/>
                    </a:cubicBezTo>
                    <a:cubicBezTo>
                      <a:pt x="167" y="21"/>
                      <a:pt x="167" y="21"/>
                      <a:pt x="167" y="21"/>
                    </a:cubicBezTo>
                    <a:cubicBezTo>
                      <a:pt x="161" y="22"/>
                      <a:pt x="161" y="22"/>
                      <a:pt x="161" y="22"/>
                    </a:cubicBezTo>
                    <a:cubicBezTo>
                      <a:pt x="153" y="19"/>
                      <a:pt x="153" y="19"/>
                      <a:pt x="153" y="19"/>
                    </a:cubicBezTo>
                    <a:cubicBezTo>
                      <a:pt x="145" y="26"/>
                      <a:pt x="145" y="26"/>
                      <a:pt x="145" y="26"/>
                    </a:cubicBezTo>
                    <a:cubicBezTo>
                      <a:pt x="145" y="31"/>
                      <a:pt x="145" y="31"/>
                      <a:pt x="145" y="31"/>
                    </a:cubicBezTo>
                    <a:cubicBezTo>
                      <a:pt x="136" y="37"/>
                      <a:pt x="136" y="37"/>
                      <a:pt x="136" y="37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31" y="44"/>
                      <a:pt x="131" y="44"/>
                      <a:pt x="131" y="44"/>
                    </a:cubicBezTo>
                    <a:cubicBezTo>
                      <a:pt x="128" y="46"/>
                      <a:pt x="128" y="46"/>
                      <a:pt x="128" y="46"/>
                    </a:cubicBezTo>
                    <a:cubicBezTo>
                      <a:pt x="126" y="46"/>
                      <a:pt x="126" y="46"/>
                      <a:pt x="126" y="46"/>
                    </a:cubicBezTo>
                    <a:cubicBezTo>
                      <a:pt x="128" y="41"/>
                      <a:pt x="128" y="41"/>
                      <a:pt x="128" y="41"/>
                    </a:cubicBezTo>
                    <a:cubicBezTo>
                      <a:pt x="117" y="34"/>
                      <a:pt x="117" y="34"/>
                      <a:pt x="117" y="34"/>
                    </a:cubicBezTo>
                    <a:cubicBezTo>
                      <a:pt x="114" y="38"/>
                      <a:pt x="114" y="38"/>
                      <a:pt x="114" y="38"/>
                    </a:cubicBezTo>
                    <a:cubicBezTo>
                      <a:pt x="110" y="36"/>
                      <a:pt x="110" y="36"/>
                      <a:pt x="110" y="36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6" y="41"/>
                      <a:pt x="106" y="41"/>
                      <a:pt x="106" y="41"/>
                    </a:cubicBezTo>
                    <a:cubicBezTo>
                      <a:pt x="105" y="38"/>
                      <a:pt x="105" y="38"/>
                      <a:pt x="105" y="38"/>
                    </a:cubicBezTo>
                    <a:cubicBezTo>
                      <a:pt x="100" y="45"/>
                      <a:pt x="100" y="45"/>
                      <a:pt x="100" y="45"/>
                    </a:cubicBezTo>
                    <a:cubicBezTo>
                      <a:pt x="103" y="48"/>
                      <a:pt x="103" y="48"/>
                      <a:pt x="103" y="48"/>
                    </a:cubicBezTo>
                    <a:cubicBezTo>
                      <a:pt x="98" y="49"/>
                      <a:pt x="98" y="49"/>
                      <a:pt x="98" y="49"/>
                    </a:cubicBezTo>
                    <a:cubicBezTo>
                      <a:pt x="95" y="51"/>
                      <a:pt x="95" y="51"/>
                      <a:pt x="95" y="51"/>
                    </a:cubicBezTo>
                    <a:cubicBezTo>
                      <a:pt x="93" y="60"/>
                      <a:pt x="93" y="60"/>
                      <a:pt x="93" y="60"/>
                    </a:cubicBezTo>
                    <a:cubicBezTo>
                      <a:pt x="88" y="57"/>
                      <a:pt x="88" y="57"/>
                      <a:pt x="88" y="57"/>
                    </a:cubicBezTo>
                    <a:cubicBezTo>
                      <a:pt x="86" y="60"/>
                      <a:pt x="86" y="60"/>
                      <a:pt x="86" y="60"/>
                    </a:cubicBezTo>
                    <a:cubicBezTo>
                      <a:pt x="88" y="62"/>
                      <a:pt x="88" y="62"/>
                      <a:pt x="88" y="62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1" y="62"/>
                      <a:pt x="81" y="62"/>
                      <a:pt x="81" y="62"/>
                    </a:cubicBezTo>
                    <a:cubicBezTo>
                      <a:pt x="82" y="57"/>
                      <a:pt x="82" y="57"/>
                      <a:pt x="82" y="57"/>
                    </a:cubicBezTo>
                    <a:cubicBezTo>
                      <a:pt x="81" y="57"/>
                      <a:pt x="81" y="57"/>
                      <a:pt x="81" y="57"/>
                    </a:cubicBezTo>
                    <a:cubicBezTo>
                      <a:pt x="74" y="64"/>
                      <a:pt x="74" y="64"/>
                      <a:pt x="74" y="64"/>
                    </a:cubicBezTo>
                    <a:cubicBezTo>
                      <a:pt x="73" y="68"/>
                      <a:pt x="73" y="68"/>
                      <a:pt x="73" y="68"/>
                    </a:cubicBezTo>
                    <a:cubicBezTo>
                      <a:pt x="75" y="77"/>
                      <a:pt x="75" y="77"/>
                      <a:pt x="75" y="77"/>
                    </a:cubicBezTo>
                    <a:cubicBezTo>
                      <a:pt x="72" y="79"/>
                      <a:pt x="72" y="79"/>
                      <a:pt x="72" y="79"/>
                    </a:cubicBezTo>
                    <a:cubicBezTo>
                      <a:pt x="68" y="88"/>
                      <a:pt x="68" y="88"/>
                      <a:pt x="68" y="88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56" y="97"/>
                      <a:pt x="56" y="97"/>
                      <a:pt x="56" y="97"/>
                    </a:cubicBezTo>
                    <a:cubicBezTo>
                      <a:pt x="48" y="100"/>
                      <a:pt x="48" y="100"/>
                      <a:pt x="48" y="100"/>
                    </a:cubicBezTo>
                    <a:cubicBezTo>
                      <a:pt x="44" y="104"/>
                      <a:pt x="38" y="106"/>
                      <a:pt x="30" y="107"/>
                    </a:cubicBezTo>
                    <a:cubicBezTo>
                      <a:pt x="28" y="104"/>
                      <a:pt x="28" y="104"/>
                      <a:pt x="28" y="104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6" y="120"/>
                      <a:pt x="6" y="120"/>
                      <a:pt x="6" y="120"/>
                    </a:cubicBezTo>
                    <a:cubicBezTo>
                      <a:pt x="5" y="113"/>
                      <a:pt x="5" y="113"/>
                      <a:pt x="5" y="113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2" y="132"/>
                      <a:pt x="2" y="132"/>
                      <a:pt x="2" y="132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8" y="158"/>
                      <a:pt x="8" y="158"/>
                      <a:pt x="8" y="158"/>
                    </a:cubicBezTo>
                    <a:cubicBezTo>
                      <a:pt x="8" y="162"/>
                      <a:pt x="8" y="162"/>
                      <a:pt x="8" y="162"/>
                    </a:cubicBezTo>
                    <a:cubicBezTo>
                      <a:pt x="9" y="169"/>
                      <a:pt x="9" y="169"/>
                      <a:pt x="9" y="169"/>
                    </a:cubicBezTo>
                    <a:cubicBezTo>
                      <a:pt x="7" y="170"/>
                      <a:pt x="7" y="170"/>
                      <a:pt x="7" y="170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2" y="165"/>
                      <a:pt x="2" y="165"/>
                      <a:pt x="2" y="165"/>
                    </a:cubicBezTo>
                    <a:cubicBezTo>
                      <a:pt x="5" y="171"/>
                      <a:pt x="5" y="171"/>
                      <a:pt x="5" y="171"/>
                    </a:cubicBezTo>
                    <a:cubicBezTo>
                      <a:pt x="1" y="175"/>
                      <a:pt x="1" y="175"/>
                      <a:pt x="1" y="175"/>
                    </a:cubicBezTo>
                    <a:cubicBezTo>
                      <a:pt x="11" y="198"/>
                      <a:pt x="11" y="198"/>
                      <a:pt x="11" y="198"/>
                    </a:cubicBezTo>
                    <a:cubicBezTo>
                      <a:pt x="11" y="217"/>
                      <a:pt x="11" y="217"/>
                      <a:pt x="11" y="217"/>
                    </a:cubicBezTo>
                    <a:cubicBezTo>
                      <a:pt x="17" y="227"/>
                      <a:pt x="20" y="239"/>
                      <a:pt x="17" y="252"/>
                    </a:cubicBezTo>
                    <a:cubicBezTo>
                      <a:pt x="15" y="254"/>
                      <a:pt x="15" y="254"/>
                      <a:pt x="15" y="254"/>
                    </a:cubicBezTo>
                    <a:cubicBezTo>
                      <a:pt x="10" y="252"/>
                      <a:pt x="10" y="252"/>
                      <a:pt x="10" y="252"/>
                    </a:cubicBezTo>
                    <a:cubicBezTo>
                      <a:pt x="12" y="265"/>
                      <a:pt x="12" y="265"/>
                      <a:pt x="12" y="265"/>
                    </a:cubicBezTo>
                    <a:cubicBezTo>
                      <a:pt x="16" y="265"/>
                      <a:pt x="16" y="265"/>
                      <a:pt x="16" y="265"/>
                    </a:cubicBezTo>
                    <a:cubicBezTo>
                      <a:pt x="29" y="274"/>
                      <a:pt x="29" y="274"/>
                      <a:pt x="29" y="274"/>
                    </a:cubicBezTo>
                    <a:cubicBezTo>
                      <a:pt x="32" y="273"/>
                      <a:pt x="32" y="273"/>
                      <a:pt x="32" y="273"/>
                    </a:cubicBezTo>
                    <a:cubicBezTo>
                      <a:pt x="40" y="273"/>
                      <a:pt x="40" y="273"/>
                      <a:pt x="40" y="273"/>
                    </a:cubicBezTo>
                    <a:cubicBezTo>
                      <a:pt x="44" y="266"/>
                      <a:pt x="44" y="266"/>
                      <a:pt x="44" y="266"/>
                    </a:cubicBezTo>
                    <a:cubicBezTo>
                      <a:pt x="50" y="266"/>
                      <a:pt x="50" y="266"/>
                      <a:pt x="50" y="266"/>
                    </a:cubicBezTo>
                    <a:cubicBezTo>
                      <a:pt x="50" y="262"/>
                      <a:pt x="50" y="262"/>
                      <a:pt x="50" y="262"/>
                    </a:cubicBezTo>
                    <a:cubicBezTo>
                      <a:pt x="55" y="260"/>
                      <a:pt x="55" y="260"/>
                      <a:pt x="55" y="260"/>
                    </a:cubicBezTo>
                    <a:cubicBezTo>
                      <a:pt x="67" y="259"/>
                      <a:pt x="67" y="259"/>
                      <a:pt x="67" y="259"/>
                    </a:cubicBezTo>
                    <a:cubicBezTo>
                      <a:pt x="87" y="261"/>
                      <a:pt x="87" y="261"/>
                      <a:pt x="87" y="261"/>
                    </a:cubicBezTo>
                    <a:cubicBezTo>
                      <a:pt x="94" y="254"/>
                      <a:pt x="94" y="254"/>
                      <a:pt x="94" y="254"/>
                    </a:cubicBezTo>
                    <a:cubicBezTo>
                      <a:pt x="94" y="251"/>
                      <a:pt x="94" y="251"/>
                      <a:pt x="94" y="251"/>
                    </a:cubicBezTo>
                    <a:cubicBezTo>
                      <a:pt x="99" y="244"/>
                      <a:pt x="99" y="244"/>
                      <a:pt x="99" y="244"/>
                    </a:cubicBezTo>
                    <a:cubicBezTo>
                      <a:pt x="104" y="245"/>
                      <a:pt x="104" y="245"/>
                      <a:pt x="104" y="245"/>
                    </a:cubicBezTo>
                    <a:cubicBezTo>
                      <a:pt x="137" y="235"/>
                      <a:pt x="137" y="235"/>
                      <a:pt x="137" y="235"/>
                    </a:cubicBezTo>
                    <a:cubicBezTo>
                      <a:pt x="144" y="231"/>
                      <a:pt x="144" y="231"/>
                      <a:pt x="144" y="231"/>
                    </a:cubicBezTo>
                    <a:cubicBezTo>
                      <a:pt x="156" y="236"/>
                      <a:pt x="156" y="236"/>
                      <a:pt x="156" y="236"/>
                    </a:cubicBezTo>
                    <a:cubicBezTo>
                      <a:pt x="168" y="235"/>
                      <a:pt x="168" y="235"/>
                      <a:pt x="168" y="235"/>
                    </a:cubicBezTo>
                    <a:cubicBezTo>
                      <a:pt x="180" y="243"/>
                      <a:pt x="180" y="243"/>
                      <a:pt x="180" y="243"/>
                    </a:cubicBezTo>
                    <a:cubicBezTo>
                      <a:pt x="177" y="246"/>
                      <a:pt x="177" y="246"/>
                      <a:pt x="177" y="246"/>
                    </a:cubicBezTo>
                    <a:cubicBezTo>
                      <a:pt x="183" y="251"/>
                      <a:pt x="183" y="251"/>
                      <a:pt x="183" y="251"/>
                    </a:cubicBezTo>
                    <a:cubicBezTo>
                      <a:pt x="181" y="253"/>
                      <a:pt x="181" y="253"/>
                      <a:pt x="181" y="253"/>
                    </a:cubicBezTo>
                    <a:cubicBezTo>
                      <a:pt x="183" y="255"/>
                      <a:pt x="183" y="255"/>
                      <a:pt x="183" y="255"/>
                    </a:cubicBezTo>
                    <a:cubicBezTo>
                      <a:pt x="188" y="254"/>
                      <a:pt x="188" y="254"/>
                      <a:pt x="188" y="254"/>
                    </a:cubicBezTo>
                    <a:cubicBezTo>
                      <a:pt x="191" y="261"/>
                      <a:pt x="191" y="261"/>
                      <a:pt x="191" y="261"/>
                    </a:cubicBezTo>
                    <a:cubicBezTo>
                      <a:pt x="195" y="265"/>
                      <a:pt x="195" y="265"/>
                      <a:pt x="195" y="265"/>
                    </a:cubicBezTo>
                    <a:cubicBezTo>
                      <a:pt x="193" y="268"/>
                      <a:pt x="193" y="268"/>
                      <a:pt x="193" y="268"/>
                    </a:cubicBezTo>
                    <a:cubicBezTo>
                      <a:pt x="199" y="270"/>
                      <a:pt x="199" y="270"/>
                      <a:pt x="199" y="270"/>
                    </a:cubicBezTo>
                    <a:cubicBezTo>
                      <a:pt x="200" y="265"/>
                      <a:pt x="200" y="265"/>
                      <a:pt x="200" y="265"/>
                    </a:cubicBezTo>
                    <a:cubicBezTo>
                      <a:pt x="206" y="259"/>
                      <a:pt x="206" y="259"/>
                      <a:pt x="206" y="259"/>
                    </a:cubicBezTo>
                    <a:cubicBezTo>
                      <a:pt x="206" y="254"/>
                      <a:pt x="206" y="254"/>
                      <a:pt x="206" y="254"/>
                    </a:cubicBezTo>
                    <a:cubicBezTo>
                      <a:pt x="213" y="249"/>
                      <a:pt x="213" y="249"/>
                      <a:pt x="213" y="249"/>
                    </a:cubicBezTo>
                    <a:cubicBezTo>
                      <a:pt x="213" y="244"/>
                      <a:pt x="213" y="244"/>
                      <a:pt x="213" y="244"/>
                    </a:cubicBezTo>
                    <a:cubicBezTo>
                      <a:pt x="215" y="244"/>
                      <a:pt x="215" y="244"/>
                      <a:pt x="215" y="244"/>
                    </a:cubicBezTo>
                    <a:cubicBezTo>
                      <a:pt x="215" y="253"/>
                      <a:pt x="215" y="253"/>
                      <a:pt x="215" y="253"/>
                    </a:cubicBezTo>
                    <a:cubicBezTo>
                      <a:pt x="210" y="259"/>
                      <a:pt x="210" y="259"/>
                      <a:pt x="210" y="259"/>
                    </a:cubicBezTo>
                    <a:cubicBezTo>
                      <a:pt x="208" y="270"/>
                      <a:pt x="208" y="270"/>
                      <a:pt x="208" y="270"/>
                    </a:cubicBezTo>
                    <a:cubicBezTo>
                      <a:pt x="203" y="271"/>
                      <a:pt x="203" y="271"/>
                      <a:pt x="203" y="271"/>
                    </a:cubicBezTo>
                    <a:cubicBezTo>
                      <a:pt x="205" y="276"/>
                      <a:pt x="205" y="276"/>
                      <a:pt x="205" y="276"/>
                    </a:cubicBezTo>
                    <a:cubicBezTo>
                      <a:pt x="213" y="274"/>
                      <a:pt x="213" y="274"/>
                      <a:pt x="213" y="274"/>
                    </a:cubicBezTo>
                    <a:cubicBezTo>
                      <a:pt x="214" y="265"/>
                      <a:pt x="214" y="265"/>
                      <a:pt x="214" y="265"/>
                    </a:cubicBezTo>
                    <a:cubicBezTo>
                      <a:pt x="217" y="264"/>
                      <a:pt x="217" y="264"/>
                      <a:pt x="217" y="264"/>
                    </a:cubicBezTo>
                    <a:cubicBezTo>
                      <a:pt x="221" y="269"/>
                      <a:pt x="221" y="269"/>
                      <a:pt x="221" y="269"/>
                    </a:cubicBezTo>
                    <a:cubicBezTo>
                      <a:pt x="220" y="274"/>
                      <a:pt x="220" y="274"/>
                      <a:pt x="220" y="274"/>
                    </a:cubicBezTo>
                    <a:cubicBezTo>
                      <a:pt x="217" y="277"/>
                      <a:pt x="217" y="277"/>
                      <a:pt x="217" y="277"/>
                    </a:cubicBezTo>
                    <a:cubicBezTo>
                      <a:pt x="219" y="280"/>
                      <a:pt x="219" y="280"/>
                      <a:pt x="219" y="280"/>
                    </a:cubicBezTo>
                    <a:cubicBezTo>
                      <a:pt x="226" y="274"/>
                      <a:pt x="226" y="274"/>
                      <a:pt x="226" y="274"/>
                    </a:cubicBezTo>
                    <a:cubicBezTo>
                      <a:pt x="229" y="278"/>
                      <a:pt x="229" y="278"/>
                      <a:pt x="229" y="278"/>
                    </a:cubicBezTo>
                    <a:cubicBezTo>
                      <a:pt x="224" y="281"/>
                      <a:pt x="224" y="281"/>
                      <a:pt x="224" y="281"/>
                    </a:cubicBezTo>
                    <a:cubicBezTo>
                      <a:pt x="230" y="291"/>
                      <a:pt x="230" y="291"/>
                      <a:pt x="230" y="291"/>
                    </a:cubicBezTo>
                    <a:cubicBezTo>
                      <a:pt x="232" y="300"/>
                      <a:pt x="232" y="300"/>
                      <a:pt x="232" y="300"/>
                    </a:cubicBezTo>
                    <a:cubicBezTo>
                      <a:pt x="236" y="302"/>
                      <a:pt x="236" y="302"/>
                      <a:pt x="236" y="302"/>
                    </a:cubicBezTo>
                    <a:cubicBezTo>
                      <a:pt x="243" y="303"/>
                      <a:pt x="243" y="303"/>
                      <a:pt x="243" y="303"/>
                    </a:cubicBezTo>
                    <a:cubicBezTo>
                      <a:pt x="249" y="310"/>
                      <a:pt x="249" y="310"/>
                      <a:pt x="249" y="310"/>
                    </a:cubicBezTo>
                    <a:cubicBezTo>
                      <a:pt x="252" y="308"/>
                      <a:pt x="252" y="308"/>
                      <a:pt x="252" y="308"/>
                    </a:cubicBezTo>
                    <a:cubicBezTo>
                      <a:pt x="258" y="311"/>
                      <a:pt x="258" y="311"/>
                      <a:pt x="258" y="311"/>
                    </a:cubicBezTo>
                    <a:cubicBezTo>
                      <a:pt x="263" y="311"/>
                      <a:pt x="263" y="311"/>
                      <a:pt x="263" y="311"/>
                    </a:cubicBezTo>
                    <a:cubicBezTo>
                      <a:pt x="264" y="314"/>
                      <a:pt x="264" y="314"/>
                      <a:pt x="264" y="314"/>
                    </a:cubicBezTo>
                    <a:cubicBezTo>
                      <a:pt x="270" y="315"/>
                      <a:pt x="270" y="315"/>
                      <a:pt x="270" y="315"/>
                    </a:cubicBezTo>
                    <a:cubicBezTo>
                      <a:pt x="275" y="311"/>
                      <a:pt x="275" y="311"/>
                      <a:pt x="275" y="311"/>
                    </a:cubicBezTo>
                    <a:cubicBezTo>
                      <a:pt x="274" y="307"/>
                      <a:pt x="274" y="307"/>
                      <a:pt x="274" y="307"/>
                    </a:cubicBezTo>
                    <a:cubicBezTo>
                      <a:pt x="277" y="308"/>
                      <a:pt x="277" y="308"/>
                      <a:pt x="277" y="308"/>
                    </a:cubicBezTo>
                    <a:cubicBezTo>
                      <a:pt x="279" y="304"/>
                      <a:pt x="279" y="304"/>
                      <a:pt x="279" y="304"/>
                    </a:cubicBezTo>
                    <a:cubicBezTo>
                      <a:pt x="283" y="306"/>
                      <a:pt x="283" y="306"/>
                      <a:pt x="283" y="306"/>
                    </a:cubicBezTo>
                    <a:cubicBezTo>
                      <a:pt x="280" y="311"/>
                      <a:pt x="280" y="311"/>
                      <a:pt x="280" y="311"/>
                    </a:cubicBezTo>
                    <a:cubicBezTo>
                      <a:pt x="287" y="313"/>
                      <a:pt x="287" y="313"/>
                      <a:pt x="287" y="313"/>
                    </a:cubicBezTo>
                    <a:cubicBezTo>
                      <a:pt x="289" y="315"/>
                      <a:pt x="289" y="315"/>
                      <a:pt x="289" y="315"/>
                    </a:cubicBezTo>
                    <a:cubicBezTo>
                      <a:pt x="291" y="315"/>
                      <a:pt x="291" y="315"/>
                      <a:pt x="291" y="315"/>
                    </a:cubicBezTo>
                    <a:cubicBezTo>
                      <a:pt x="291" y="313"/>
                      <a:pt x="291" y="313"/>
                      <a:pt x="291" y="313"/>
                    </a:cubicBezTo>
                    <a:cubicBezTo>
                      <a:pt x="307" y="296"/>
                      <a:pt x="307" y="296"/>
                      <a:pt x="307" y="296"/>
                    </a:cubicBezTo>
                    <a:cubicBezTo>
                      <a:pt x="319" y="291"/>
                      <a:pt x="319" y="291"/>
                      <a:pt x="319" y="291"/>
                    </a:cubicBezTo>
                    <a:cubicBezTo>
                      <a:pt x="325" y="277"/>
                      <a:pt x="325" y="277"/>
                      <a:pt x="325" y="277"/>
                    </a:cubicBezTo>
                    <a:cubicBezTo>
                      <a:pt x="328" y="277"/>
                      <a:pt x="328" y="277"/>
                      <a:pt x="328" y="277"/>
                    </a:cubicBezTo>
                    <a:cubicBezTo>
                      <a:pt x="326" y="272"/>
                      <a:pt x="326" y="272"/>
                      <a:pt x="326" y="272"/>
                    </a:cubicBezTo>
                    <a:cubicBezTo>
                      <a:pt x="327" y="251"/>
                      <a:pt x="333" y="238"/>
                      <a:pt x="341" y="236"/>
                    </a:cubicBezTo>
                    <a:cubicBezTo>
                      <a:pt x="346" y="207"/>
                      <a:pt x="346" y="207"/>
                      <a:pt x="346" y="207"/>
                    </a:cubicBezTo>
                    <a:cubicBezTo>
                      <a:pt x="350" y="197"/>
                      <a:pt x="350" y="197"/>
                      <a:pt x="350" y="197"/>
                    </a:cubicBezTo>
                    <a:cubicBezTo>
                      <a:pt x="352" y="187"/>
                      <a:pt x="352" y="187"/>
                      <a:pt x="352" y="187"/>
                    </a:cubicBezTo>
                    <a:lnTo>
                      <a:pt x="348" y="17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07" name="Google Shape;545;p50">
                <a:extLst>
                  <a:ext uri="{FF2B5EF4-FFF2-40B4-BE49-F238E27FC236}">
                    <a16:creationId xmlns:a16="http://schemas.microsoft.com/office/drawing/2014/main" id="{8E9EE410-62F4-4680-8A09-9473013C9E14}"/>
                  </a:ext>
                </a:extLst>
              </p:cNvPr>
              <p:cNvSpPr/>
              <p:nvPr/>
            </p:nvSpPr>
            <p:spPr>
              <a:xfrm>
                <a:off x="7604125" y="5291138"/>
                <a:ext cx="93662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35" h="34" extrusionOk="0">
                    <a:moveTo>
                      <a:pt x="29" y="3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1" y="3"/>
                      <a:pt x="5" y="1"/>
                      <a:pt x="0" y="0"/>
                    </a:cubicBezTo>
                    <a:cubicBezTo>
                      <a:pt x="2" y="4"/>
                      <a:pt x="5" y="9"/>
                      <a:pt x="6" y="15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3"/>
                      <a:pt x="22" y="32"/>
                      <a:pt x="23" y="32"/>
                    </a:cubicBezTo>
                    <a:cubicBezTo>
                      <a:pt x="23" y="30"/>
                      <a:pt x="24" y="29"/>
                      <a:pt x="24" y="28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29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40" name="Google Shape;546;p50">
              <a:extLst>
                <a:ext uri="{FF2B5EF4-FFF2-40B4-BE49-F238E27FC236}">
                  <a16:creationId xmlns:a16="http://schemas.microsoft.com/office/drawing/2014/main" id="{0BFF6DEA-64B3-45E7-8E73-2BC84B847004}"/>
                </a:ext>
              </a:extLst>
            </p:cNvPr>
            <p:cNvSpPr/>
            <p:nvPr/>
          </p:nvSpPr>
          <p:spPr>
            <a:xfrm>
              <a:off x="4684714" y="2474914"/>
              <a:ext cx="419100" cy="269875"/>
            </a:xfrm>
            <a:custGeom>
              <a:avLst/>
              <a:gdLst/>
              <a:ahLst/>
              <a:cxnLst/>
              <a:rect l="l" t="t" r="r" b="b"/>
              <a:pathLst>
                <a:path w="156" h="101" extrusionOk="0">
                  <a:moveTo>
                    <a:pt x="12" y="3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0" y="62"/>
                    <a:pt x="70" y="62"/>
                    <a:pt x="70" y="62"/>
                  </a:cubicBezTo>
                  <a:cubicBezTo>
                    <a:pt x="66" y="71"/>
                    <a:pt x="66" y="71"/>
                    <a:pt x="66" y="71"/>
                  </a:cubicBezTo>
                  <a:cubicBezTo>
                    <a:pt x="65" y="73"/>
                    <a:pt x="65" y="73"/>
                    <a:pt x="65" y="73"/>
                  </a:cubicBezTo>
                  <a:cubicBezTo>
                    <a:pt x="72" y="82"/>
                    <a:pt x="72" y="82"/>
                    <a:pt x="72" y="82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73" y="83"/>
                    <a:pt x="73" y="84"/>
                    <a:pt x="74" y="84"/>
                  </a:cubicBezTo>
                  <a:cubicBezTo>
                    <a:pt x="74" y="83"/>
                    <a:pt x="74" y="83"/>
                    <a:pt x="74" y="83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91" y="73"/>
                    <a:pt x="91" y="73"/>
                    <a:pt x="91" y="73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95" y="81"/>
                    <a:pt x="95" y="81"/>
                    <a:pt x="95" y="81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0" y="87"/>
                    <a:pt x="90" y="87"/>
                    <a:pt x="90" y="87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100"/>
                    <a:pt x="102" y="100"/>
                    <a:pt x="102" y="10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14" y="95"/>
                    <a:pt x="114" y="95"/>
                    <a:pt x="114" y="95"/>
                  </a:cubicBezTo>
                  <a:cubicBezTo>
                    <a:pt x="125" y="92"/>
                    <a:pt x="125" y="92"/>
                    <a:pt x="125" y="92"/>
                  </a:cubicBezTo>
                  <a:cubicBezTo>
                    <a:pt x="125" y="87"/>
                    <a:pt x="125" y="87"/>
                    <a:pt x="125" y="87"/>
                  </a:cubicBezTo>
                  <a:cubicBezTo>
                    <a:pt x="119" y="87"/>
                    <a:pt x="119" y="87"/>
                    <a:pt x="119" y="87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111" y="80"/>
                    <a:pt x="111" y="80"/>
                    <a:pt x="111" y="80"/>
                  </a:cubicBezTo>
                  <a:cubicBezTo>
                    <a:pt x="107" y="79"/>
                    <a:pt x="107" y="79"/>
                    <a:pt x="107" y="79"/>
                  </a:cubicBezTo>
                  <a:cubicBezTo>
                    <a:pt x="106" y="76"/>
                    <a:pt x="106" y="76"/>
                    <a:pt x="106" y="76"/>
                  </a:cubicBezTo>
                  <a:cubicBezTo>
                    <a:pt x="111" y="77"/>
                    <a:pt x="119" y="76"/>
                    <a:pt x="129" y="71"/>
                  </a:cubicBezTo>
                  <a:cubicBezTo>
                    <a:pt x="147" y="62"/>
                    <a:pt x="147" y="62"/>
                    <a:pt x="147" y="62"/>
                  </a:cubicBezTo>
                  <a:cubicBezTo>
                    <a:pt x="156" y="40"/>
                    <a:pt x="156" y="40"/>
                    <a:pt x="156" y="40"/>
                  </a:cubicBezTo>
                  <a:cubicBezTo>
                    <a:pt x="143" y="29"/>
                    <a:pt x="143" y="29"/>
                    <a:pt x="143" y="29"/>
                  </a:cubicBezTo>
                  <a:cubicBezTo>
                    <a:pt x="135" y="31"/>
                    <a:pt x="135" y="31"/>
                    <a:pt x="135" y="31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98" y="15"/>
                    <a:pt x="98" y="15"/>
                    <a:pt x="98" y="15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41" y="10"/>
                    <a:pt x="41" y="10"/>
                    <a:pt x="41" y="10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41" name="Google Shape;547;p50">
              <a:extLst>
                <a:ext uri="{FF2B5EF4-FFF2-40B4-BE49-F238E27FC236}">
                  <a16:creationId xmlns:a16="http://schemas.microsoft.com/office/drawing/2014/main" id="{DD63067C-E73D-4A5D-AB66-EF89BAA2D0E1}"/>
                </a:ext>
              </a:extLst>
            </p:cNvPr>
            <p:cNvSpPr/>
            <p:nvPr/>
          </p:nvSpPr>
          <p:spPr>
            <a:xfrm>
              <a:off x="4318000" y="2624139"/>
              <a:ext cx="82550" cy="57149"/>
            </a:xfrm>
            <a:custGeom>
              <a:avLst/>
              <a:gdLst/>
              <a:ahLst/>
              <a:cxnLst/>
              <a:rect l="l" t="t" r="r" b="b"/>
              <a:pathLst>
                <a:path w="52" h="36" extrusionOk="0">
                  <a:moveTo>
                    <a:pt x="11" y="2"/>
                  </a:moveTo>
                  <a:lnTo>
                    <a:pt x="0" y="16"/>
                  </a:lnTo>
                  <a:lnTo>
                    <a:pt x="6" y="21"/>
                  </a:lnTo>
                  <a:lnTo>
                    <a:pt x="6" y="36"/>
                  </a:lnTo>
                  <a:lnTo>
                    <a:pt x="42" y="32"/>
                  </a:lnTo>
                  <a:lnTo>
                    <a:pt x="52" y="19"/>
                  </a:lnTo>
                  <a:lnTo>
                    <a:pt x="49" y="10"/>
                  </a:lnTo>
                  <a:lnTo>
                    <a:pt x="47" y="0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42" name="Google Shape;548;p50">
              <a:extLst>
                <a:ext uri="{FF2B5EF4-FFF2-40B4-BE49-F238E27FC236}">
                  <a16:creationId xmlns:a16="http://schemas.microsoft.com/office/drawing/2014/main" id="{DCCA9C8F-5EA8-4784-ABBE-6508E510FCC9}"/>
                </a:ext>
              </a:extLst>
            </p:cNvPr>
            <p:cNvGrpSpPr/>
            <p:nvPr/>
          </p:nvGrpSpPr>
          <p:grpSpPr>
            <a:xfrm>
              <a:off x="4427538" y="1792289"/>
              <a:ext cx="306386" cy="571500"/>
              <a:chOff x="4427537" y="1792288"/>
              <a:chExt cx="306387" cy="571500"/>
            </a:xfrm>
            <a:grpFill/>
          </p:grpSpPr>
          <p:sp>
            <p:nvSpPr>
              <p:cNvPr id="300" name="Google Shape;549;p50">
                <a:extLst>
                  <a:ext uri="{FF2B5EF4-FFF2-40B4-BE49-F238E27FC236}">
                    <a16:creationId xmlns:a16="http://schemas.microsoft.com/office/drawing/2014/main" id="{57631088-FFC4-48D6-B2D2-78242376D82D}"/>
                  </a:ext>
                </a:extLst>
              </p:cNvPr>
              <p:cNvSpPr/>
              <p:nvPr/>
            </p:nvSpPr>
            <p:spPr>
              <a:xfrm>
                <a:off x="4594225" y="2247900"/>
                <a:ext cx="3651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3" h="34" extrusionOk="0">
                    <a:moveTo>
                      <a:pt x="23" y="9"/>
                    </a:moveTo>
                    <a:lnTo>
                      <a:pt x="18" y="14"/>
                    </a:lnTo>
                    <a:lnTo>
                      <a:pt x="13" y="26"/>
                    </a:lnTo>
                    <a:lnTo>
                      <a:pt x="0" y="34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23" y="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01" name="Google Shape;550;p50">
                <a:extLst>
                  <a:ext uri="{FF2B5EF4-FFF2-40B4-BE49-F238E27FC236}">
                    <a16:creationId xmlns:a16="http://schemas.microsoft.com/office/drawing/2014/main" id="{74B14BDD-4683-4A03-8F16-D75E1911DAD2}"/>
                  </a:ext>
                </a:extLst>
              </p:cNvPr>
              <p:cNvSpPr/>
              <p:nvPr/>
            </p:nvSpPr>
            <p:spPr>
              <a:xfrm>
                <a:off x="4427537" y="1792288"/>
                <a:ext cx="306387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13" extrusionOk="0">
                    <a:moveTo>
                      <a:pt x="96" y="2"/>
                    </a:moveTo>
                    <a:cubicBezTo>
                      <a:pt x="85" y="0"/>
                      <a:pt x="85" y="0"/>
                      <a:pt x="85" y="0"/>
                    </a:cubicBezTo>
                    <a:cubicBezTo>
                      <a:pt x="84" y="9"/>
                      <a:pt x="84" y="9"/>
                      <a:pt x="84" y="9"/>
                    </a:cubicBezTo>
                    <a:cubicBezTo>
                      <a:pt x="71" y="11"/>
                      <a:pt x="71" y="11"/>
                      <a:pt x="71" y="11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57" y="23"/>
                      <a:pt x="57" y="23"/>
                      <a:pt x="57" y="23"/>
                    </a:cubicBezTo>
                    <a:cubicBezTo>
                      <a:pt x="51" y="31"/>
                      <a:pt x="45" y="38"/>
                      <a:pt x="38" y="45"/>
                    </a:cubicBezTo>
                    <a:cubicBezTo>
                      <a:pt x="35" y="48"/>
                      <a:pt x="33" y="50"/>
                      <a:pt x="30" y="52"/>
                    </a:cubicBezTo>
                    <a:cubicBezTo>
                      <a:pt x="36" y="57"/>
                      <a:pt x="36" y="57"/>
                      <a:pt x="36" y="57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4" y="120"/>
                      <a:pt x="14" y="120"/>
                      <a:pt x="14" y="120"/>
                    </a:cubicBezTo>
                    <a:cubicBezTo>
                      <a:pt x="10" y="125"/>
                      <a:pt x="10" y="125"/>
                      <a:pt x="10" y="125"/>
                    </a:cubicBezTo>
                    <a:cubicBezTo>
                      <a:pt x="12" y="137"/>
                      <a:pt x="12" y="137"/>
                      <a:pt x="12" y="137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1" y="158"/>
                      <a:pt x="1" y="159"/>
                      <a:pt x="2" y="160"/>
                    </a:cubicBezTo>
                    <a:cubicBezTo>
                      <a:pt x="2" y="170"/>
                      <a:pt x="2" y="170"/>
                      <a:pt x="2" y="170"/>
                    </a:cubicBezTo>
                    <a:cubicBezTo>
                      <a:pt x="6" y="174"/>
                      <a:pt x="6" y="174"/>
                      <a:pt x="6" y="174"/>
                    </a:cubicBezTo>
                    <a:cubicBezTo>
                      <a:pt x="7" y="186"/>
                      <a:pt x="7" y="186"/>
                      <a:pt x="7" y="186"/>
                    </a:cubicBezTo>
                    <a:cubicBezTo>
                      <a:pt x="15" y="196"/>
                      <a:pt x="15" y="196"/>
                      <a:pt x="15" y="196"/>
                    </a:cubicBezTo>
                    <a:cubicBezTo>
                      <a:pt x="13" y="201"/>
                      <a:pt x="13" y="201"/>
                      <a:pt x="13" y="201"/>
                    </a:cubicBezTo>
                    <a:cubicBezTo>
                      <a:pt x="16" y="213"/>
                      <a:pt x="16" y="213"/>
                      <a:pt x="16" y="213"/>
                    </a:cubicBezTo>
                    <a:cubicBezTo>
                      <a:pt x="27" y="213"/>
                      <a:pt x="27" y="213"/>
                      <a:pt x="27" y="213"/>
                    </a:cubicBezTo>
                    <a:cubicBezTo>
                      <a:pt x="27" y="207"/>
                      <a:pt x="27" y="207"/>
                      <a:pt x="27" y="207"/>
                    </a:cubicBezTo>
                    <a:cubicBezTo>
                      <a:pt x="33" y="202"/>
                      <a:pt x="33" y="202"/>
                      <a:pt x="33" y="202"/>
                    </a:cubicBezTo>
                    <a:cubicBezTo>
                      <a:pt x="42" y="203"/>
                      <a:pt x="42" y="203"/>
                      <a:pt x="42" y="203"/>
                    </a:cubicBezTo>
                    <a:cubicBezTo>
                      <a:pt x="55" y="164"/>
                      <a:pt x="55" y="164"/>
                      <a:pt x="55" y="164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6" y="160"/>
                      <a:pt x="66" y="160"/>
                      <a:pt x="66" y="160"/>
                    </a:cubicBezTo>
                    <a:cubicBezTo>
                      <a:pt x="63" y="154"/>
                      <a:pt x="63" y="154"/>
                      <a:pt x="63" y="154"/>
                    </a:cubicBezTo>
                    <a:cubicBezTo>
                      <a:pt x="70" y="151"/>
                      <a:pt x="70" y="151"/>
                      <a:pt x="70" y="151"/>
                    </a:cubicBezTo>
                    <a:cubicBezTo>
                      <a:pt x="71" y="146"/>
                      <a:pt x="71" y="146"/>
                      <a:pt x="71" y="146"/>
                    </a:cubicBezTo>
                    <a:cubicBezTo>
                      <a:pt x="62" y="134"/>
                      <a:pt x="62" y="134"/>
                      <a:pt x="62" y="134"/>
                    </a:cubicBezTo>
                    <a:cubicBezTo>
                      <a:pt x="57" y="131"/>
                      <a:pt x="57" y="131"/>
                      <a:pt x="57" y="131"/>
                    </a:cubicBezTo>
                    <a:cubicBezTo>
                      <a:pt x="61" y="122"/>
                      <a:pt x="66" y="112"/>
                      <a:pt x="72" y="103"/>
                    </a:cubicBezTo>
                    <a:cubicBezTo>
                      <a:pt x="77" y="95"/>
                      <a:pt x="84" y="88"/>
                      <a:pt x="91" y="81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93" y="66"/>
                      <a:pt x="97" y="59"/>
                      <a:pt x="100" y="53"/>
                    </a:cubicBezTo>
                    <a:cubicBezTo>
                      <a:pt x="111" y="53"/>
                      <a:pt x="111" y="53"/>
                      <a:pt x="111" y="53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08" y="12"/>
                      <a:pt x="108" y="12"/>
                      <a:pt x="108" y="12"/>
                    </a:cubicBezTo>
                    <a:lnTo>
                      <a:pt x="96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43" name="Google Shape;551;p50">
              <a:extLst>
                <a:ext uri="{FF2B5EF4-FFF2-40B4-BE49-F238E27FC236}">
                  <a16:creationId xmlns:a16="http://schemas.microsoft.com/office/drawing/2014/main" id="{6581F7DD-D617-4A72-A41D-09E1B348D756}"/>
                </a:ext>
              </a:extLst>
            </p:cNvPr>
            <p:cNvSpPr/>
            <p:nvPr/>
          </p:nvSpPr>
          <p:spPr>
            <a:xfrm>
              <a:off x="4481513" y="2649539"/>
              <a:ext cx="79375" cy="47625"/>
            </a:xfrm>
            <a:custGeom>
              <a:avLst/>
              <a:gdLst/>
              <a:ahLst/>
              <a:cxnLst/>
              <a:rect l="l" t="t" r="r" b="b"/>
              <a:pathLst>
                <a:path w="50" h="30" extrusionOk="0">
                  <a:moveTo>
                    <a:pt x="5" y="5"/>
                  </a:moveTo>
                  <a:lnTo>
                    <a:pt x="0" y="30"/>
                  </a:lnTo>
                  <a:lnTo>
                    <a:pt x="20" y="21"/>
                  </a:lnTo>
                  <a:lnTo>
                    <a:pt x="37" y="27"/>
                  </a:lnTo>
                  <a:lnTo>
                    <a:pt x="50" y="16"/>
                  </a:lnTo>
                  <a:lnTo>
                    <a:pt x="37" y="0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44" name="Google Shape;552;p50">
              <a:extLst>
                <a:ext uri="{FF2B5EF4-FFF2-40B4-BE49-F238E27FC236}">
                  <a16:creationId xmlns:a16="http://schemas.microsoft.com/office/drawing/2014/main" id="{D430E50C-EBCF-4741-9EB3-A16588CBBA69}"/>
                </a:ext>
              </a:extLst>
            </p:cNvPr>
            <p:cNvSpPr/>
            <p:nvPr/>
          </p:nvSpPr>
          <p:spPr>
            <a:xfrm>
              <a:off x="4560887" y="2565401"/>
              <a:ext cx="134937" cy="58738"/>
            </a:xfrm>
            <a:custGeom>
              <a:avLst/>
              <a:gdLst/>
              <a:ahLst/>
              <a:cxnLst/>
              <a:rect l="l" t="t" r="r" b="b"/>
              <a:pathLst>
                <a:path w="50" h="22" extrusionOk="0">
                  <a:moveTo>
                    <a:pt x="32" y="14"/>
                  </a:moveTo>
                  <a:cubicBezTo>
                    <a:pt x="46" y="15"/>
                    <a:pt x="46" y="15"/>
                    <a:pt x="46" y="1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38" y="3"/>
                    <a:pt x="26" y="2"/>
                    <a:pt x="15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32" y="14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45" name="Google Shape;553;p50">
              <a:extLst>
                <a:ext uri="{FF2B5EF4-FFF2-40B4-BE49-F238E27FC236}">
                  <a16:creationId xmlns:a16="http://schemas.microsoft.com/office/drawing/2014/main" id="{3F21B7B3-A637-4689-B0C6-B66E3448BC15}"/>
                </a:ext>
              </a:extLst>
            </p:cNvPr>
            <p:cNvSpPr/>
            <p:nvPr/>
          </p:nvSpPr>
          <p:spPr>
            <a:xfrm>
              <a:off x="7526338" y="2414588"/>
              <a:ext cx="69850" cy="293689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9" y="0"/>
                  </a:moveTo>
                  <a:cubicBezTo>
                    <a:pt x="12" y="1"/>
                    <a:pt x="12" y="1"/>
                    <a:pt x="12" y="1"/>
                  </a:cubicBezTo>
                  <a:cubicBezTo>
                    <a:pt x="13" y="4"/>
                    <a:pt x="14" y="8"/>
                    <a:pt x="14" y="11"/>
                  </a:cubicBezTo>
                  <a:cubicBezTo>
                    <a:pt x="15" y="22"/>
                    <a:pt x="17" y="34"/>
                    <a:pt x="19" y="45"/>
                  </a:cubicBezTo>
                  <a:cubicBezTo>
                    <a:pt x="20" y="53"/>
                    <a:pt x="23" y="62"/>
                    <a:pt x="26" y="71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21" y="67"/>
                    <a:pt x="18" y="62"/>
                    <a:pt x="14" y="5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11" y="85"/>
                    <a:pt x="12" y="89"/>
                    <a:pt x="13" y="93"/>
                  </a:cubicBezTo>
                  <a:cubicBezTo>
                    <a:pt x="14" y="98"/>
                    <a:pt x="14" y="103"/>
                    <a:pt x="14" y="109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0" y="97"/>
                    <a:pt x="10" y="97"/>
                    <a:pt x="10" y="97"/>
                  </a:cubicBezTo>
                  <a:cubicBezTo>
                    <a:pt x="8" y="99"/>
                    <a:pt x="8" y="101"/>
                    <a:pt x="6" y="103"/>
                  </a:cubicBezTo>
                  <a:cubicBezTo>
                    <a:pt x="5" y="104"/>
                    <a:pt x="3" y="106"/>
                    <a:pt x="2" y="10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3" y="96"/>
                    <a:pt x="3" y="96"/>
                    <a:pt x="3" y="96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2" y="64"/>
                    <a:pt x="3" y="58"/>
                    <a:pt x="3" y="53"/>
                  </a:cubicBezTo>
                  <a:cubicBezTo>
                    <a:pt x="3" y="44"/>
                    <a:pt x="3" y="35"/>
                    <a:pt x="2" y="26"/>
                  </a:cubicBezTo>
                  <a:cubicBezTo>
                    <a:pt x="2" y="20"/>
                    <a:pt x="2" y="13"/>
                    <a:pt x="2" y="6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46" name="Google Shape;554;p50">
              <a:extLst>
                <a:ext uri="{FF2B5EF4-FFF2-40B4-BE49-F238E27FC236}">
                  <a16:creationId xmlns:a16="http://schemas.microsoft.com/office/drawing/2014/main" id="{0D6C71BA-E980-46A6-A272-98C0FF9CE434}"/>
                </a:ext>
              </a:extLst>
            </p:cNvPr>
            <p:cNvSpPr/>
            <p:nvPr/>
          </p:nvSpPr>
          <p:spPr>
            <a:xfrm>
              <a:off x="4637089" y="2366964"/>
              <a:ext cx="53976" cy="31750"/>
            </a:xfrm>
            <a:custGeom>
              <a:avLst/>
              <a:gdLst/>
              <a:ahLst/>
              <a:cxnLst/>
              <a:rect l="l" t="t" r="r" b="b"/>
              <a:pathLst>
                <a:path w="20" h="12" extrusionOk="0">
                  <a:moveTo>
                    <a:pt x="19" y="12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7" y="3"/>
                    <a:pt x="7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1"/>
                    <a:pt x="4" y="11"/>
                    <a:pt x="4" y="11"/>
                  </a:cubicBezTo>
                  <a:lnTo>
                    <a:pt x="19" y="12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47" name="Google Shape;555;p50">
              <a:extLst>
                <a:ext uri="{FF2B5EF4-FFF2-40B4-BE49-F238E27FC236}">
                  <a16:creationId xmlns:a16="http://schemas.microsoft.com/office/drawing/2014/main" id="{A5757CBB-A72A-47FC-9FA2-2FC5041455CD}"/>
                </a:ext>
              </a:extLst>
            </p:cNvPr>
            <p:cNvGrpSpPr/>
            <p:nvPr/>
          </p:nvGrpSpPr>
          <p:grpSpPr>
            <a:xfrm>
              <a:off x="4819651" y="1346200"/>
              <a:ext cx="3910013" cy="1503364"/>
              <a:chOff x="4819650" y="1346200"/>
              <a:chExt cx="3910012" cy="1503364"/>
            </a:xfrm>
            <a:grpFill/>
          </p:grpSpPr>
          <p:sp>
            <p:nvSpPr>
              <p:cNvPr id="284" name="Google Shape;556;p50">
                <a:extLst>
                  <a:ext uri="{FF2B5EF4-FFF2-40B4-BE49-F238E27FC236}">
                    <a16:creationId xmlns:a16="http://schemas.microsoft.com/office/drawing/2014/main" id="{CB68CBD9-6872-4A8E-A013-E3FB19B9842D}"/>
                  </a:ext>
                </a:extLst>
              </p:cNvPr>
              <p:cNvSpPr/>
              <p:nvPr/>
            </p:nvSpPr>
            <p:spPr>
              <a:xfrm>
                <a:off x="7526337" y="2414588"/>
                <a:ext cx="69850" cy="293688"/>
              </a:xfrm>
              <a:custGeom>
                <a:avLst/>
                <a:gdLst/>
                <a:ahLst/>
                <a:cxnLst/>
                <a:rect l="l" t="t" r="r" b="b"/>
                <a:pathLst>
                  <a:path w="26" h="109" extrusionOk="0">
                    <a:moveTo>
                      <a:pt x="9" y="0"/>
                    </a:moveTo>
                    <a:cubicBezTo>
                      <a:pt x="12" y="1"/>
                      <a:pt x="12" y="1"/>
                      <a:pt x="12" y="1"/>
                    </a:cubicBezTo>
                    <a:cubicBezTo>
                      <a:pt x="13" y="4"/>
                      <a:pt x="14" y="8"/>
                      <a:pt x="14" y="11"/>
                    </a:cubicBezTo>
                    <a:cubicBezTo>
                      <a:pt x="15" y="22"/>
                      <a:pt x="17" y="34"/>
                      <a:pt x="19" y="45"/>
                    </a:cubicBezTo>
                    <a:cubicBezTo>
                      <a:pt x="20" y="53"/>
                      <a:pt x="23" y="62"/>
                      <a:pt x="26" y="71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1" y="67"/>
                      <a:pt x="18" y="62"/>
                      <a:pt x="14" y="58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11" y="85"/>
                      <a:pt x="12" y="89"/>
                      <a:pt x="13" y="93"/>
                    </a:cubicBezTo>
                    <a:cubicBezTo>
                      <a:pt x="14" y="98"/>
                      <a:pt x="14" y="103"/>
                      <a:pt x="14" y="109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10" y="97"/>
                      <a:pt x="10" y="97"/>
                      <a:pt x="10" y="97"/>
                    </a:cubicBezTo>
                    <a:cubicBezTo>
                      <a:pt x="8" y="99"/>
                      <a:pt x="8" y="101"/>
                      <a:pt x="6" y="103"/>
                    </a:cubicBezTo>
                    <a:cubicBezTo>
                      <a:pt x="5" y="104"/>
                      <a:pt x="3" y="106"/>
                      <a:pt x="2" y="107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3" y="96"/>
                      <a:pt x="3" y="96"/>
                      <a:pt x="3" y="96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5" y="79"/>
                      <a:pt x="5" y="79"/>
                      <a:pt x="5" y="79"/>
                    </a:cubicBezTo>
                    <a:cubicBezTo>
                      <a:pt x="1" y="69"/>
                      <a:pt x="1" y="69"/>
                      <a:pt x="1" y="69"/>
                    </a:cubicBezTo>
                    <a:cubicBezTo>
                      <a:pt x="2" y="64"/>
                      <a:pt x="3" y="58"/>
                      <a:pt x="3" y="53"/>
                    </a:cubicBezTo>
                    <a:cubicBezTo>
                      <a:pt x="3" y="44"/>
                      <a:pt x="3" y="35"/>
                      <a:pt x="2" y="26"/>
                    </a:cubicBezTo>
                    <a:cubicBezTo>
                      <a:pt x="2" y="20"/>
                      <a:pt x="2" y="13"/>
                      <a:pt x="2" y="6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85" name="Google Shape;557;p50">
                <a:extLst>
                  <a:ext uri="{FF2B5EF4-FFF2-40B4-BE49-F238E27FC236}">
                    <a16:creationId xmlns:a16="http://schemas.microsoft.com/office/drawing/2014/main" id="{4A46B756-04DB-40E8-A615-1DA5C06E8FA7}"/>
                  </a:ext>
                </a:extLst>
              </p:cNvPr>
              <p:cNvSpPr/>
              <p:nvPr/>
            </p:nvSpPr>
            <p:spPr>
              <a:xfrm>
                <a:off x="5895975" y="1622425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6" extrusionOk="0">
                    <a:moveTo>
                      <a:pt x="24" y="2"/>
                    </a:moveTo>
                    <a:lnTo>
                      <a:pt x="17" y="16"/>
                    </a:lnTo>
                    <a:lnTo>
                      <a:pt x="0" y="14"/>
                    </a:lnTo>
                    <a:lnTo>
                      <a:pt x="7" y="0"/>
                    </a:lnTo>
                    <a:lnTo>
                      <a:pt x="24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86" name="Google Shape;558;p50">
                <a:extLst>
                  <a:ext uri="{FF2B5EF4-FFF2-40B4-BE49-F238E27FC236}">
                    <a16:creationId xmlns:a16="http://schemas.microsoft.com/office/drawing/2014/main" id="{F2C8DB05-382F-4335-BFD7-52ACED161AC5}"/>
                  </a:ext>
                </a:extLst>
              </p:cNvPr>
              <p:cNvSpPr/>
              <p:nvPr/>
            </p:nvSpPr>
            <p:spPr>
              <a:xfrm>
                <a:off x="5335587" y="1778000"/>
                <a:ext cx="44450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28" h="19" extrusionOk="0">
                    <a:moveTo>
                      <a:pt x="28" y="9"/>
                    </a:moveTo>
                    <a:lnTo>
                      <a:pt x="23" y="16"/>
                    </a:lnTo>
                    <a:lnTo>
                      <a:pt x="8" y="19"/>
                    </a:lnTo>
                    <a:lnTo>
                      <a:pt x="0" y="14"/>
                    </a:lnTo>
                    <a:lnTo>
                      <a:pt x="8" y="2"/>
                    </a:lnTo>
                    <a:lnTo>
                      <a:pt x="25" y="0"/>
                    </a:lnTo>
                    <a:lnTo>
                      <a:pt x="28" y="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87" name="Google Shape;559;p50">
                <a:extLst>
                  <a:ext uri="{FF2B5EF4-FFF2-40B4-BE49-F238E27FC236}">
                    <a16:creationId xmlns:a16="http://schemas.microsoft.com/office/drawing/2014/main" id="{302910F6-FF4E-4AFA-9D03-6C75F9A007E9}"/>
                  </a:ext>
                </a:extLst>
              </p:cNvPr>
              <p:cNvSpPr/>
              <p:nvPr/>
            </p:nvSpPr>
            <p:spPr>
              <a:xfrm>
                <a:off x="4819650" y="1473200"/>
                <a:ext cx="3852864" cy="1376364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513" extrusionOk="0">
                    <a:moveTo>
                      <a:pt x="1430" y="168"/>
                    </a:moveTo>
                    <a:cubicBezTo>
                      <a:pt x="1403" y="152"/>
                      <a:pt x="1403" y="152"/>
                      <a:pt x="1403" y="152"/>
                    </a:cubicBezTo>
                    <a:cubicBezTo>
                      <a:pt x="1400" y="154"/>
                      <a:pt x="1400" y="154"/>
                      <a:pt x="1400" y="154"/>
                    </a:cubicBezTo>
                    <a:cubicBezTo>
                      <a:pt x="1403" y="159"/>
                      <a:pt x="1403" y="159"/>
                      <a:pt x="1403" y="159"/>
                    </a:cubicBezTo>
                    <a:cubicBezTo>
                      <a:pt x="1400" y="165"/>
                      <a:pt x="1400" y="165"/>
                      <a:pt x="1400" y="165"/>
                    </a:cubicBezTo>
                    <a:cubicBezTo>
                      <a:pt x="1405" y="175"/>
                      <a:pt x="1405" y="175"/>
                      <a:pt x="1405" y="175"/>
                    </a:cubicBezTo>
                    <a:cubicBezTo>
                      <a:pt x="1401" y="176"/>
                      <a:pt x="1401" y="176"/>
                      <a:pt x="1401" y="176"/>
                    </a:cubicBezTo>
                    <a:cubicBezTo>
                      <a:pt x="1387" y="161"/>
                      <a:pt x="1387" y="161"/>
                      <a:pt x="1387" y="161"/>
                    </a:cubicBezTo>
                    <a:cubicBezTo>
                      <a:pt x="1376" y="130"/>
                      <a:pt x="1376" y="130"/>
                      <a:pt x="1376" y="130"/>
                    </a:cubicBezTo>
                    <a:cubicBezTo>
                      <a:pt x="1364" y="123"/>
                      <a:pt x="1364" y="123"/>
                      <a:pt x="1364" y="123"/>
                    </a:cubicBezTo>
                    <a:cubicBezTo>
                      <a:pt x="1355" y="113"/>
                      <a:pt x="1355" y="113"/>
                      <a:pt x="1355" y="113"/>
                    </a:cubicBezTo>
                    <a:cubicBezTo>
                      <a:pt x="1341" y="111"/>
                      <a:pt x="1341" y="111"/>
                      <a:pt x="1341" y="111"/>
                    </a:cubicBezTo>
                    <a:cubicBezTo>
                      <a:pt x="1319" y="104"/>
                      <a:pt x="1319" y="104"/>
                      <a:pt x="1319" y="104"/>
                    </a:cubicBezTo>
                    <a:cubicBezTo>
                      <a:pt x="1309" y="106"/>
                      <a:pt x="1309" y="106"/>
                      <a:pt x="1309" y="106"/>
                    </a:cubicBezTo>
                    <a:cubicBezTo>
                      <a:pt x="1297" y="104"/>
                      <a:pt x="1297" y="104"/>
                      <a:pt x="1297" y="104"/>
                    </a:cubicBezTo>
                    <a:cubicBezTo>
                      <a:pt x="1278" y="96"/>
                      <a:pt x="1278" y="96"/>
                      <a:pt x="1278" y="96"/>
                    </a:cubicBezTo>
                    <a:cubicBezTo>
                      <a:pt x="1272" y="98"/>
                      <a:pt x="1272" y="98"/>
                      <a:pt x="1272" y="98"/>
                    </a:cubicBezTo>
                    <a:cubicBezTo>
                      <a:pt x="1261" y="96"/>
                      <a:pt x="1261" y="96"/>
                      <a:pt x="1261" y="96"/>
                    </a:cubicBezTo>
                    <a:cubicBezTo>
                      <a:pt x="1252" y="96"/>
                      <a:pt x="1252" y="96"/>
                      <a:pt x="1252" y="96"/>
                    </a:cubicBezTo>
                    <a:cubicBezTo>
                      <a:pt x="1246" y="93"/>
                      <a:pt x="1246" y="93"/>
                      <a:pt x="1246" y="93"/>
                    </a:cubicBezTo>
                    <a:cubicBezTo>
                      <a:pt x="1237" y="93"/>
                      <a:pt x="1237" y="93"/>
                      <a:pt x="1237" y="93"/>
                    </a:cubicBezTo>
                    <a:cubicBezTo>
                      <a:pt x="1248" y="108"/>
                      <a:pt x="1248" y="108"/>
                      <a:pt x="1248" y="108"/>
                    </a:cubicBezTo>
                    <a:cubicBezTo>
                      <a:pt x="1248" y="120"/>
                      <a:pt x="1248" y="120"/>
                      <a:pt x="1248" y="120"/>
                    </a:cubicBezTo>
                    <a:cubicBezTo>
                      <a:pt x="1238" y="121"/>
                      <a:pt x="1238" y="121"/>
                      <a:pt x="1238" y="121"/>
                    </a:cubicBezTo>
                    <a:cubicBezTo>
                      <a:pt x="1234" y="118"/>
                      <a:pt x="1234" y="118"/>
                      <a:pt x="1234" y="118"/>
                    </a:cubicBezTo>
                    <a:cubicBezTo>
                      <a:pt x="1231" y="117"/>
                      <a:pt x="1231" y="117"/>
                      <a:pt x="1231" y="117"/>
                    </a:cubicBezTo>
                    <a:cubicBezTo>
                      <a:pt x="1230" y="114"/>
                      <a:pt x="1230" y="114"/>
                      <a:pt x="1230" y="114"/>
                    </a:cubicBezTo>
                    <a:cubicBezTo>
                      <a:pt x="1225" y="114"/>
                      <a:pt x="1225" y="114"/>
                      <a:pt x="1225" y="114"/>
                    </a:cubicBezTo>
                    <a:cubicBezTo>
                      <a:pt x="1216" y="105"/>
                      <a:pt x="1216" y="105"/>
                      <a:pt x="1216" y="105"/>
                    </a:cubicBezTo>
                    <a:cubicBezTo>
                      <a:pt x="1202" y="107"/>
                      <a:pt x="1202" y="107"/>
                      <a:pt x="1202" y="107"/>
                    </a:cubicBezTo>
                    <a:cubicBezTo>
                      <a:pt x="1184" y="105"/>
                      <a:pt x="1184" y="105"/>
                      <a:pt x="1184" y="105"/>
                    </a:cubicBezTo>
                    <a:cubicBezTo>
                      <a:pt x="1167" y="109"/>
                      <a:pt x="1167" y="109"/>
                      <a:pt x="1167" y="109"/>
                    </a:cubicBezTo>
                    <a:cubicBezTo>
                      <a:pt x="1166" y="120"/>
                      <a:pt x="1166" y="120"/>
                      <a:pt x="1166" y="120"/>
                    </a:cubicBezTo>
                    <a:cubicBezTo>
                      <a:pt x="1162" y="119"/>
                      <a:pt x="1162" y="119"/>
                      <a:pt x="1162" y="119"/>
                    </a:cubicBezTo>
                    <a:cubicBezTo>
                      <a:pt x="1156" y="111"/>
                      <a:pt x="1156" y="111"/>
                      <a:pt x="1156" y="111"/>
                    </a:cubicBezTo>
                    <a:cubicBezTo>
                      <a:pt x="1141" y="106"/>
                      <a:pt x="1141" y="106"/>
                      <a:pt x="1141" y="106"/>
                    </a:cubicBezTo>
                    <a:cubicBezTo>
                      <a:pt x="1141" y="99"/>
                      <a:pt x="1141" y="99"/>
                      <a:pt x="1141" y="99"/>
                    </a:cubicBezTo>
                    <a:cubicBezTo>
                      <a:pt x="1131" y="83"/>
                      <a:pt x="1131" y="83"/>
                      <a:pt x="1131" y="83"/>
                    </a:cubicBezTo>
                    <a:cubicBezTo>
                      <a:pt x="1114" y="82"/>
                      <a:pt x="1114" y="82"/>
                      <a:pt x="1114" y="82"/>
                    </a:cubicBezTo>
                    <a:cubicBezTo>
                      <a:pt x="1098" y="86"/>
                      <a:pt x="1098" y="86"/>
                      <a:pt x="1098" y="86"/>
                    </a:cubicBezTo>
                    <a:cubicBezTo>
                      <a:pt x="1083" y="85"/>
                      <a:pt x="1083" y="85"/>
                      <a:pt x="1083" y="85"/>
                    </a:cubicBezTo>
                    <a:cubicBezTo>
                      <a:pt x="1072" y="87"/>
                      <a:pt x="1072" y="87"/>
                      <a:pt x="1072" y="87"/>
                    </a:cubicBezTo>
                    <a:cubicBezTo>
                      <a:pt x="1063" y="85"/>
                      <a:pt x="1063" y="85"/>
                      <a:pt x="1063" y="85"/>
                    </a:cubicBezTo>
                    <a:cubicBezTo>
                      <a:pt x="1060" y="82"/>
                      <a:pt x="1060" y="82"/>
                      <a:pt x="1060" y="82"/>
                    </a:cubicBezTo>
                    <a:cubicBezTo>
                      <a:pt x="1048" y="78"/>
                      <a:pt x="1048" y="78"/>
                      <a:pt x="1048" y="78"/>
                    </a:cubicBezTo>
                    <a:cubicBezTo>
                      <a:pt x="1050" y="73"/>
                      <a:pt x="1050" y="73"/>
                      <a:pt x="1050" y="73"/>
                    </a:cubicBezTo>
                    <a:cubicBezTo>
                      <a:pt x="1048" y="71"/>
                      <a:pt x="1048" y="71"/>
                      <a:pt x="1048" y="71"/>
                    </a:cubicBezTo>
                    <a:cubicBezTo>
                      <a:pt x="1048" y="65"/>
                      <a:pt x="1048" y="65"/>
                      <a:pt x="1048" y="65"/>
                    </a:cubicBezTo>
                    <a:cubicBezTo>
                      <a:pt x="1025" y="65"/>
                      <a:pt x="1025" y="65"/>
                      <a:pt x="1025" y="65"/>
                    </a:cubicBezTo>
                    <a:cubicBezTo>
                      <a:pt x="1019" y="74"/>
                      <a:pt x="1019" y="74"/>
                      <a:pt x="1019" y="74"/>
                    </a:cubicBezTo>
                    <a:cubicBezTo>
                      <a:pt x="1014" y="74"/>
                      <a:pt x="1014" y="74"/>
                      <a:pt x="1014" y="74"/>
                    </a:cubicBezTo>
                    <a:cubicBezTo>
                      <a:pt x="1017" y="70"/>
                      <a:pt x="1017" y="70"/>
                      <a:pt x="1017" y="70"/>
                    </a:cubicBezTo>
                    <a:cubicBezTo>
                      <a:pt x="1014" y="67"/>
                      <a:pt x="1014" y="67"/>
                      <a:pt x="1014" y="67"/>
                    </a:cubicBezTo>
                    <a:cubicBezTo>
                      <a:pt x="1005" y="71"/>
                      <a:pt x="1005" y="71"/>
                      <a:pt x="1005" y="71"/>
                    </a:cubicBezTo>
                    <a:cubicBezTo>
                      <a:pt x="1000" y="67"/>
                      <a:pt x="1000" y="67"/>
                      <a:pt x="1000" y="67"/>
                    </a:cubicBezTo>
                    <a:cubicBezTo>
                      <a:pt x="1008" y="65"/>
                      <a:pt x="1008" y="65"/>
                      <a:pt x="1008" y="65"/>
                    </a:cubicBezTo>
                    <a:cubicBezTo>
                      <a:pt x="1008" y="64"/>
                      <a:pt x="1008" y="64"/>
                      <a:pt x="1008" y="64"/>
                    </a:cubicBezTo>
                    <a:cubicBezTo>
                      <a:pt x="980" y="65"/>
                      <a:pt x="980" y="65"/>
                      <a:pt x="980" y="65"/>
                    </a:cubicBezTo>
                    <a:cubicBezTo>
                      <a:pt x="968" y="70"/>
                      <a:pt x="968" y="70"/>
                      <a:pt x="968" y="70"/>
                    </a:cubicBezTo>
                    <a:cubicBezTo>
                      <a:pt x="968" y="73"/>
                      <a:pt x="968" y="73"/>
                      <a:pt x="968" y="73"/>
                    </a:cubicBezTo>
                    <a:cubicBezTo>
                      <a:pt x="978" y="84"/>
                      <a:pt x="978" y="84"/>
                      <a:pt x="978" y="84"/>
                    </a:cubicBezTo>
                    <a:cubicBezTo>
                      <a:pt x="976" y="87"/>
                      <a:pt x="976" y="87"/>
                      <a:pt x="976" y="87"/>
                    </a:cubicBezTo>
                    <a:cubicBezTo>
                      <a:pt x="952" y="80"/>
                      <a:pt x="952" y="80"/>
                      <a:pt x="952" y="80"/>
                    </a:cubicBezTo>
                    <a:cubicBezTo>
                      <a:pt x="941" y="83"/>
                      <a:pt x="941" y="83"/>
                      <a:pt x="941" y="83"/>
                    </a:cubicBezTo>
                    <a:cubicBezTo>
                      <a:pt x="938" y="86"/>
                      <a:pt x="938" y="86"/>
                      <a:pt x="938" y="86"/>
                    </a:cubicBezTo>
                    <a:cubicBezTo>
                      <a:pt x="924" y="85"/>
                      <a:pt x="924" y="85"/>
                      <a:pt x="924" y="85"/>
                    </a:cubicBezTo>
                    <a:cubicBezTo>
                      <a:pt x="922" y="81"/>
                      <a:pt x="922" y="81"/>
                      <a:pt x="922" y="81"/>
                    </a:cubicBezTo>
                    <a:cubicBezTo>
                      <a:pt x="915" y="80"/>
                      <a:pt x="915" y="80"/>
                      <a:pt x="915" y="80"/>
                    </a:cubicBezTo>
                    <a:cubicBezTo>
                      <a:pt x="915" y="89"/>
                      <a:pt x="915" y="89"/>
                      <a:pt x="915" y="89"/>
                    </a:cubicBezTo>
                    <a:cubicBezTo>
                      <a:pt x="910" y="96"/>
                      <a:pt x="910" y="96"/>
                      <a:pt x="910" y="96"/>
                    </a:cubicBezTo>
                    <a:cubicBezTo>
                      <a:pt x="908" y="100"/>
                      <a:pt x="908" y="100"/>
                      <a:pt x="908" y="100"/>
                    </a:cubicBezTo>
                    <a:cubicBezTo>
                      <a:pt x="905" y="96"/>
                      <a:pt x="905" y="96"/>
                      <a:pt x="905" y="96"/>
                    </a:cubicBezTo>
                    <a:cubicBezTo>
                      <a:pt x="891" y="87"/>
                      <a:pt x="891" y="87"/>
                      <a:pt x="891" y="87"/>
                    </a:cubicBezTo>
                    <a:cubicBezTo>
                      <a:pt x="876" y="81"/>
                      <a:pt x="876" y="81"/>
                      <a:pt x="876" y="81"/>
                    </a:cubicBezTo>
                    <a:cubicBezTo>
                      <a:pt x="877" y="76"/>
                      <a:pt x="877" y="76"/>
                      <a:pt x="877" y="76"/>
                    </a:cubicBezTo>
                    <a:cubicBezTo>
                      <a:pt x="872" y="70"/>
                      <a:pt x="872" y="70"/>
                      <a:pt x="872" y="70"/>
                    </a:cubicBezTo>
                    <a:cubicBezTo>
                      <a:pt x="873" y="63"/>
                      <a:pt x="873" y="63"/>
                      <a:pt x="873" y="63"/>
                    </a:cubicBezTo>
                    <a:cubicBezTo>
                      <a:pt x="858" y="56"/>
                      <a:pt x="858" y="56"/>
                      <a:pt x="858" y="56"/>
                    </a:cubicBezTo>
                    <a:cubicBezTo>
                      <a:pt x="848" y="55"/>
                      <a:pt x="848" y="55"/>
                      <a:pt x="848" y="55"/>
                    </a:cubicBezTo>
                    <a:cubicBezTo>
                      <a:pt x="840" y="53"/>
                      <a:pt x="840" y="53"/>
                      <a:pt x="840" y="53"/>
                    </a:cubicBezTo>
                    <a:cubicBezTo>
                      <a:pt x="831" y="54"/>
                      <a:pt x="831" y="54"/>
                      <a:pt x="831" y="54"/>
                    </a:cubicBezTo>
                    <a:cubicBezTo>
                      <a:pt x="829" y="55"/>
                      <a:pt x="829" y="55"/>
                      <a:pt x="829" y="55"/>
                    </a:cubicBezTo>
                    <a:cubicBezTo>
                      <a:pt x="828" y="58"/>
                      <a:pt x="828" y="58"/>
                      <a:pt x="828" y="58"/>
                    </a:cubicBezTo>
                    <a:cubicBezTo>
                      <a:pt x="834" y="65"/>
                      <a:pt x="834" y="65"/>
                      <a:pt x="834" y="65"/>
                    </a:cubicBezTo>
                    <a:cubicBezTo>
                      <a:pt x="835" y="70"/>
                      <a:pt x="835" y="70"/>
                      <a:pt x="835" y="70"/>
                    </a:cubicBezTo>
                    <a:cubicBezTo>
                      <a:pt x="832" y="70"/>
                      <a:pt x="832" y="70"/>
                      <a:pt x="832" y="70"/>
                    </a:cubicBezTo>
                    <a:cubicBezTo>
                      <a:pt x="825" y="67"/>
                      <a:pt x="825" y="67"/>
                      <a:pt x="825" y="67"/>
                    </a:cubicBezTo>
                    <a:cubicBezTo>
                      <a:pt x="817" y="68"/>
                      <a:pt x="817" y="68"/>
                      <a:pt x="817" y="68"/>
                    </a:cubicBezTo>
                    <a:cubicBezTo>
                      <a:pt x="805" y="62"/>
                      <a:pt x="805" y="62"/>
                      <a:pt x="805" y="62"/>
                    </a:cubicBezTo>
                    <a:cubicBezTo>
                      <a:pt x="800" y="62"/>
                      <a:pt x="800" y="62"/>
                      <a:pt x="800" y="62"/>
                    </a:cubicBezTo>
                    <a:cubicBezTo>
                      <a:pt x="800" y="67"/>
                      <a:pt x="800" y="67"/>
                      <a:pt x="800" y="67"/>
                    </a:cubicBezTo>
                    <a:cubicBezTo>
                      <a:pt x="784" y="61"/>
                      <a:pt x="784" y="61"/>
                      <a:pt x="784" y="61"/>
                    </a:cubicBezTo>
                    <a:cubicBezTo>
                      <a:pt x="782" y="59"/>
                      <a:pt x="782" y="59"/>
                      <a:pt x="782" y="59"/>
                    </a:cubicBezTo>
                    <a:cubicBezTo>
                      <a:pt x="783" y="55"/>
                      <a:pt x="783" y="55"/>
                      <a:pt x="783" y="55"/>
                    </a:cubicBezTo>
                    <a:cubicBezTo>
                      <a:pt x="778" y="53"/>
                      <a:pt x="778" y="53"/>
                      <a:pt x="778" y="53"/>
                    </a:cubicBezTo>
                    <a:cubicBezTo>
                      <a:pt x="762" y="53"/>
                      <a:pt x="762" y="53"/>
                      <a:pt x="762" y="53"/>
                    </a:cubicBezTo>
                    <a:cubicBezTo>
                      <a:pt x="756" y="56"/>
                      <a:pt x="756" y="56"/>
                      <a:pt x="756" y="56"/>
                    </a:cubicBezTo>
                    <a:cubicBezTo>
                      <a:pt x="754" y="61"/>
                      <a:pt x="754" y="61"/>
                      <a:pt x="754" y="61"/>
                    </a:cubicBezTo>
                    <a:cubicBezTo>
                      <a:pt x="752" y="56"/>
                      <a:pt x="752" y="56"/>
                      <a:pt x="752" y="56"/>
                    </a:cubicBezTo>
                    <a:cubicBezTo>
                      <a:pt x="745" y="52"/>
                      <a:pt x="745" y="52"/>
                      <a:pt x="745" y="52"/>
                    </a:cubicBezTo>
                    <a:cubicBezTo>
                      <a:pt x="736" y="55"/>
                      <a:pt x="736" y="55"/>
                      <a:pt x="736" y="55"/>
                    </a:cubicBezTo>
                    <a:cubicBezTo>
                      <a:pt x="727" y="51"/>
                      <a:pt x="727" y="51"/>
                      <a:pt x="727" y="51"/>
                    </a:cubicBezTo>
                    <a:cubicBezTo>
                      <a:pt x="720" y="51"/>
                      <a:pt x="720" y="51"/>
                      <a:pt x="720" y="51"/>
                    </a:cubicBezTo>
                    <a:cubicBezTo>
                      <a:pt x="719" y="56"/>
                      <a:pt x="719" y="56"/>
                      <a:pt x="719" y="56"/>
                    </a:cubicBezTo>
                    <a:cubicBezTo>
                      <a:pt x="721" y="59"/>
                      <a:pt x="721" y="59"/>
                      <a:pt x="721" y="59"/>
                    </a:cubicBezTo>
                    <a:cubicBezTo>
                      <a:pt x="695" y="65"/>
                      <a:pt x="695" y="65"/>
                      <a:pt x="695" y="65"/>
                    </a:cubicBezTo>
                    <a:cubicBezTo>
                      <a:pt x="675" y="75"/>
                      <a:pt x="675" y="75"/>
                      <a:pt x="675" y="75"/>
                    </a:cubicBezTo>
                    <a:cubicBezTo>
                      <a:pt x="675" y="73"/>
                      <a:pt x="675" y="73"/>
                      <a:pt x="675" y="73"/>
                    </a:cubicBezTo>
                    <a:cubicBezTo>
                      <a:pt x="722" y="47"/>
                      <a:pt x="722" y="47"/>
                      <a:pt x="722" y="47"/>
                    </a:cubicBezTo>
                    <a:cubicBezTo>
                      <a:pt x="728" y="41"/>
                      <a:pt x="728" y="41"/>
                      <a:pt x="728" y="41"/>
                    </a:cubicBezTo>
                    <a:cubicBezTo>
                      <a:pt x="728" y="35"/>
                      <a:pt x="728" y="35"/>
                      <a:pt x="728" y="35"/>
                    </a:cubicBezTo>
                    <a:cubicBezTo>
                      <a:pt x="723" y="33"/>
                      <a:pt x="723" y="33"/>
                      <a:pt x="723" y="33"/>
                    </a:cubicBezTo>
                    <a:cubicBezTo>
                      <a:pt x="721" y="27"/>
                      <a:pt x="721" y="27"/>
                      <a:pt x="721" y="27"/>
                    </a:cubicBezTo>
                    <a:cubicBezTo>
                      <a:pt x="727" y="31"/>
                      <a:pt x="727" y="31"/>
                      <a:pt x="727" y="31"/>
                    </a:cubicBezTo>
                    <a:cubicBezTo>
                      <a:pt x="729" y="30"/>
                      <a:pt x="729" y="30"/>
                      <a:pt x="729" y="30"/>
                    </a:cubicBezTo>
                    <a:cubicBezTo>
                      <a:pt x="728" y="14"/>
                      <a:pt x="728" y="14"/>
                      <a:pt x="728" y="14"/>
                    </a:cubicBezTo>
                    <a:cubicBezTo>
                      <a:pt x="715" y="6"/>
                      <a:pt x="715" y="6"/>
                      <a:pt x="715" y="6"/>
                    </a:cubicBezTo>
                    <a:cubicBezTo>
                      <a:pt x="700" y="14"/>
                      <a:pt x="700" y="14"/>
                      <a:pt x="700" y="14"/>
                    </a:cubicBezTo>
                    <a:cubicBezTo>
                      <a:pt x="688" y="16"/>
                      <a:pt x="688" y="16"/>
                      <a:pt x="688" y="16"/>
                    </a:cubicBezTo>
                    <a:cubicBezTo>
                      <a:pt x="685" y="21"/>
                      <a:pt x="685" y="21"/>
                      <a:pt x="685" y="21"/>
                    </a:cubicBezTo>
                    <a:cubicBezTo>
                      <a:pt x="679" y="21"/>
                      <a:pt x="679" y="21"/>
                      <a:pt x="679" y="21"/>
                    </a:cubicBezTo>
                    <a:cubicBezTo>
                      <a:pt x="681" y="10"/>
                      <a:pt x="681" y="10"/>
                      <a:pt x="681" y="10"/>
                    </a:cubicBezTo>
                    <a:cubicBezTo>
                      <a:pt x="677" y="7"/>
                      <a:pt x="677" y="7"/>
                      <a:pt x="677" y="7"/>
                    </a:cubicBezTo>
                    <a:cubicBezTo>
                      <a:pt x="671" y="8"/>
                      <a:pt x="671" y="8"/>
                      <a:pt x="671" y="8"/>
                    </a:cubicBezTo>
                    <a:cubicBezTo>
                      <a:pt x="675" y="2"/>
                      <a:pt x="675" y="2"/>
                      <a:pt x="675" y="2"/>
                    </a:cubicBezTo>
                    <a:cubicBezTo>
                      <a:pt x="672" y="0"/>
                      <a:pt x="672" y="0"/>
                      <a:pt x="672" y="0"/>
                    </a:cubicBezTo>
                    <a:cubicBezTo>
                      <a:pt x="662" y="0"/>
                      <a:pt x="662" y="0"/>
                      <a:pt x="662" y="0"/>
                    </a:cubicBezTo>
                    <a:cubicBezTo>
                      <a:pt x="649" y="9"/>
                      <a:pt x="649" y="9"/>
                      <a:pt x="649" y="9"/>
                    </a:cubicBezTo>
                    <a:cubicBezTo>
                      <a:pt x="655" y="18"/>
                      <a:pt x="655" y="18"/>
                      <a:pt x="655" y="18"/>
                    </a:cubicBezTo>
                    <a:cubicBezTo>
                      <a:pt x="652" y="19"/>
                      <a:pt x="652" y="19"/>
                      <a:pt x="652" y="19"/>
                    </a:cubicBezTo>
                    <a:cubicBezTo>
                      <a:pt x="644" y="14"/>
                      <a:pt x="644" y="14"/>
                      <a:pt x="644" y="14"/>
                    </a:cubicBezTo>
                    <a:cubicBezTo>
                      <a:pt x="634" y="19"/>
                      <a:pt x="634" y="19"/>
                      <a:pt x="634" y="19"/>
                    </a:cubicBezTo>
                    <a:cubicBezTo>
                      <a:pt x="636" y="23"/>
                      <a:pt x="636" y="23"/>
                      <a:pt x="636" y="23"/>
                    </a:cubicBezTo>
                    <a:cubicBezTo>
                      <a:pt x="633" y="26"/>
                      <a:pt x="633" y="26"/>
                      <a:pt x="633" y="26"/>
                    </a:cubicBezTo>
                    <a:cubicBezTo>
                      <a:pt x="624" y="27"/>
                      <a:pt x="624" y="27"/>
                      <a:pt x="624" y="27"/>
                    </a:cubicBezTo>
                    <a:cubicBezTo>
                      <a:pt x="613" y="37"/>
                      <a:pt x="613" y="37"/>
                      <a:pt x="613" y="37"/>
                    </a:cubicBezTo>
                    <a:cubicBezTo>
                      <a:pt x="605" y="33"/>
                      <a:pt x="605" y="33"/>
                      <a:pt x="605" y="33"/>
                    </a:cubicBezTo>
                    <a:cubicBezTo>
                      <a:pt x="608" y="30"/>
                      <a:pt x="608" y="30"/>
                      <a:pt x="608" y="30"/>
                    </a:cubicBezTo>
                    <a:cubicBezTo>
                      <a:pt x="603" y="27"/>
                      <a:pt x="603" y="27"/>
                      <a:pt x="603" y="27"/>
                    </a:cubicBezTo>
                    <a:cubicBezTo>
                      <a:pt x="591" y="30"/>
                      <a:pt x="591" y="30"/>
                      <a:pt x="591" y="30"/>
                    </a:cubicBezTo>
                    <a:cubicBezTo>
                      <a:pt x="593" y="36"/>
                      <a:pt x="593" y="36"/>
                      <a:pt x="593" y="36"/>
                    </a:cubicBezTo>
                    <a:cubicBezTo>
                      <a:pt x="570" y="39"/>
                      <a:pt x="570" y="39"/>
                      <a:pt x="570" y="39"/>
                    </a:cubicBezTo>
                    <a:cubicBezTo>
                      <a:pt x="566" y="36"/>
                      <a:pt x="566" y="36"/>
                      <a:pt x="566" y="36"/>
                    </a:cubicBezTo>
                    <a:cubicBezTo>
                      <a:pt x="552" y="39"/>
                      <a:pt x="552" y="39"/>
                      <a:pt x="552" y="39"/>
                    </a:cubicBezTo>
                    <a:cubicBezTo>
                      <a:pt x="540" y="49"/>
                      <a:pt x="540" y="49"/>
                      <a:pt x="540" y="49"/>
                    </a:cubicBezTo>
                    <a:cubicBezTo>
                      <a:pt x="537" y="57"/>
                      <a:pt x="537" y="57"/>
                      <a:pt x="537" y="57"/>
                    </a:cubicBezTo>
                    <a:cubicBezTo>
                      <a:pt x="541" y="64"/>
                      <a:pt x="541" y="64"/>
                      <a:pt x="541" y="64"/>
                    </a:cubicBezTo>
                    <a:cubicBezTo>
                      <a:pt x="539" y="67"/>
                      <a:pt x="539" y="67"/>
                      <a:pt x="539" y="67"/>
                    </a:cubicBezTo>
                    <a:cubicBezTo>
                      <a:pt x="533" y="61"/>
                      <a:pt x="533" y="61"/>
                      <a:pt x="533" y="61"/>
                    </a:cubicBezTo>
                    <a:cubicBezTo>
                      <a:pt x="520" y="62"/>
                      <a:pt x="520" y="62"/>
                      <a:pt x="520" y="62"/>
                    </a:cubicBezTo>
                    <a:cubicBezTo>
                      <a:pt x="507" y="65"/>
                      <a:pt x="507" y="65"/>
                      <a:pt x="507" y="65"/>
                    </a:cubicBezTo>
                    <a:cubicBezTo>
                      <a:pt x="495" y="65"/>
                      <a:pt x="495" y="65"/>
                      <a:pt x="495" y="65"/>
                    </a:cubicBezTo>
                    <a:cubicBezTo>
                      <a:pt x="490" y="79"/>
                      <a:pt x="490" y="79"/>
                      <a:pt x="490" y="79"/>
                    </a:cubicBezTo>
                    <a:cubicBezTo>
                      <a:pt x="506" y="93"/>
                      <a:pt x="506" y="93"/>
                      <a:pt x="506" y="93"/>
                    </a:cubicBezTo>
                    <a:cubicBezTo>
                      <a:pt x="495" y="107"/>
                      <a:pt x="495" y="107"/>
                      <a:pt x="495" y="107"/>
                    </a:cubicBezTo>
                    <a:cubicBezTo>
                      <a:pt x="494" y="113"/>
                      <a:pt x="494" y="113"/>
                      <a:pt x="494" y="113"/>
                    </a:cubicBezTo>
                    <a:cubicBezTo>
                      <a:pt x="489" y="107"/>
                      <a:pt x="489" y="107"/>
                      <a:pt x="489" y="107"/>
                    </a:cubicBezTo>
                    <a:cubicBezTo>
                      <a:pt x="491" y="102"/>
                      <a:pt x="491" y="102"/>
                      <a:pt x="491" y="102"/>
                    </a:cubicBezTo>
                    <a:cubicBezTo>
                      <a:pt x="500" y="94"/>
                      <a:pt x="500" y="94"/>
                      <a:pt x="500" y="94"/>
                    </a:cubicBezTo>
                    <a:cubicBezTo>
                      <a:pt x="499" y="92"/>
                      <a:pt x="499" y="92"/>
                      <a:pt x="499" y="92"/>
                    </a:cubicBezTo>
                    <a:cubicBezTo>
                      <a:pt x="491" y="93"/>
                      <a:pt x="491" y="93"/>
                      <a:pt x="491" y="93"/>
                    </a:cubicBezTo>
                    <a:cubicBezTo>
                      <a:pt x="473" y="73"/>
                      <a:pt x="473" y="73"/>
                      <a:pt x="473" y="73"/>
                    </a:cubicBezTo>
                    <a:cubicBezTo>
                      <a:pt x="463" y="73"/>
                      <a:pt x="463" y="73"/>
                      <a:pt x="463" y="73"/>
                    </a:cubicBezTo>
                    <a:cubicBezTo>
                      <a:pt x="461" y="71"/>
                      <a:pt x="461" y="71"/>
                      <a:pt x="461" y="71"/>
                    </a:cubicBezTo>
                    <a:cubicBezTo>
                      <a:pt x="458" y="73"/>
                      <a:pt x="458" y="73"/>
                      <a:pt x="458" y="73"/>
                    </a:cubicBezTo>
                    <a:cubicBezTo>
                      <a:pt x="460" y="79"/>
                      <a:pt x="460" y="79"/>
                      <a:pt x="460" y="79"/>
                    </a:cubicBezTo>
                    <a:cubicBezTo>
                      <a:pt x="455" y="84"/>
                      <a:pt x="455" y="84"/>
                      <a:pt x="455" y="84"/>
                    </a:cubicBezTo>
                    <a:cubicBezTo>
                      <a:pt x="451" y="81"/>
                      <a:pt x="451" y="81"/>
                      <a:pt x="451" y="81"/>
                    </a:cubicBezTo>
                    <a:cubicBezTo>
                      <a:pt x="454" y="77"/>
                      <a:pt x="454" y="77"/>
                      <a:pt x="454" y="77"/>
                    </a:cubicBezTo>
                    <a:cubicBezTo>
                      <a:pt x="452" y="75"/>
                      <a:pt x="452" y="75"/>
                      <a:pt x="452" y="75"/>
                    </a:cubicBezTo>
                    <a:cubicBezTo>
                      <a:pt x="447" y="78"/>
                      <a:pt x="447" y="78"/>
                      <a:pt x="447" y="78"/>
                    </a:cubicBezTo>
                    <a:cubicBezTo>
                      <a:pt x="444" y="86"/>
                      <a:pt x="444" y="86"/>
                      <a:pt x="444" y="86"/>
                    </a:cubicBezTo>
                    <a:cubicBezTo>
                      <a:pt x="448" y="95"/>
                      <a:pt x="448" y="95"/>
                      <a:pt x="448" y="95"/>
                    </a:cubicBezTo>
                    <a:cubicBezTo>
                      <a:pt x="436" y="93"/>
                      <a:pt x="436" y="93"/>
                      <a:pt x="436" y="93"/>
                    </a:cubicBezTo>
                    <a:cubicBezTo>
                      <a:pt x="441" y="78"/>
                      <a:pt x="441" y="78"/>
                      <a:pt x="441" y="78"/>
                    </a:cubicBezTo>
                    <a:cubicBezTo>
                      <a:pt x="441" y="67"/>
                      <a:pt x="441" y="67"/>
                      <a:pt x="441" y="67"/>
                    </a:cubicBezTo>
                    <a:cubicBezTo>
                      <a:pt x="437" y="68"/>
                      <a:pt x="437" y="68"/>
                      <a:pt x="437" y="68"/>
                    </a:cubicBezTo>
                    <a:cubicBezTo>
                      <a:pt x="438" y="75"/>
                      <a:pt x="438" y="75"/>
                      <a:pt x="438" y="75"/>
                    </a:cubicBezTo>
                    <a:cubicBezTo>
                      <a:pt x="431" y="81"/>
                      <a:pt x="431" y="81"/>
                      <a:pt x="431" y="81"/>
                    </a:cubicBezTo>
                    <a:cubicBezTo>
                      <a:pt x="426" y="81"/>
                      <a:pt x="426" y="81"/>
                      <a:pt x="426" y="81"/>
                    </a:cubicBezTo>
                    <a:cubicBezTo>
                      <a:pt x="419" y="89"/>
                      <a:pt x="419" y="89"/>
                      <a:pt x="419" y="89"/>
                    </a:cubicBezTo>
                    <a:cubicBezTo>
                      <a:pt x="420" y="97"/>
                      <a:pt x="420" y="97"/>
                      <a:pt x="420" y="97"/>
                    </a:cubicBezTo>
                    <a:cubicBezTo>
                      <a:pt x="415" y="109"/>
                      <a:pt x="415" y="109"/>
                      <a:pt x="415" y="109"/>
                    </a:cubicBezTo>
                    <a:cubicBezTo>
                      <a:pt x="415" y="114"/>
                      <a:pt x="415" y="114"/>
                      <a:pt x="415" y="114"/>
                    </a:cubicBezTo>
                    <a:cubicBezTo>
                      <a:pt x="412" y="123"/>
                      <a:pt x="412" y="123"/>
                      <a:pt x="412" y="123"/>
                    </a:cubicBezTo>
                    <a:cubicBezTo>
                      <a:pt x="412" y="129"/>
                      <a:pt x="412" y="129"/>
                      <a:pt x="412" y="129"/>
                    </a:cubicBezTo>
                    <a:cubicBezTo>
                      <a:pt x="418" y="127"/>
                      <a:pt x="418" y="127"/>
                      <a:pt x="418" y="127"/>
                    </a:cubicBezTo>
                    <a:cubicBezTo>
                      <a:pt x="428" y="128"/>
                      <a:pt x="428" y="128"/>
                      <a:pt x="428" y="128"/>
                    </a:cubicBezTo>
                    <a:cubicBezTo>
                      <a:pt x="436" y="125"/>
                      <a:pt x="436" y="125"/>
                      <a:pt x="436" y="125"/>
                    </a:cubicBezTo>
                    <a:cubicBezTo>
                      <a:pt x="435" y="134"/>
                      <a:pt x="435" y="134"/>
                      <a:pt x="435" y="134"/>
                    </a:cubicBezTo>
                    <a:cubicBezTo>
                      <a:pt x="443" y="146"/>
                      <a:pt x="443" y="146"/>
                      <a:pt x="443" y="146"/>
                    </a:cubicBezTo>
                    <a:cubicBezTo>
                      <a:pt x="443" y="150"/>
                      <a:pt x="443" y="150"/>
                      <a:pt x="443" y="150"/>
                    </a:cubicBezTo>
                    <a:cubicBezTo>
                      <a:pt x="436" y="168"/>
                      <a:pt x="436" y="168"/>
                      <a:pt x="436" y="168"/>
                    </a:cubicBezTo>
                    <a:cubicBezTo>
                      <a:pt x="435" y="175"/>
                      <a:pt x="435" y="175"/>
                      <a:pt x="435" y="175"/>
                    </a:cubicBezTo>
                    <a:cubicBezTo>
                      <a:pt x="432" y="173"/>
                      <a:pt x="432" y="173"/>
                      <a:pt x="432" y="173"/>
                    </a:cubicBezTo>
                    <a:cubicBezTo>
                      <a:pt x="431" y="163"/>
                      <a:pt x="431" y="163"/>
                      <a:pt x="431" y="163"/>
                    </a:cubicBezTo>
                    <a:cubicBezTo>
                      <a:pt x="434" y="155"/>
                      <a:pt x="434" y="155"/>
                      <a:pt x="434" y="155"/>
                    </a:cubicBezTo>
                    <a:cubicBezTo>
                      <a:pt x="430" y="148"/>
                      <a:pt x="430" y="148"/>
                      <a:pt x="430" y="148"/>
                    </a:cubicBezTo>
                    <a:cubicBezTo>
                      <a:pt x="429" y="136"/>
                      <a:pt x="429" y="136"/>
                      <a:pt x="429" y="136"/>
                    </a:cubicBezTo>
                    <a:cubicBezTo>
                      <a:pt x="425" y="134"/>
                      <a:pt x="425" y="134"/>
                      <a:pt x="425" y="134"/>
                    </a:cubicBezTo>
                    <a:cubicBezTo>
                      <a:pt x="419" y="138"/>
                      <a:pt x="419" y="138"/>
                      <a:pt x="419" y="138"/>
                    </a:cubicBezTo>
                    <a:cubicBezTo>
                      <a:pt x="412" y="137"/>
                      <a:pt x="412" y="137"/>
                      <a:pt x="412" y="137"/>
                    </a:cubicBezTo>
                    <a:cubicBezTo>
                      <a:pt x="406" y="145"/>
                      <a:pt x="406" y="145"/>
                      <a:pt x="406" y="145"/>
                    </a:cubicBezTo>
                    <a:cubicBezTo>
                      <a:pt x="400" y="166"/>
                      <a:pt x="400" y="166"/>
                      <a:pt x="400" y="166"/>
                    </a:cubicBezTo>
                    <a:cubicBezTo>
                      <a:pt x="393" y="172"/>
                      <a:pt x="393" y="172"/>
                      <a:pt x="393" y="172"/>
                    </a:cubicBezTo>
                    <a:cubicBezTo>
                      <a:pt x="393" y="182"/>
                      <a:pt x="393" y="182"/>
                      <a:pt x="393" y="182"/>
                    </a:cubicBezTo>
                    <a:cubicBezTo>
                      <a:pt x="386" y="172"/>
                      <a:pt x="386" y="172"/>
                      <a:pt x="386" y="172"/>
                    </a:cubicBezTo>
                    <a:cubicBezTo>
                      <a:pt x="376" y="168"/>
                      <a:pt x="376" y="168"/>
                      <a:pt x="376" y="168"/>
                    </a:cubicBezTo>
                    <a:cubicBezTo>
                      <a:pt x="373" y="166"/>
                      <a:pt x="373" y="166"/>
                      <a:pt x="373" y="166"/>
                    </a:cubicBezTo>
                    <a:cubicBezTo>
                      <a:pt x="389" y="166"/>
                      <a:pt x="389" y="166"/>
                      <a:pt x="389" y="166"/>
                    </a:cubicBezTo>
                    <a:cubicBezTo>
                      <a:pt x="393" y="159"/>
                      <a:pt x="393" y="159"/>
                      <a:pt x="393" y="159"/>
                    </a:cubicBezTo>
                    <a:cubicBezTo>
                      <a:pt x="393" y="151"/>
                      <a:pt x="393" y="151"/>
                      <a:pt x="393" y="151"/>
                    </a:cubicBezTo>
                    <a:cubicBezTo>
                      <a:pt x="398" y="138"/>
                      <a:pt x="398" y="138"/>
                      <a:pt x="398" y="138"/>
                    </a:cubicBezTo>
                    <a:cubicBezTo>
                      <a:pt x="403" y="133"/>
                      <a:pt x="403" y="133"/>
                      <a:pt x="403" y="133"/>
                    </a:cubicBezTo>
                    <a:cubicBezTo>
                      <a:pt x="398" y="128"/>
                      <a:pt x="398" y="128"/>
                      <a:pt x="398" y="128"/>
                    </a:cubicBezTo>
                    <a:cubicBezTo>
                      <a:pt x="400" y="118"/>
                      <a:pt x="400" y="118"/>
                      <a:pt x="400" y="118"/>
                    </a:cubicBezTo>
                    <a:cubicBezTo>
                      <a:pt x="405" y="106"/>
                      <a:pt x="405" y="106"/>
                      <a:pt x="405" y="106"/>
                    </a:cubicBezTo>
                    <a:cubicBezTo>
                      <a:pt x="402" y="101"/>
                      <a:pt x="402" y="101"/>
                      <a:pt x="402" y="101"/>
                    </a:cubicBezTo>
                    <a:cubicBezTo>
                      <a:pt x="402" y="93"/>
                      <a:pt x="402" y="93"/>
                      <a:pt x="402" y="93"/>
                    </a:cubicBezTo>
                    <a:cubicBezTo>
                      <a:pt x="407" y="87"/>
                      <a:pt x="407" y="87"/>
                      <a:pt x="407" y="87"/>
                    </a:cubicBezTo>
                    <a:cubicBezTo>
                      <a:pt x="415" y="72"/>
                      <a:pt x="415" y="72"/>
                      <a:pt x="415" y="72"/>
                    </a:cubicBezTo>
                    <a:cubicBezTo>
                      <a:pt x="396" y="69"/>
                      <a:pt x="396" y="69"/>
                      <a:pt x="396" y="69"/>
                    </a:cubicBezTo>
                    <a:cubicBezTo>
                      <a:pt x="377" y="88"/>
                      <a:pt x="377" y="88"/>
                      <a:pt x="377" y="88"/>
                    </a:cubicBezTo>
                    <a:cubicBezTo>
                      <a:pt x="367" y="94"/>
                      <a:pt x="367" y="94"/>
                      <a:pt x="367" y="94"/>
                    </a:cubicBezTo>
                    <a:cubicBezTo>
                      <a:pt x="363" y="103"/>
                      <a:pt x="363" y="103"/>
                      <a:pt x="363" y="103"/>
                    </a:cubicBezTo>
                    <a:cubicBezTo>
                      <a:pt x="357" y="114"/>
                      <a:pt x="357" y="114"/>
                      <a:pt x="357" y="114"/>
                    </a:cubicBezTo>
                    <a:cubicBezTo>
                      <a:pt x="362" y="119"/>
                      <a:pt x="362" y="119"/>
                      <a:pt x="362" y="119"/>
                    </a:cubicBezTo>
                    <a:cubicBezTo>
                      <a:pt x="366" y="128"/>
                      <a:pt x="366" y="128"/>
                      <a:pt x="366" y="128"/>
                    </a:cubicBezTo>
                    <a:cubicBezTo>
                      <a:pt x="368" y="128"/>
                      <a:pt x="368" y="128"/>
                      <a:pt x="368" y="128"/>
                    </a:cubicBezTo>
                    <a:cubicBezTo>
                      <a:pt x="365" y="138"/>
                      <a:pt x="365" y="138"/>
                      <a:pt x="365" y="138"/>
                    </a:cubicBezTo>
                    <a:cubicBezTo>
                      <a:pt x="356" y="132"/>
                      <a:pt x="356" y="132"/>
                      <a:pt x="356" y="132"/>
                    </a:cubicBezTo>
                    <a:cubicBezTo>
                      <a:pt x="336" y="122"/>
                      <a:pt x="336" y="122"/>
                      <a:pt x="336" y="122"/>
                    </a:cubicBezTo>
                    <a:cubicBezTo>
                      <a:pt x="327" y="122"/>
                      <a:pt x="327" y="122"/>
                      <a:pt x="327" y="122"/>
                    </a:cubicBezTo>
                    <a:cubicBezTo>
                      <a:pt x="314" y="117"/>
                      <a:pt x="314" y="117"/>
                      <a:pt x="314" y="117"/>
                    </a:cubicBezTo>
                    <a:cubicBezTo>
                      <a:pt x="304" y="109"/>
                      <a:pt x="304" y="109"/>
                      <a:pt x="304" y="109"/>
                    </a:cubicBezTo>
                    <a:cubicBezTo>
                      <a:pt x="299" y="114"/>
                      <a:pt x="299" y="114"/>
                      <a:pt x="299" y="114"/>
                    </a:cubicBezTo>
                    <a:cubicBezTo>
                      <a:pt x="304" y="128"/>
                      <a:pt x="304" y="128"/>
                      <a:pt x="304" y="128"/>
                    </a:cubicBezTo>
                    <a:cubicBezTo>
                      <a:pt x="290" y="132"/>
                      <a:pt x="290" y="132"/>
                      <a:pt x="290" y="132"/>
                    </a:cubicBezTo>
                    <a:cubicBezTo>
                      <a:pt x="293" y="140"/>
                      <a:pt x="293" y="140"/>
                      <a:pt x="293" y="140"/>
                    </a:cubicBezTo>
                    <a:cubicBezTo>
                      <a:pt x="287" y="142"/>
                      <a:pt x="287" y="142"/>
                      <a:pt x="287" y="142"/>
                    </a:cubicBezTo>
                    <a:cubicBezTo>
                      <a:pt x="282" y="140"/>
                      <a:pt x="282" y="140"/>
                      <a:pt x="282" y="140"/>
                    </a:cubicBezTo>
                    <a:cubicBezTo>
                      <a:pt x="287" y="125"/>
                      <a:pt x="287" y="125"/>
                      <a:pt x="287" y="125"/>
                    </a:cubicBezTo>
                    <a:cubicBezTo>
                      <a:pt x="270" y="130"/>
                      <a:pt x="270" y="130"/>
                      <a:pt x="270" y="130"/>
                    </a:cubicBezTo>
                    <a:cubicBezTo>
                      <a:pt x="264" y="129"/>
                      <a:pt x="264" y="129"/>
                      <a:pt x="264" y="129"/>
                    </a:cubicBezTo>
                    <a:cubicBezTo>
                      <a:pt x="256" y="138"/>
                      <a:pt x="256" y="138"/>
                      <a:pt x="256" y="138"/>
                    </a:cubicBezTo>
                    <a:cubicBezTo>
                      <a:pt x="242" y="139"/>
                      <a:pt x="242" y="139"/>
                      <a:pt x="242" y="139"/>
                    </a:cubicBezTo>
                    <a:cubicBezTo>
                      <a:pt x="248" y="133"/>
                      <a:pt x="248" y="133"/>
                      <a:pt x="248" y="133"/>
                    </a:cubicBezTo>
                    <a:cubicBezTo>
                      <a:pt x="247" y="128"/>
                      <a:pt x="247" y="128"/>
                      <a:pt x="247" y="128"/>
                    </a:cubicBezTo>
                    <a:cubicBezTo>
                      <a:pt x="252" y="123"/>
                      <a:pt x="252" y="123"/>
                      <a:pt x="252" y="123"/>
                    </a:cubicBezTo>
                    <a:cubicBezTo>
                      <a:pt x="244" y="124"/>
                      <a:pt x="244" y="124"/>
                      <a:pt x="244" y="124"/>
                    </a:cubicBezTo>
                    <a:cubicBezTo>
                      <a:pt x="186" y="149"/>
                      <a:pt x="186" y="149"/>
                      <a:pt x="186" y="149"/>
                    </a:cubicBezTo>
                    <a:cubicBezTo>
                      <a:pt x="181" y="162"/>
                      <a:pt x="181" y="162"/>
                      <a:pt x="181" y="162"/>
                    </a:cubicBezTo>
                    <a:cubicBezTo>
                      <a:pt x="168" y="161"/>
                      <a:pt x="168" y="161"/>
                      <a:pt x="168" y="161"/>
                    </a:cubicBezTo>
                    <a:cubicBezTo>
                      <a:pt x="162" y="152"/>
                      <a:pt x="162" y="152"/>
                      <a:pt x="162" y="152"/>
                    </a:cubicBezTo>
                    <a:cubicBezTo>
                      <a:pt x="173" y="143"/>
                      <a:pt x="173" y="143"/>
                      <a:pt x="173" y="143"/>
                    </a:cubicBezTo>
                    <a:cubicBezTo>
                      <a:pt x="161" y="128"/>
                      <a:pt x="161" y="128"/>
                      <a:pt x="161" y="128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47" y="128"/>
                      <a:pt x="147" y="128"/>
                      <a:pt x="147" y="128"/>
                    </a:cubicBezTo>
                    <a:cubicBezTo>
                      <a:pt x="151" y="136"/>
                      <a:pt x="151" y="136"/>
                      <a:pt x="151" y="136"/>
                    </a:cubicBezTo>
                    <a:cubicBezTo>
                      <a:pt x="151" y="143"/>
                      <a:pt x="151" y="143"/>
                      <a:pt x="151" y="143"/>
                    </a:cubicBezTo>
                    <a:cubicBezTo>
                      <a:pt x="146" y="153"/>
                      <a:pt x="146" y="153"/>
                      <a:pt x="146" y="153"/>
                    </a:cubicBezTo>
                    <a:cubicBezTo>
                      <a:pt x="153" y="154"/>
                      <a:pt x="153" y="154"/>
                      <a:pt x="153" y="154"/>
                    </a:cubicBezTo>
                    <a:cubicBezTo>
                      <a:pt x="154" y="168"/>
                      <a:pt x="154" y="168"/>
                      <a:pt x="154" y="168"/>
                    </a:cubicBezTo>
                    <a:cubicBezTo>
                      <a:pt x="144" y="177"/>
                      <a:pt x="144" y="177"/>
                      <a:pt x="144" y="177"/>
                    </a:cubicBezTo>
                    <a:cubicBezTo>
                      <a:pt x="129" y="169"/>
                      <a:pt x="129" y="169"/>
                      <a:pt x="129" y="169"/>
                    </a:cubicBezTo>
                    <a:cubicBezTo>
                      <a:pt x="124" y="176"/>
                      <a:pt x="124" y="176"/>
                      <a:pt x="124" y="176"/>
                    </a:cubicBezTo>
                    <a:cubicBezTo>
                      <a:pt x="108" y="185"/>
                      <a:pt x="108" y="185"/>
                      <a:pt x="108" y="185"/>
                    </a:cubicBezTo>
                    <a:cubicBezTo>
                      <a:pt x="111" y="193"/>
                      <a:pt x="111" y="193"/>
                      <a:pt x="111" y="193"/>
                    </a:cubicBezTo>
                    <a:cubicBezTo>
                      <a:pt x="116" y="200"/>
                      <a:pt x="116" y="200"/>
                      <a:pt x="116" y="200"/>
                    </a:cubicBezTo>
                    <a:cubicBezTo>
                      <a:pt x="104" y="201"/>
                      <a:pt x="104" y="201"/>
                      <a:pt x="104" y="201"/>
                    </a:cubicBezTo>
                    <a:cubicBezTo>
                      <a:pt x="98" y="196"/>
                      <a:pt x="98" y="196"/>
                      <a:pt x="98" y="196"/>
                    </a:cubicBezTo>
                    <a:cubicBezTo>
                      <a:pt x="90" y="193"/>
                      <a:pt x="90" y="193"/>
                      <a:pt x="90" y="193"/>
                    </a:cubicBezTo>
                    <a:cubicBezTo>
                      <a:pt x="82" y="187"/>
                      <a:pt x="82" y="187"/>
                      <a:pt x="82" y="187"/>
                    </a:cubicBezTo>
                    <a:cubicBezTo>
                      <a:pt x="76" y="195"/>
                      <a:pt x="76" y="195"/>
                      <a:pt x="76" y="195"/>
                    </a:cubicBezTo>
                    <a:cubicBezTo>
                      <a:pt x="80" y="202"/>
                      <a:pt x="80" y="202"/>
                      <a:pt x="80" y="202"/>
                    </a:cubicBezTo>
                    <a:cubicBezTo>
                      <a:pt x="84" y="202"/>
                      <a:pt x="84" y="202"/>
                      <a:pt x="84" y="202"/>
                    </a:cubicBezTo>
                    <a:cubicBezTo>
                      <a:pt x="88" y="207"/>
                      <a:pt x="88" y="207"/>
                      <a:pt x="88" y="207"/>
                    </a:cubicBezTo>
                    <a:cubicBezTo>
                      <a:pt x="88" y="212"/>
                      <a:pt x="88" y="212"/>
                      <a:pt x="88" y="212"/>
                    </a:cubicBezTo>
                    <a:cubicBezTo>
                      <a:pt x="77" y="212"/>
                      <a:pt x="77" y="212"/>
                      <a:pt x="77" y="212"/>
                    </a:cubicBezTo>
                    <a:cubicBezTo>
                      <a:pt x="65" y="201"/>
                      <a:pt x="65" y="201"/>
                      <a:pt x="65" y="201"/>
                    </a:cubicBezTo>
                    <a:cubicBezTo>
                      <a:pt x="61" y="191"/>
                      <a:pt x="61" y="191"/>
                      <a:pt x="61" y="191"/>
                    </a:cubicBezTo>
                    <a:cubicBezTo>
                      <a:pt x="63" y="181"/>
                      <a:pt x="63" y="181"/>
                      <a:pt x="63" y="181"/>
                    </a:cubicBezTo>
                    <a:cubicBezTo>
                      <a:pt x="47" y="166"/>
                      <a:pt x="47" y="166"/>
                      <a:pt x="47" y="166"/>
                    </a:cubicBezTo>
                    <a:cubicBezTo>
                      <a:pt x="40" y="151"/>
                      <a:pt x="40" y="151"/>
                      <a:pt x="40" y="151"/>
                    </a:cubicBezTo>
                    <a:cubicBezTo>
                      <a:pt x="49" y="157"/>
                      <a:pt x="49" y="157"/>
                      <a:pt x="49" y="157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65" y="171"/>
                      <a:pt x="65" y="171"/>
                      <a:pt x="65" y="171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98" y="176"/>
                      <a:pt x="98" y="176"/>
                      <a:pt x="98" y="176"/>
                    </a:cubicBezTo>
                    <a:cubicBezTo>
                      <a:pt x="106" y="172"/>
                      <a:pt x="106" y="172"/>
                      <a:pt x="106" y="172"/>
                    </a:cubicBezTo>
                    <a:cubicBezTo>
                      <a:pt x="117" y="163"/>
                      <a:pt x="117" y="163"/>
                      <a:pt x="117" y="163"/>
                    </a:cubicBezTo>
                    <a:cubicBezTo>
                      <a:pt x="120" y="151"/>
                      <a:pt x="120" y="151"/>
                      <a:pt x="120" y="151"/>
                    </a:cubicBezTo>
                    <a:cubicBezTo>
                      <a:pt x="115" y="137"/>
                      <a:pt x="115" y="137"/>
                      <a:pt x="115" y="137"/>
                    </a:cubicBezTo>
                    <a:cubicBezTo>
                      <a:pt x="105" y="132"/>
                      <a:pt x="105" y="132"/>
                      <a:pt x="105" y="132"/>
                    </a:cubicBezTo>
                    <a:cubicBezTo>
                      <a:pt x="85" y="115"/>
                      <a:pt x="85" y="115"/>
                      <a:pt x="85" y="115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72" y="101"/>
                      <a:pt x="72" y="101"/>
                      <a:pt x="72" y="101"/>
                    </a:cubicBezTo>
                    <a:cubicBezTo>
                      <a:pt x="63" y="96"/>
                      <a:pt x="63" y="96"/>
                      <a:pt x="63" y="96"/>
                    </a:cubicBezTo>
                    <a:cubicBezTo>
                      <a:pt x="57" y="103"/>
                      <a:pt x="57" y="103"/>
                      <a:pt x="57" y="103"/>
                    </a:cubicBezTo>
                    <a:cubicBezTo>
                      <a:pt x="43" y="91"/>
                      <a:pt x="43" y="91"/>
                      <a:pt x="43" y="91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48" y="78"/>
                      <a:pt x="48" y="78"/>
                      <a:pt x="48" y="78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24" y="104"/>
                      <a:pt x="24" y="104"/>
                      <a:pt x="24" y="104"/>
                    </a:cubicBezTo>
                    <a:cubicBezTo>
                      <a:pt x="17" y="114"/>
                      <a:pt x="17" y="114"/>
                      <a:pt x="17" y="114"/>
                    </a:cubicBezTo>
                    <a:cubicBezTo>
                      <a:pt x="13" y="122"/>
                      <a:pt x="13" y="122"/>
                      <a:pt x="13" y="122"/>
                    </a:cubicBezTo>
                    <a:cubicBezTo>
                      <a:pt x="17" y="131"/>
                      <a:pt x="17" y="131"/>
                      <a:pt x="17" y="131"/>
                    </a:cubicBezTo>
                    <a:cubicBezTo>
                      <a:pt x="8" y="146"/>
                      <a:pt x="8" y="146"/>
                      <a:pt x="8" y="146"/>
                    </a:cubicBezTo>
                    <a:cubicBezTo>
                      <a:pt x="18" y="169"/>
                      <a:pt x="18" y="169"/>
                      <a:pt x="18" y="169"/>
                    </a:cubicBezTo>
                    <a:cubicBezTo>
                      <a:pt x="10" y="181"/>
                      <a:pt x="10" y="181"/>
                      <a:pt x="10" y="181"/>
                    </a:cubicBezTo>
                    <a:cubicBezTo>
                      <a:pt x="21" y="207"/>
                      <a:pt x="21" y="207"/>
                      <a:pt x="21" y="207"/>
                    </a:cubicBezTo>
                    <a:cubicBezTo>
                      <a:pt x="29" y="212"/>
                      <a:pt x="29" y="212"/>
                      <a:pt x="29" y="212"/>
                    </a:cubicBezTo>
                    <a:cubicBezTo>
                      <a:pt x="31" y="221"/>
                      <a:pt x="31" y="221"/>
                      <a:pt x="31" y="221"/>
                    </a:cubicBezTo>
                    <a:cubicBezTo>
                      <a:pt x="5" y="245"/>
                      <a:pt x="5" y="245"/>
                      <a:pt x="5" y="245"/>
                    </a:cubicBezTo>
                    <a:cubicBezTo>
                      <a:pt x="4" y="250"/>
                      <a:pt x="4" y="250"/>
                      <a:pt x="4" y="250"/>
                    </a:cubicBezTo>
                    <a:cubicBezTo>
                      <a:pt x="5" y="249"/>
                      <a:pt x="5" y="249"/>
                      <a:pt x="5" y="249"/>
                    </a:cubicBezTo>
                    <a:cubicBezTo>
                      <a:pt x="9" y="250"/>
                      <a:pt x="9" y="250"/>
                      <a:pt x="9" y="250"/>
                    </a:cubicBezTo>
                    <a:cubicBezTo>
                      <a:pt x="5" y="258"/>
                      <a:pt x="5" y="258"/>
                      <a:pt x="5" y="258"/>
                    </a:cubicBezTo>
                    <a:cubicBezTo>
                      <a:pt x="9" y="261"/>
                      <a:pt x="9" y="261"/>
                      <a:pt x="9" y="261"/>
                    </a:cubicBezTo>
                    <a:cubicBezTo>
                      <a:pt x="18" y="261"/>
                      <a:pt x="18" y="261"/>
                      <a:pt x="18" y="261"/>
                    </a:cubicBezTo>
                    <a:cubicBezTo>
                      <a:pt x="22" y="264"/>
                      <a:pt x="22" y="264"/>
                      <a:pt x="22" y="264"/>
                    </a:cubicBezTo>
                    <a:cubicBezTo>
                      <a:pt x="21" y="266"/>
                      <a:pt x="21" y="266"/>
                      <a:pt x="21" y="266"/>
                    </a:cubicBezTo>
                    <a:cubicBezTo>
                      <a:pt x="8" y="265"/>
                      <a:pt x="8" y="265"/>
                      <a:pt x="8" y="265"/>
                    </a:cubicBezTo>
                    <a:cubicBezTo>
                      <a:pt x="3" y="267"/>
                      <a:pt x="3" y="267"/>
                      <a:pt x="3" y="267"/>
                    </a:cubicBezTo>
                    <a:cubicBezTo>
                      <a:pt x="1" y="271"/>
                      <a:pt x="1" y="271"/>
                      <a:pt x="1" y="271"/>
                    </a:cubicBezTo>
                    <a:cubicBezTo>
                      <a:pt x="4" y="273"/>
                      <a:pt x="4" y="273"/>
                      <a:pt x="4" y="273"/>
                    </a:cubicBezTo>
                    <a:cubicBezTo>
                      <a:pt x="0" y="293"/>
                      <a:pt x="0" y="293"/>
                      <a:pt x="0" y="293"/>
                    </a:cubicBezTo>
                    <a:cubicBezTo>
                      <a:pt x="5" y="300"/>
                      <a:pt x="5" y="300"/>
                      <a:pt x="5" y="300"/>
                    </a:cubicBezTo>
                    <a:cubicBezTo>
                      <a:pt x="2" y="308"/>
                      <a:pt x="2" y="308"/>
                      <a:pt x="2" y="308"/>
                    </a:cubicBezTo>
                    <a:cubicBezTo>
                      <a:pt x="4" y="316"/>
                      <a:pt x="4" y="316"/>
                      <a:pt x="4" y="316"/>
                    </a:cubicBezTo>
                    <a:cubicBezTo>
                      <a:pt x="26" y="328"/>
                      <a:pt x="26" y="328"/>
                      <a:pt x="26" y="328"/>
                    </a:cubicBezTo>
                    <a:cubicBezTo>
                      <a:pt x="30" y="348"/>
                      <a:pt x="30" y="348"/>
                      <a:pt x="30" y="348"/>
                    </a:cubicBezTo>
                    <a:cubicBezTo>
                      <a:pt x="36" y="351"/>
                      <a:pt x="36" y="351"/>
                      <a:pt x="36" y="351"/>
                    </a:cubicBezTo>
                    <a:cubicBezTo>
                      <a:pt x="32" y="373"/>
                      <a:pt x="32" y="373"/>
                      <a:pt x="32" y="373"/>
                    </a:cubicBezTo>
                    <a:cubicBezTo>
                      <a:pt x="52" y="375"/>
                      <a:pt x="52" y="375"/>
                      <a:pt x="52" y="375"/>
                    </a:cubicBezTo>
                    <a:cubicBezTo>
                      <a:pt x="48" y="388"/>
                      <a:pt x="48" y="388"/>
                      <a:pt x="48" y="388"/>
                    </a:cubicBezTo>
                    <a:cubicBezTo>
                      <a:pt x="65" y="388"/>
                      <a:pt x="65" y="388"/>
                      <a:pt x="65" y="388"/>
                    </a:cubicBezTo>
                    <a:cubicBezTo>
                      <a:pt x="74" y="395"/>
                      <a:pt x="74" y="395"/>
                      <a:pt x="74" y="395"/>
                    </a:cubicBezTo>
                    <a:cubicBezTo>
                      <a:pt x="83" y="397"/>
                      <a:pt x="83" y="397"/>
                      <a:pt x="83" y="397"/>
                    </a:cubicBezTo>
                    <a:cubicBezTo>
                      <a:pt x="85" y="403"/>
                      <a:pt x="85" y="403"/>
                      <a:pt x="85" y="403"/>
                    </a:cubicBezTo>
                    <a:cubicBezTo>
                      <a:pt x="93" y="402"/>
                      <a:pt x="93" y="402"/>
                      <a:pt x="93" y="402"/>
                    </a:cubicBezTo>
                    <a:cubicBezTo>
                      <a:pt x="106" y="413"/>
                      <a:pt x="106" y="413"/>
                      <a:pt x="106" y="413"/>
                    </a:cubicBezTo>
                    <a:cubicBezTo>
                      <a:pt x="97" y="435"/>
                      <a:pt x="97" y="435"/>
                      <a:pt x="97" y="435"/>
                    </a:cubicBezTo>
                    <a:cubicBezTo>
                      <a:pt x="102" y="434"/>
                      <a:pt x="102" y="434"/>
                      <a:pt x="102" y="434"/>
                    </a:cubicBezTo>
                    <a:cubicBezTo>
                      <a:pt x="104" y="438"/>
                      <a:pt x="104" y="438"/>
                      <a:pt x="104" y="438"/>
                    </a:cubicBezTo>
                    <a:cubicBezTo>
                      <a:pt x="91" y="448"/>
                      <a:pt x="91" y="448"/>
                      <a:pt x="91" y="448"/>
                    </a:cubicBezTo>
                    <a:cubicBezTo>
                      <a:pt x="94" y="453"/>
                      <a:pt x="94" y="453"/>
                      <a:pt x="94" y="453"/>
                    </a:cubicBezTo>
                    <a:cubicBezTo>
                      <a:pt x="89" y="453"/>
                      <a:pt x="89" y="453"/>
                      <a:pt x="89" y="453"/>
                    </a:cubicBezTo>
                    <a:cubicBezTo>
                      <a:pt x="89" y="459"/>
                      <a:pt x="89" y="459"/>
                      <a:pt x="89" y="459"/>
                    </a:cubicBezTo>
                    <a:cubicBezTo>
                      <a:pt x="81" y="459"/>
                      <a:pt x="81" y="459"/>
                      <a:pt x="81" y="459"/>
                    </a:cubicBezTo>
                    <a:cubicBezTo>
                      <a:pt x="81" y="464"/>
                      <a:pt x="81" y="464"/>
                      <a:pt x="81" y="464"/>
                    </a:cubicBezTo>
                    <a:cubicBezTo>
                      <a:pt x="86" y="464"/>
                      <a:pt x="86" y="464"/>
                      <a:pt x="86" y="464"/>
                    </a:cubicBezTo>
                    <a:cubicBezTo>
                      <a:pt x="93" y="467"/>
                      <a:pt x="93" y="467"/>
                      <a:pt x="93" y="467"/>
                    </a:cubicBezTo>
                    <a:cubicBezTo>
                      <a:pt x="101" y="480"/>
                      <a:pt x="101" y="480"/>
                      <a:pt x="101" y="480"/>
                    </a:cubicBezTo>
                    <a:cubicBezTo>
                      <a:pt x="107" y="487"/>
                      <a:pt x="107" y="487"/>
                      <a:pt x="107" y="487"/>
                    </a:cubicBezTo>
                    <a:cubicBezTo>
                      <a:pt x="118" y="493"/>
                      <a:pt x="118" y="493"/>
                      <a:pt x="118" y="493"/>
                    </a:cubicBezTo>
                    <a:cubicBezTo>
                      <a:pt x="126" y="488"/>
                      <a:pt x="126" y="488"/>
                      <a:pt x="126" y="488"/>
                    </a:cubicBezTo>
                    <a:cubicBezTo>
                      <a:pt x="140" y="490"/>
                      <a:pt x="140" y="490"/>
                      <a:pt x="140" y="490"/>
                    </a:cubicBezTo>
                    <a:cubicBezTo>
                      <a:pt x="163" y="510"/>
                      <a:pt x="163" y="510"/>
                      <a:pt x="163" y="510"/>
                    </a:cubicBezTo>
                    <a:cubicBezTo>
                      <a:pt x="171" y="513"/>
                      <a:pt x="171" y="513"/>
                      <a:pt x="171" y="513"/>
                    </a:cubicBezTo>
                    <a:cubicBezTo>
                      <a:pt x="186" y="503"/>
                      <a:pt x="186" y="503"/>
                      <a:pt x="186" y="503"/>
                    </a:cubicBezTo>
                    <a:cubicBezTo>
                      <a:pt x="181" y="494"/>
                      <a:pt x="181" y="494"/>
                      <a:pt x="181" y="494"/>
                    </a:cubicBezTo>
                    <a:cubicBezTo>
                      <a:pt x="177" y="482"/>
                      <a:pt x="177" y="482"/>
                      <a:pt x="177" y="482"/>
                    </a:cubicBezTo>
                    <a:cubicBezTo>
                      <a:pt x="174" y="478"/>
                      <a:pt x="174" y="478"/>
                      <a:pt x="174" y="478"/>
                    </a:cubicBezTo>
                    <a:cubicBezTo>
                      <a:pt x="174" y="464"/>
                      <a:pt x="174" y="464"/>
                      <a:pt x="174" y="464"/>
                    </a:cubicBezTo>
                    <a:cubicBezTo>
                      <a:pt x="178" y="456"/>
                      <a:pt x="178" y="456"/>
                      <a:pt x="178" y="456"/>
                    </a:cubicBezTo>
                    <a:cubicBezTo>
                      <a:pt x="186" y="455"/>
                      <a:pt x="186" y="455"/>
                      <a:pt x="186" y="455"/>
                    </a:cubicBezTo>
                    <a:cubicBezTo>
                      <a:pt x="190" y="446"/>
                      <a:pt x="190" y="446"/>
                      <a:pt x="190" y="446"/>
                    </a:cubicBezTo>
                    <a:cubicBezTo>
                      <a:pt x="189" y="444"/>
                      <a:pt x="189" y="444"/>
                      <a:pt x="189" y="444"/>
                    </a:cubicBezTo>
                    <a:cubicBezTo>
                      <a:pt x="166" y="414"/>
                      <a:pt x="166" y="414"/>
                      <a:pt x="166" y="414"/>
                    </a:cubicBezTo>
                    <a:cubicBezTo>
                      <a:pt x="176" y="404"/>
                      <a:pt x="176" y="404"/>
                      <a:pt x="176" y="404"/>
                    </a:cubicBezTo>
                    <a:cubicBezTo>
                      <a:pt x="186" y="414"/>
                      <a:pt x="186" y="414"/>
                      <a:pt x="186" y="414"/>
                    </a:cubicBezTo>
                    <a:cubicBezTo>
                      <a:pt x="191" y="407"/>
                      <a:pt x="191" y="407"/>
                      <a:pt x="191" y="407"/>
                    </a:cubicBezTo>
                    <a:cubicBezTo>
                      <a:pt x="188" y="398"/>
                      <a:pt x="188" y="398"/>
                      <a:pt x="188" y="398"/>
                    </a:cubicBezTo>
                    <a:cubicBezTo>
                      <a:pt x="207" y="381"/>
                      <a:pt x="207" y="381"/>
                      <a:pt x="207" y="381"/>
                    </a:cubicBezTo>
                    <a:cubicBezTo>
                      <a:pt x="226" y="380"/>
                      <a:pt x="226" y="380"/>
                      <a:pt x="226" y="380"/>
                    </a:cubicBezTo>
                    <a:cubicBezTo>
                      <a:pt x="239" y="393"/>
                      <a:pt x="239" y="393"/>
                      <a:pt x="239" y="393"/>
                    </a:cubicBezTo>
                    <a:cubicBezTo>
                      <a:pt x="247" y="391"/>
                      <a:pt x="247" y="391"/>
                      <a:pt x="247" y="391"/>
                    </a:cubicBezTo>
                    <a:cubicBezTo>
                      <a:pt x="256" y="399"/>
                      <a:pt x="256" y="399"/>
                      <a:pt x="256" y="399"/>
                    </a:cubicBezTo>
                    <a:cubicBezTo>
                      <a:pt x="263" y="390"/>
                      <a:pt x="263" y="390"/>
                      <a:pt x="263" y="390"/>
                    </a:cubicBezTo>
                    <a:cubicBezTo>
                      <a:pt x="279" y="397"/>
                      <a:pt x="279" y="397"/>
                      <a:pt x="279" y="397"/>
                    </a:cubicBezTo>
                    <a:cubicBezTo>
                      <a:pt x="281" y="386"/>
                      <a:pt x="281" y="386"/>
                      <a:pt x="281" y="386"/>
                    </a:cubicBezTo>
                    <a:cubicBezTo>
                      <a:pt x="290" y="380"/>
                      <a:pt x="290" y="380"/>
                      <a:pt x="290" y="380"/>
                    </a:cubicBezTo>
                    <a:cubicBezTo>
                      <a:pt x="287" y="376"/>
                      <a:pt x="287" y="376"/>
                      <a:pt x="287" y="376"/>
                    </a:cubicBezTo>
                    <a:cubicBezTo>
                      <a:pt x="300" y="366"/>
                      <a:pt x="300" y="366"/>
                      <a:pt x="300" y="366"/>
                    </a:cubicBezTo>
                    <a:cubicBezTo>
                      <a:pt x="295" y="355"/>
                      <a:pt x="295" y="355"/>
                      <a:pt x="295" y="355"/>
                    </a:cubicBezTo>
                    <a:cubicBezTo>
                      <a:pt x="299" y="351"/>
                      <a:pt x="299" y="351"/>
                      <a:pt x="299" y="351"/>
                    </a:cubicBezTo>
                    <a:cubicBezTo>
                      <a:pt x="311" y="356"/>
                      <a:pt x="311" y="356"/>
                      <a:pt x="311" y="356"/>
                    </a:cubicBezTo>
                    <a:cubicBezTo>
                      <a:pt x="354" y="341"/>
                      <a:pt x="354" y="341"/>
                      <a:pt x="354" y="341"/>
                    </a:cubicBezTo>
                    <a:cubicBezTo>
                      <a:pt x="367" y="343"/>
                      <a:pt x="367" y="343"/>
                      <a:pt x="367" y="343"/>
                    </a:cubicBezTo>
                    <a:cubicBezTo>
                      <a:pt x="379" y="355"/>
                      <a:pt x="379" y="355"/>
                      <a:pt x="379" y="355"/>
                    </a:cubicBezTo>
                    <a:cubicBezTo>
                      <a:pt x="434" y="360"/>
                      <a:pt x="434" y="360"/>
                      <a:pt x="434" y="360"/>
                    </a:cubicBezTo>
                    <a:cubicBezTo>
                      <a:pt x="443" y="380"/>
                      <a:pt x="443" y="380"/>
                      <a:pt x="443" y="380"/>
                    </a:cubicBezTo>
                    <a:cubicBezTo>
                      <a:pt x="457" y="383"/>
                      <a:pt x="457" y="383"/>
                      <a:pt x="457" y="383"/>
                    </a:cubicBezTo>
                    <a:cubicBezTo>
                      <a:pt x="470" y="398"/>
                      <a:pt x="470" y="398"/>
                      <a:pt x="470" y="398"/>
                    </a:cubicBezTo>
                    <a:cubicBezTo>
                      <a:pt x="487" y="397"/>
                      <a:pt x="487" y="397"/>
                      <a:pt x="487" y="397"/>
                    </a:cubicBezTo>
                    <a:cubicBezTo>
                      <a:pt x="492" y="409"/>
                      <a:pt x="492" y="409"/>
                      <a:pt x="492" y="409"/>
                    </a:cubicBezTo>
                    <a:cubicBezTo>
                      <a:pt x="508" y="409"/>
                      <a:pt x="508" y="409"/>
                      <a:pt x="508" y="409"/>
                    </a:cubicBezTo>
                    <a:cubicBezTo>
                      <a:pt x="517" y="415"/>
                      <a:pt x="517" y="415"/>
                      <a:pt x="517" y="415"/>
                    </a:cubicBezTo>
                    <a:cubicBezTo>
                      <a:pt x="536" y="413"/>
                      <a:pt x="536" y="413"/>
                      <a:pt x="536" y="413"/>
                    </a:cubicBezTo>
                    <a:cubicBezTo>
                      <a:pt x="551" y="399"/>
                      <a:pt x="551" y="399"/>
                      <a:pt x="551" y="399"/>
                    </a:cubicBezTo>
                    <a:cubicBezTo>
                      <a:pt x="551" y="399"/>
                      <a:pt x="552" y="399"/>
                      <a:pt x="553" y="399"/>
                    </a:cubicBezTo>
                    <a:cubicBezTo>
                      <a:pt x="555" y="398"/>
                      <a:pt x="555" y="398"/>
                      <a:pt x="555" y="398"/>
                    </a:cubicBezTo>
                    <a:cubicBezTo>
                      <a:pt x="560" y="397"/>
                      <a:pt x="565" y="397"/>
                      <a:pt x="570" y="397"/>
                    </a:cubicBezTo>
                    <a:cubicBezTo>
                      <a:pt x="576" y="396"/>
                      <a:pt x="581" y="396"/>
                      <a:pt x="588" y="395"/>
                    </a:cubicBezTo>
                    <a:cubicBezTo>
                      <a:pt x="594" y="395"/>
                      <a:pt x="594" y="395"/>
                      <a:pt x="594" y="395"/>
                    </a:cubicBezTo>
                    <a:cubicBezTo>
                      <a:pt x="606" y="404"/>
                      <a:pt x="606" y="404"/>
                      <a:pt x="606" y="404"/>
                    </a:cubicBezTo>
                    <a:cubicBezTo>
                      <a:pt x="632" y="395"/>
                      <a:pt x="632" y="395"/>
                      <a:pt x="632" y="395"/>
                    </a:cubicBezTo>
                    <a:cubicBezTo>
                      <a:pt x="632" y="388"/>
                      <a:pt x="632" y="388"/>
                      <a:pt x="632" y="388"/>
                    </a:cubicBezTo>
                    <a:cubicBezTo>
                      <a:pt x="640" y="384"/>
                      <a:pt x="640" y="384"/>
                      <a:pt x="640" y="384"/>
                    </a:cubicBezTo>
                    <a:cubicBezTo>
                      <a:pt x="655" y="388"/>
                      <a:pt x="655" y="388"/>
                      <a:pt x="655" y="388"/>
                    </a:cubicBezTo>
                    <a:cubicBezTo>
                      <a:pt x="664" y="403"/>
                      <a:pt x="664" y="403"/>
                      <a:pt x="664" y="403"/>
                    </a:cubicBezTo>
                    <a:cubicBezTo>
                      <a:pt x="692" y="401"/>
                      <a:pt x="692" y="401"/>
                      <a:pt x="692" y="401"/>
                    </a:cubicBezTo>
                    <a:cubicBezTo>
                      <a:pt x="726" y="413"/>
                      <a:pt x="726" y="413"/>
                      <a:pt x="726" y="413"/>
                    </a:cubicBezTo>
                    <a:cubicBezTo>
                      <a:pt x="737" y="408"/>
                      <a:pt x="737" y="408"/>
                      <a:pt x="737" y="408"/>
                    </a:cubicBezTo>
                    <a:cubicBezTo>
                      <a:pt x="752" y="412"/>
                      <a:pt x="752" y="412"/>
                      <a:pt x="752" y="412"/>
                    </a:cubicBezTo>
                    <a:cubicBezTo>
                      <a:pt x="758" y="403"/>
                      <a:pt x="758" y="403"/>
                      <a:pt x="758" y="403"/>
                    </a:cubicBezTo>
                    <a:cubicBezTo>
                      <a:pt x="768" y="408"/>
                      <a:pt x="768" y="408"/>
                      <a:pt x="768" y="408"/>
                    </a:cubicBezTo>
                    <a:cubicBezTo>
                      <a:pt x="771" y="408"/>
                      <a:pt x="775" y="408"/>
                      <a:pt x="779" y="408"/>
                    </a:cubicBezTo>
                    <a:cubicBezTo>
                      <a:pt x="783" y="407"/>
                      <a:pt x="788" y="407"/>
                      <a:pt x="792" y="406"/>
                    </a:cubicBezTo>
                    <a:cubicBezTo>
                      <a:pt x="806" y="405"/>
                      <a:pt x="806" y="405"/>
                      <a:pt x="806" y="405"/>
                    </a:cubicBezTo>
                    <a:cubicBezTo>
                      <a:pt x="824" y="376"/>
                      <a:pt x="824" y="376"/>
                      <a:pt x="824" y="376"/>
                    </a:cubicBezTo>
                    <a:cubicBezTo>
                      <a:pt x="820" y="368"/>
                      <a:pt x="820" y="368"/>
                      <a:pt x="820" y="368"/>
                    </a:cubicBezTo>
                    <a:cubicBezTo>
                      <a:pt x="820" y="368"/>
                      <a:pt x="820" y="368"/>
                      <a:pt x="820" y="368"/>
                    </a:cubicBezTo>
                    <a:cubicBezTo>
                      <a:pt x="821" y="368"/>
                      <a:pt x="821" y="368"/>
                      <a:pt x="821" y="368"/>
                    </a:cubicBezTo>
                    <a:cubicBezTo>
                      <a:pt x="823" y="366"/>
                      <a:pt x="826" y="365"/>
                      <a:pt x="830" y="364"/>
                    </a:cubicBezTo>
                    <a:cubicBezTo>
                      <a:pt x="836" y="363"/>
                      <a:pt x="842" y="362"/>
                      <a:pt x="848" y="361"/>
                    </a:cubicBezTo>
                    <a:cubicBezTo>
                      <a:pt x="851" y="361"/>
                      <a:pt x="851" y="361"/>
                      <a:pt x="851" y="361"/>
                    </a:cubicBezTo>
                    <a:cubicBezTo>
                      <a:pt x="865" y="368"/>
                      <a:pt x="865" y="368"/>
                      <a:pt x="865" y="368"/>
                    </a:cubicBezTo>
                    <a:cubicBezTo>
                      <a:pt x="884" y="404"/>
                      <a:pt x="884" y="404"/>
                      <a:pt x="884" y="404"/>
                    </a:cubicBezTo>
                    <a:cubicBezTo>
                      <a:pt x="913" y="421"/>
                      <a:pt x="913" y="421"/>
                      <a:pt x="913" y="421"/>
                    </a:cubicBezTo>
                    <a:cubicBezTo>
                      <a:pt x="917" y="431"/>
                      <a:pt x="917" y="431"/>
                      <a:pt x="917" y="431"/>
                    </a:cubicBezTo>
                    <a:cubicBezTo>
                      <a:pt x="920" y="429"/>
                      <a:pt x="920" y="429"/>
                      <a:pt x="920" y="429"/>
                    </a:cubicBezTo>
                    <a:cubicBezTo>
                      <a:pt x="926" y="424"/>
                      <a:pt x="933" y="421"/>
                      <a:pt x="939" y="417"/>
                    </a:cubicBezTo>
                    <a:cubicBezTo>
                      <a:pt x="942" y="416"/>
                      <a:pt x="945" y="415"/>
                      <a:pt x="948" y="415"/>
                    </a:cubicBezTo>
                    <a:cubicBezTo>
                      <a:pt x="926" y="461"/>
                      <a:pt x="926" y="461"/>
                      <a:pt x="926" y="461"/>
                    </a:cubicBezTo>
                    <a:cubicBezTo>
                      <a:pt x="915" y="468"/>
                      <a:pt x="915" y="468"/>
                      <a:pt x="915" y="468"/>
                    </a:cubicBezTo>
                    <a:cubicBezTo>
                      <a:pt x="918" y="490"/>
                      <a:pt x="918" y="490"/>
                      <a:pt x="918" y="490"/>
                    </a:cubicBezTo>
                    <a:cubicBezTo>
                      <a:pt x="922" y="484"/>
                      <a:pt x="922" y="484"/>
                      <a:pt x="922" y="484"/>
                    </a:cubicBezTo>
                    <a:cubicBezTo>
                      <a:pt x="926" y="484"/>
                      <a:pt x="926" y="484"/>
                      <a:pt x="926" y="484"/>
                    </a:cubicBezTo>
                    <a:cubicBezTo>
                      <a:pt x="925" y="489"/>
                      <a:pt x="925" y="489"/>
                      <a:pt x="925" y="489"/>
                    </a:cubicBezTo>
                    <a:cubicBezTo>
                      <a:pt x="928" y="492"/>
                      <a:pt x="928" y="492"/>
                      <a:pt x="928" y="492"/>
                    </a:cubicBezTo>
                    <a:cubicBezTo>
                      <a:pt x="932" y="493"/>
                      <a:pt x="932" y="493"/>
                      <a:pt x="932" y="493"/>
                    </a:cubicBezTo>
                    <a:cubicBezTo>
                      <a:pt x="964" y="466"/>
                      <a:pt x="964" y="466"/>
                      <a:pt x="964" y="466"/>
                    </a:cubicBezTo>
                    <a:cubicBezTo>
                      <a:pt x="982" y="435"/>
                      <a:pt x="982" y="435"/>
                      <a:pt x="982" y="435"/>
                    </a:cubicBezTo>
                    <a:cubicBezTo>
                      <a:pt x="993" y="424"/>
                      <a:pt x="993" y="424"/>
                      <a:pt x="993" y="424"/>
                    </a:cubicBezTo>
                    <a:cubicBezTo>
                      <a:pt x="999" y="406"/>
                      <a:pt x="999" y="406"/>
                      <a:pt x="999" y="406"/>
                    </a:cubicBezTo>
                    <a:cubicBezTo>
                      <a:pt x="996" y="391"/>
                      <a:pt x="998" y="380"/>
                      <a:pt x="1005" y="375"/>
                    </a:cubicBezTo>
                    <a:cubicBezTo>
                      <a:pt x="1005" y="371"/>
                      <a:pt x="1005" y="371"/>
                      <a:pt x="1005" y="371"/>
                    </a:cubicBezTo>
                    <a:cubicBezTo>
                      <a:pt x="1002" y="368"/>
                      <a:pt x="1001" y="365"/>
                      <a:pt x="1002" y="361"/>
                    </a:cubicBezTo>
                    <a:cubicBezTo>
                      <a:pt x="1003" y="360"/>
                      <a:pt x="1004" y="358"/>
                      <a:pt x="1005" y="357"/>
                    </a:cubicBezTo>
                    <a:cubicBezTo>
                      <a:pt x="992" y="343"/>
                      <a:pt x="992" y="343"/>
                      <a:pt x="992" y="343"/>
                    </a:cubicBezTo>
                    <a:cubicBezTo>
                      <a:pt x="983" y="353"/>
                      <a:pt x="983" y="353"/>
                      <a:pt x="983" y="353"/>
                    </a:cubicBezTo>
                    <a:cubicBezTo>
                      <a:pt x="978" y="354"/>
                      <a:pt x="978" y="354"/>
                      <a:pt x="978" y="354"/>
                    </a:cubicBezTo>
                    <a:cubicBezTo>
                      <a:pt x="982" y="348"/>
                      <a:pt x="982" y="348"/>
                      <a:pt x="982" y="348"/>
                    </a:cubicBezTo>
                    <a:cubicBezTo>
                      <a:pt x="982" y="342"/>
                      <a:pt x="982" y="342"/>
                      <a:pt x="982" y="342"/>
                    </a:cubicBezTo>
                    <a:cubicBezTo>
                      <a:pt x="978" y="342"/>
                      <a:pt x="978" y="342"/>
                      <a:pt x="978" y="342"/>
                    </a:cubicBezTo>
                    <a:cubicBezTo>
                      <a:pt x="978" y="347"/>
                      <a:pt x="978" y="347"/>
                      <a:pt x="978" y="347"/>
                    </a:cubicBezTo>
                    <a:cubicBezTo>
                      <a:pt x="971" y="353"/>
                      <a:pt x="971" y="353"/>
                      <a:pt x="971" y="353"/>
                    </a:cubicBezTo>
                    <a:cubicBezTo>
                      <a:pt x="972" y="341"/>
                      <a:pt x="972" y="341"/>
                      <a:pt x="972" y="341"/>
                    </a:cubicBezTo>
                    <a:cubicBezTo>
                      <a:pt x="970" y="340"/>
                      <a:pt x="970" y="340"/>
                      <a:pt x="970" y="340"/>
                    </a:cubicBezTo>
                    <a:cubicBezTo>
                      <a:pt x="959" y="341"/>
                      <a:pt x="959" y="341"/>
                      <a:pt x="959" y="341"/>
                    </a:cubicBezTo>
                    <a:cubicBezTo>
                      <a:pt x="954" y="337"/>
                      <a:pt x="954" y="337"/>
                      <a:pt x="954" y="337"/>
                    </a:cubicBezTo>
                    <a:cubicBezTo>
                      <a:pt x="966" y="331"/>
                      <a:pt x="966" y="331"/>
                      <a:pt x="966" y="331"/>
                    </a:cubicBezTo>
                    <a:cubicBezTo>
                      <a:pt x="974" y="326"/>
                      <a:pt x="974" y="326"/>
                      <a:pt x="974" y="326"/>
                    </a:cubicBezTo>
                    <a:cubicBezTo>
                      <a:pt x="991" y="312"/>
                      <a:pt x="991" y="312"/>
                      <a:pt x="991" y="312"/>
                    </a:cubicBezTo>
                    <a:cubicBezTo>
                      <a:pt x="997" y="301"/>
                      <a:pt x="997" y="301"/>
                      <a:pt x="997" y="301"/>
                    </a:cubicBezTo>
                    <a:cubicBezTo>
                      <a:pt x="1007" y="293"/>
                      <a:pt x="1007" y="293"/>
                      <a:pt x="1007" y="293"/>
                    </a:cubicBezTo>
                    <a:cubicBezTo>
                      <a:pt x="1017" y="280"/>
                      <a:pt x="1017" y="280"/>
                      <a:pt x="1017" y="280"/>
                    </a:cubicBezTo>
                    <a:cubicBezTo>
                      <a:pt x="1039" y="280"/>
                      <a:pt x="1039" y="280"/>
                      <a:pt x="1039" y="280"/>
                    </a:cubicBezTo>
                    <a:cubicBezTo>
                      <a:pt x="1038" y="286"/>
                      <a:pt x="1038" y="286"/>
                      <a:pt x="1038" y="286"/>
                    </a:cubicBezTo>
                    <a:cubicBezTo>
                      <a:pt x="1043" y="285"/>
                      <a:pt x="1043" y="285"/>
                      <a:pt x="1043" y="285"/>
                    </a:cubicBezTo>
                    <a:cubicBezTo>
                      <a:pt x="1046" y="282"/>
                      <a:pt x="1046" y="282"/>
                      <a:pt x="1046" y="282"/>
                    </a:cubicBezTo>
                    <a:cubicBezTo>
                      <a:pt x="1052" y="283"/>
                      <a:pt x="1052" y="283"/>
                      <a:pt x="1052" y="283"/>
                    </a:cubicBezTo>
                    <a:cubicBezTo>
                      <a:pt x="1058" y="282"/>
                      <a:pt x="1058" y="282"/>
                      <a:pt x="1058" y="282"/>
                    </a:cubicBezTo>
                    <a:cubicBezTo>
                      <a:pt x="1061" y="284"/>
                      <a:pt x="1061" y="284"/>
                      <a:pt x="1061" y="284"/>
                    </a:cubicBezTo>
                    <a:cubicBezTo>
                      <a:pt x="1066" y="281"/>
                      <a:pt x="1066" y="281"/>
                      <a:pt x="1066" y="281"/>
                    </a:cubicBezTo>
                    <a:cubicBezTo>
                      <a:pt x="1068" y="275"/>
                      <a:pt x="1068" y="275"/>
                      <a:pt x="1068" y="275"/>
                    </a:cubicBezTo>
                    <a:cubicBezTo>
                      <a:pt x="1074" y="273"/>
                      <a:pt x="1074" y="273"/>
                      <a:pt x="1074" y="273"/>
                    </a:cubicBezTo>
                    <a:cubicBezTo>
                      <a:pt x="1081" y="277"/>
                      <a:pt x="1081" y="277"/>
                      <a:pt x="1081" y="277"/>
                    </a:cubicBezTo>
                    <a:cubicBezTo>
                      <a:pt x="1088" y="276"/>
                      <a:pt x="1088" y="276"/>
                      <a:pt x="1088" y="276"/>
                    </a:cubicBezTo>
                    <a:cubicBezTo>
                      <a:pt x="1089" y="278"/>
                      <a:pt x="1089" y="278"/>
                      <a:pt x="1089" y="278"/>
                    </a:cubicBezTo>
                    <a:cubicBezTo>
                      <a:pt x="1098" y="281"/>
                      <a:pt x="1098" y="281"/>
                      <a:pt x="1098" y="281"/>
                    </a:cubicBezTo>
                    <a:cubicBezTo>
                      <a:pt x="1098" y="283"/>
                      <a:pt x="1098" y="283"/>
                      <a:pt x="1098" y="283"/>
                    </a:cubicBezTo>
                    <a:cubicBezTo>
                      <a:pt x="1088" y="285"/>
                      <a:pt x="1088" y="285"/>
                      <a:pt x="1088" y="285"/>
                    </a:cubicBezTo>
                    <a:cubicBezTo>
                      <a:pt x="1089" y="290"/>
                      <a:pt x="1089" y="290"/>
                      <a:pt x="1089" y="290"/>
                    </a:cubicBezTo>
                    <a:cubicBezTo>
                      <a:pt x="1101" y="289"/>
                      <a:pt x="1101" y="289"/>
                      <a:pt x="1101" y="289"/>
                    </a:cubicBezTo>
                    <a:cubicBezTo>
                      <a:pt x="1102" y="286"/>
                      <a:pt x="1102" y="286"/>
                      <a:pt x="1102" y="286"/>
                    </a:cubicBezTo>
                    <a:cubicBezTo>
                      <a:pt x="1107" y="288"/>
                      <a:pt x="1107" y="288"/>
                      <a:pt x="1107" y="288"/>
                    </a:cubicBezTo>
                    <a:cubicBezTo>
                      <a:pt x="1113" y="284"/>
                      <a:pt x="1113" y="284"/>
                      <a:pt x="1113" y="284"/>
                    </a:cubicBezTo>
                    <a:cubicBezTo>
                      <a:pt x="1116" y="286"/>
                      <a:pt x="1116" y="286"/>
                      <a:pt x="1116" y="286"/>
                    </a:cubicBezTo>
                    <a:cubicBezTo>
                      <a:pt x="1123" y="282"/>
                      <a:pt x="1123" y="282"/>
                      <a:pt x="1123" y="282"/>
                    </a:cubicBezTo>
                    <a:cubicBezTo>
                      <a:pt x="1122" y="278"/>
                      <a:pt x="1122" y="278"/>
                      <a:pt x="1122" y="278"/>
                    </a:cubicBezTo>
                    <a:cubicBezTo>
                      <a:pt x="1115" y="274"/>
                      <a:pt x="1115" y="274"/>
                      <a:pt x="1115" y="274"/>
                    </a:cubicBezTo>
                    <a:cubicBezTo>
                      <a:pt x="1115" y="272"/>
                      <a:pt x="1115" y="272"/>
                      <a:pt x="1115" y="272"/>
                    </a:cubicBezTo>
                    <a:cubicBezTo>
                      <a:pt x="1135" y="248"/>
                      <a:pt x="1135" y="248"/>
                      <a:pt x="1135" y="248"/>
                    </a:cubicBezTo>
                    <a:cubicBezTo>
                      <a:pt x="1147" y="245"/>
                      <a:pt x="1147" y="245"/>
                      <a:pt x="1147" y="245"/>
                    </a:cubicBezTo>
                    <a:cubicBezTo>
                      <a:pt x="1153" y="241"/>
                      <a:pt x="1153" y="241"/>
                      <a:pt x="1153" y="241"/>
                    </a:cubicBezTo>
                    <a:cubicBezTo>
                      <a:pt x="1160" y="244"/>
                      <a:pt x="1160" y="244"/>
                      <a:pt x="1160" y="244"/>
                    </a:cubicBezTo>
                    <a:cubicBezTo>
                      <a:pt x="1168" y="241"/>
                      <a:pt x="1168" y="241"/>
                      <a:pt x="1168" y="241"/>
                    </a:cubicBezTo>
                    <a:cubicBezTo>
                      <a:pt x="1168" y="243"/>
                      <a:pt x="1168" y="243"/>
                      <a:pt x="1168" y="243"/>
                    </a:cubicBezTo>
                    <a:cubicBezTo>
                      <a:pt x="1159" y="252"/>
                      <a:pt x="1159" y="252"/>
                      <a:pt x="1159" y="252"/>
                    </a:cubicBezTo>
                    <a:cubicBezTo>
                      <a:pt x="1159" y="256"/>
                      <a:pt x="1159" y="256"/>
                      <a:pt x="1159" y="256"/>
                    </a:cubicBezTo>
                    <a:cubicBezTo>
                      <a:pt x="1164" y="256"/>
                      <a:pt x="1164" y="256"/>
                      <a:pt x="1164" y="256"/>
                    </a:cubicBezTo>
                    <a:cubicBezTo>
                      <a:pt x="1160" y="260"/>
                      <a:pt x="1160" y="260"/>
                      <a:pt x="1160" y="260"/>
                    </a:cubicBezTo>
                    <a:cubicBezTo>
                      <a:pt x="1162" y="263"/>
                      <a:pt x="1162" y="263"/>
                      <a:pt x="1162" y="263"/>
                    </a:cubicBezTo>
                    <a:cubicBezTo>
                      <a:pt x="1181" y="251"/>
                      <a:pt x="1181" y="251"/>
                      <a:pt x="1181" y="251"/>
                    </a:cubicBezTo>
                    <a:cubicBezTo>
                      <a:pt x="1183" y="252"/>
                      <a:pt x="1183" y="252"/>
                      <a:pt x="1183" y="252"/>
                    </a:cubicBezTo>
                    <a:cubicBezTo>
                      <a:pt x="1185" y="249"/>
                      <a:pt x="1185" y="249"/>
                      <a:pt x="1185" y="249"/>
                    </a:cubicBezTo>
                    <a:cubicBezTo>
                      <a:pt x="1184" y="247"/>
                      <a:pt x="1184" y="247"/>
                      <a:pt x="1184" y="247"/>
                    </a:cubicBezTo>
                    <a:cubicBezTo>
                      <a:pt x="1188" y="235"/>
                      <a:pt x="1188" y="235"/>
                      <a:pt x="1188" y="235"/>
                    </a:cubicBezTo>
                    <a:cubicBezTo>
                      <a:pt x="1199" y="231"/>
                      <a:pt x="1199" y="231"/>
                      <a:pt x="1199" y="231"/>
                    </a:cubicBezTo>
                    <a:cubicBezTo>
                      <a:pt x="1201" y="234"/>
                      <a:pt x="1201" y="234"/>
                      <a:pt x="1201" y="234"/>
                    </a:cubicBezTo>
                    <a:cubicBezTo>
                      <a:pt x="1196" y="238"/>
                      <a:pt x="1196" y="238"/>
                      <a:pt x="1196" y="238"/>
                    </a:cubicBezTo>
                    <a:cubicBezTo>
                      <a:pt x="1193" y="247"/>
                      <a:pt x="1193" y="247"/>
                      <a:pt x="1193" y="247"/>
                    </a:cubicBezTo>
                    <a:cubicBezTo>
                      <a:pt x="1183" y="268"/>
                      <a:pt x="1183" y="268"/>
                      <a:pt x="1183" y="268"/>
                    </a:cubicBezTo>
                    <a:cubicBezTo>
                      <a:pt x="1155" y="286"/>
                      <a:pt x="1155" y="286"/>
                      <a:pt x="1155" y="286"/>
                    </a:cubicBezTo>
                    <a:cubicBezTo>
                      <a:pt x="1142" y="300"/>
                      <a:pt x="1142" y="300"/>
                      <a:pt x="1142" y="300"/>
                    </a:cubicBezTo>
                    <a:cubicBezTo>
                      <a:pt x="1136" y="298"/>
                      <a:pt x="1136" y="298"/>
                      <a:pt x="1136" y="298"/>
                    </a:cubicBezTo>
                    <a:cubicBezTo>
                      <a:pt x="1135" y="301"/>
                      <a:pt x="1135" y="301"/>
                      <a:pt x="1135" y="301"/>
                    </a:cubicBezTo>
                    <a:cubicBezTo>
                      <a:pt x="1136" y="304"/>
                      <a:pt x="1136" y="304"/>
                      <a:pt x="1136" y="304"/>
                    </a:cubicBezTo>
                    <a:cubicBezTo>
                      <a:pt x="1135" y="309"/>
                      <a:pt x="1135" y="309"/>
                      <a:pt x="1135" y="309"/>
                    </a:cubicBezTo>
                    <a:cubicBezTo>
                      <a:pt x="1129" y="316"/>
                      <a:pt x="1129" y="316"/>
                      <a:pt x="1129" y="316"/>
                    </a:cubicBezTo>
                    <a:cubicBezTo>
                      <a:pt x="1126" y="334"/>
                      <a:pt x="1126" y="334"/>
                      <a:pt x="1126" y="334"/>
                    </a:cubicBezTo>
                    <a:cubicBezTo>
                      <a:pt x="1128" y="351"/>
                      <a:pt x="1128" y="351"/>
                      <a:pt x="1128" y="351"/>
                    </a:cubicBezTo>
                    <a:cubicBezTo>
                      <a:pt x="1125" y="372"/>
                      <a:pt x="1125" y="372"/>
                      <a:pt x="1125" y="372"/>
                    </a:cubicBezTo>
                    <a:cubicBezTo>
                      <a:pt x="1133" y="378"/>
                      <a:pt x="1133" y="378"/>
                      <a:pt x="1133" y="378"/>
                    </a:cubicBezTo>
                    <a:cubicBezTo>
                      <a:pt x="1133" y="388"/>
                      <a:pt x="1133" y="388"/>
                      <a:pt x="1133" y="388"/>
                    </a:cubicBezTo>
                    <a:cubicBezTo>
                      <a:pt x="1138" y="393"/>
                      <a:pt x="1138" y="393"/>
                      <a:pt x="1138" y="393"/>
                    </a:cubicBezTo>
                    <a:cubicBezTo>
                      <a:pt x="1145" y="388"/>
                      <a:pt x="1150" y="382"/>
                      <a:pt x="1153" y="374"/>
                    </a:cubicBezTo>
                    <a:cubicBezTo>
                      <a:pt x="1158" y="366"/>
                      <a:pt x="1158" y="366"/>
                      <a:pt x="1158" y="366"/>
                    </a:cubicBezTo>
                    <a:cubicBezTo>
                      <a:pt x="1163" y="364"/>
                      <a:pt x="1163" y="364"/>
                      <a:pt x="1163" y="364"/>
                    </a:cubicBezTo>
                    <a:cubicBezTo>
                      <a:pt x="1163" y="354"/>
                      <a:pt x="1163" y="354"/>
                      <a:pt x="1163" y="354"/>
                    </a:cubicBezTo>
                    <a:cubicBezTo>
                      <a:pt x="1167" y="349"/>
                      <a:pt x="1167" y="349"/>
                      <a:pt x="1167" y="349"/>
                    </a:cubicBezTo>
                    <a:cubicBezTo>
                      <a:pt x="1171" y="351"/>
                      <a:pt x="1171" y="351"/>
                      <a:pt x="1171" y="351"/>
                    </a:cubicBezTo>
                    <a:cubicBezTo>
                      <a:pt x="1176" y="350"/>
                      <a:pt x="1176" y="350"/>
                      <a:pt x="1176" y="350"/>
                    </a:cubicBezTo>
                    <a:cubicBezTo>
                      <a:pt x="1179" y="343"/>
                      <a:pt x="1179" y="343"/>
                      <a:pt x="1179" y="343"/>
                    </a:cubicBezTo>
                    <a:cubicBezTo>
                      <a:pt x="1175" y="335"/>
                      <a:pt x="1175" y="335"/>
                      <a:pt x="1175" y="335"/>
                    </a:cubicBezTo>
                    <a:cubicBezTo>
                      <a:pt x="1179" y="328"/>
                      <a:pt x="1179" y="328"/>
                      <a:pt x="1179" y="328"/>
                    </a:cubicBezTo>
                    <a:cubicBezTo>
                      <a:pt x="1186" y="328"/>
                      <a:pt x="1186" y="328"/>
                      <a:pt x="1186" y="328"/>
                    </a:cubicBezTo>
                    <a:cubicBezTo>
                      <a:pt x="1187" y="323"/>
                      <a:pt x="1187" y="323"/>
                      <a:pt x="1187" y="323"/>
                    </a:cubicBezTo>
                    <a:cubicBezTo>
                      <a:pt x="1181" y="318"/>
                      <a:pt x="1181" y="318"/>
                      <a:pt x="1181" y="318"/>
                    </a:cubicBezTo>
                    <a:cubicBezTo>
                      <a:pt x="1182" y="310"/>
                      <a:pt x="1182" y="310"/>
                      <a:pt x="1182" y="310"/>
                    </a:cubicBezTo>
                    <a:cubicBezTo>
                      <a:pt x="1190" y="310"/>
                      <a:pt x="1190" y="310"/>
                      <a:pt x="1190" y="310"/>
                    </a:cubicBezTo>
                    <a:cubicBezTo>
                      <a:pt x="1190" y="303"/>
                      <a:pt x="1190" y="303"/>
                      <a:pt x="1190" y="303"/>
                    </a:cubicBezTo>
                    <a:cubicBezTo>
                      <a:pt x="1186" y="299"/>
                      <a:pt x="1186" y="299"/>
                      <a:pt x="1186" y="299"/>
                    </a:cubicBezTo>
                    <a:cubicBezTo>
                      <a:pt x="1190" y="283"/>
                      <a:pt x="1190" y="283"/>
                      <a:pt x="1190" y="283"/>
                    </a:cubicBezTo>
                    <a:cubicBezTo>
                      <a:pt x="1195" y="281"/>
                      <a:pt x="1195" y="281"/>
                      <a:pt x="1195" y="281"/>
                    </a:cubicBezTo>
                    <a:cubicBezTo>
                      <a:pt x="1198" y="268"/>
                      <a:pt x="1198" y="268"/>
                      <a:pt x="1198" y="268"/>
                    </a:cubicBezTo>
                    <a:cubicBezTo>
                      <a:pt x="1204" y="267"/>
                      <a:pt x="1204" y="267"/>
                      <a:pt x="1204" y="267"/>
                    </a:cubicBezTo>
                    <a:cubicBezTo>
                      <a:pt x="1209" y="272"/>
                      <a:pt x="1209" y="272"/>
                      <a:pt x="1209" y="272"/>
                    </a:cubicBezTo>
                    <a:cubicBezTo>
                      <a:pt x="1220" y="261"/>
                      <a:pt x="1220" y="261"/>
                      <a:pt x="1220" y="261"/>
                    </a:cubicBezTo>
                    <a:cubicBezTo>
                      <a:pt x="1223" y="261"/>
                      <a:pt x="1223" y="261"/>
                      <a:pt x="1223" y="261"/>
                    </a:cubicBezTo>
                    <a:cubicBezTo>
                      <a:pt x="1222" y="271"/>
                      <a:pt x="1222" y="271"/>
                      <a:pt x="1222" y="271"/>
                    </a:cubicBezTo>
                    <a:cubicBezTo>
                      <a:pt x="1225" y="272"/>
                      <a:pt x="1225" y="272"/>
                      <a:pt x="1225" y="272"/>
                    </a:cubicBezTo>
                    <a:cubicBezTo>
                      <a:pt x="1235" y="260"/>
                      <a:pt x="1235" y="260"/>
                      <a:pt x="1235" y="260"/>
                    </a:cubicBezTo>
                    <a:cubicBezTo>
                      <a:pt x="1245" y="261"/>
                      <a:pt x="1245" y="261"/>
                      <a:pt x="1245" y="261"/>
                    </a:cubicBezTo>
                    <a:cubicBezTo>
                      <a:pt x="1256" y="272"/>
                      <a:pt x="1256" y="272"/>
                      <a:pt x="1256" y="272"/>
                    </a:cubicBezTo>
                    <a:cubicBezTo>
                      <a:pt x="1268" y="261"/>
                      <a:pt x="1268" y="261"/>
                      <a:pt x="1268" y="261"/>
                    </a:cubicBezTo>
                    <a:cubicBezTo>
                      <a:pt x="1275" y="260"/>
                      <a:pt x="1275" y="260"/>
                      <a:pt x="1275" y="260"/>
                    </a:cubicBezTo>
                    <a:cubicBezTo>
                      <a:pt x="1274" y="254"/>
                      <a:pt x="1274" y="254"/>
                      <a:pt x="1274" y="254"/>
                    </a:cubicBezTo>
                    <a:cubicBezTo>
                      <a:pt x="1289" y="249"/>
                      <a:pt x="1289" y="249"/>
                      <a:pt x="1289" y="249"/>
                    </a:cubicBezTo>
                    <a:cubicBezTo>
                      <a:pt x="1310" y="234"/>
                      <a:pt x="1310" y="234"/>
                      <a:pt x="1310" y="234"/>
                    </a:cubicBezTo>
                    <a:cubicBezTo>
                      <a:pt x="1319" y="229"/>
                      <a:pt x="1319" y="229"/>
                      <a:pt x="1319" y="229"/>
                    </a:cubicBezTo>
                    <a:cubicBezTo>
                      <a:pt x="1327" y="221"/>
                      <a:pt x="1327" y="221"/>
                      <a:pt x="1327" y="221"/>
                    </a:cubicBezTo>
                    <a:cubicBezTo>
                      <a:pt x="1335" y="222"/>
                      <a:pt x="1335" y="222"/>
                      <a:pt x="1335" y="222"/>
                    </a:cubicBezTo>
                    <a:cubicBezTo>
                      <a:pt x="1338" y="216"/>
                      <a:pt x="1338" y="216"/>
                      <a:pt x="1338" y="216"/>
                    </a:cubicBezTo>
                    <a:cubicBezTo>
                      <a:pt x="1327" y="196"/>
                      <a:pt x="1327" y="196"/>
                      <a:pt x="1327" y="196"/>
                    </a:cubicBezTo>
                    <a:cubicBezTo>
                      <a:pt x="1319" y="189"/>
                      <a:pt x="1319" y="189"/>
                      <a:pt x="1319" y="189"/>
                    </a:cubicBezTo>
                    <a:cubicBezTo>
                      <a:pt x="1325" y="189"/>
                      <a:pt x="1325" y="189"/>
                      <a:pt x="1325" y="189"/>
                    </a:cubicBezTo>
                    <a:cubicBezTo>
                      <a:pt x="1337" y="193"/>
                      <a:pt x="1337" y="193"/>
                      <a:pt x="1337" y="193"/>
                    </a:cubicBezTo>
                    <a:cubicBezTo>
                      <a:pt x="1348" y="188"/>
                      <a:pt x="1348" y="188"/>
                      <a:pt x="1348" y="188"/>
                    </a:cubicBezTo>
                    <a:cubicBezTo>
                      <a:pt x="1355" y="180"/>
                      <a:pt x="1355" y="180"/>
                      <a:pt x="1355" y="180"/>
                    </a:cubicBezTo>
                    <a:cubicBezTo>
                      <a:pt x="1355" y="173"/>
                      <a:pt x="1355" y="173"/>
                      <a:pt x="1355" y="173"/>
                    </a:cubicBezTo>
                    <a:cubicBezTo>
                      <a:pt x="1354" y="167"/>
                      <a:pt x="1354" y="167"/>
                      <a:pt x="1354" y="167"/>
                    </a:cubicBezTo>
                    <a:cubicBezTo>
                      <a:pt x="1355" y="161"/>
                      <a:pt x="1355" y="161"/>
                      <a:pt x="1355" y="161"/>
                    </a:cubicBezTo>
                    <a:cubicBezTo>
                      <a:pt x="1361" y="160"/>
                      <a:pt x="1361" y="160"/>
                      <a:pt x="1361" y="160"/>
                    </a:cubicBezTo>
                    <a:cubicBezTo>
                      <a:pt x="1360" y="166"/>
                      <a:pt x="1360" y="166"/>
                      <a:pt x="1360" y="166"/>
                    </a:cubicBezTo>
                    <a:cubicBezTo>
                      <a:pt x="1362" y="175"/>
                      <a:pt x="1362" y="175"/>
                      <a:pt x="1362" y="175"/>
                    </a:cubicBezTo>
                    <a:cubicBezTo>
                      <a:pt x="1361" y="180"/>
                      <a:pt x="1361" y="180"/>
                      <a:pt x="1361" y="180"/>
                    </a:cubicBezTo>
                    <a:cubicBezTo>
                      <a:pt x="1365" y="183"/>
                      <a:pt x="1365" y="183"/>
                      <a:pt x="1365" y="183"/>
                    </a:cubicBezTo>
                    <a:cubicBezTo>
                      <a:pt x="1372" y="182"/>
                      <a:pt x="1372" y="182"/>
                      <a:pt x="1372" y="182"/>
                    </a:cubicBezTo>
                    <a:cubicBezTo>
                      <a:pt x="1383" y="181"/>
                      <a:pt x="1383" y="181"/>
                      <a:pt x="1383" y="181"/>
                    </a:cubicBezTo>
                    <a:cubicBezTo>
                      <a:pt x="1387" y="185"/>
                      <a:pt x="1387" y="185"/>
                      <a:pt x="1387" y="185"/>
                    </a:cubicBezTo>
                    <a:cubicBezTo>
                      <a:pt x="1390" y="193"/>
                      <a:pt x="1390" y="193"/>
                      <a:pt x="1390" y="193"/>
                    </a:cubicBezTo>
                    <a:cubicBezTo>
                      <a:pt x="1395" y="198"/>
                      <a:pt x="1395" y="198"/>
                      <a:pt x="1395" y="198"/>
                    </a:cubicBezTo>
                    <a:cubicBezTo>
                      <a:pt x="1409" y="197"/>
                      <a:pt x="1409" y="197"/>
                      <a:pt x="1409" y="197"/>
                    </a:cubicBezTo>
                    <a:cubicBezTo>
                      <a:pt x="1413" y="202"/>
                      <a:pt x="1413" y="202"/>
                      <a:pt x="1413" y="202"/>
                    </a:cubicBezTo>
                    <a:cubicBezTo>
                      <a:pt x="1420" y="199"/>
                      <a:pt x="1420" y="199"/>
                      <a:pt x="1420" y="199"/>
                    </a:cubicBezTo>
                    <a:cubicBezTo>
                      <a:pt x="1419" y="184"/>
                      <a:pt x="1419" y="184"/>
                      <a:pt x="1419" y="184"/>
                    </a:cubicBezTo>
                    <a:cubicBezTo>
                      <a:pt x="1423" y="175"/>
                      <a:pt x="1423" y="175"/>
                      <a:pt x="1423" y="175"/>
                    </a:cubicBezTo>
                    <a:cubicBezTo>
                      <a:pt x="1430" y="175"/>
                      <a:pt x="1430" y="175"/>
                      <a:pt x="1430" y="175"/>
                    </a:cubicBezTo>
                    <a:cubicBezTo>
                      <a:pt x="1434" y="173"/>
                      <a:pt x="1434" y="173"/>
                      <a:pt x="1434" y="173"/>
                    </a:cubicBezTo>
                    <a:cubicBezTo>
                      <a:pt x="1435" y="170"/>
                      <a:pt x="1435" y="170"/>
                      <a:pt x="1435" y="170"/>
                    </a:cubicBezTo>
                    <a:lnTo>
                      <a:pt x="1430" y="168"/>
                    </a:lnTo>
                    <a:close/>
                    <a:moveTo>
                      <a:pt x="46" y="259"/>
                    </a:moveTo>
                    <a:cubicBezTo>
                      <a:pt x="41" y="261"/>
                      <a:pt x="41" y="261"/>
                      <a:pt x="41" y="261"/>
                    </a:cubicBezTo>
                    <a:cubicBezTo>
                      <a:pt x="41" y="265"/>
                      <a:pt x="41" y="265"/>
                      <a:pt x="41" y="265"/>
                    </a:cubicBezTo>
                    <a:cubicBezTo>
                      <a:pt x="32" y="267"/>
                      <a:pt x="32" y="267"/>
                      <a:pt x="32" y="267"/>
                    </a:cubicBezTo>
                    <a:cubicBezTo>
                      <a:pt x="28" y="260"/>
                      <a:pt x="24" y="253"/>
                      <a:pt x="20" y="245"/>
                    </a:cubicBezTo>
                    <a:cubicBezTo>
                      <a:pt x="26" y="239"/>
                      <a:pt x="26" y="239"/>
                      <a:pt x="26" y="239"/>
                    </a:cubicBezTo>
                    <a:cubicBezTo>
                      <a:pt x="29" y="239"/>
                      <a:pt x="29" y="239"/>
                      <a:pt x="29" y="239"/>
                    </a:cubicBezTo>
                    <a:cubicBezTo>
                      <a:pt x="32" y="236"/>
                      <a:pt x="32" y="236"/>
                      <a:pt x="32" y="236"/>
                    </a:cubicBezTo>
                    <a:cubicBezTo>
                      <a:pt x="47" y="256"/>
                      <a:pt x="47" y="256"/>
                      <a:pt x="47" y="256"/>
                    </a:cubicBezTo>
                    <a:lnTo>
                      <a:pt x="46" y="259"/>
                    </a:lnTo>
                    <a:close/>
                    <a:moveTo>
                      <a:pt x="718" y="348"/>
                    </a:moveTo>
                    <a:cubicBezTo>
                      <a:pt x="718" y="351"/>
                      <a:pt x="717" y="353"/>
                      <a:pt x="715" y="354"/>
                    </a:cubicBezTo>
                    <a:cubicBezTo>
                      <a:pt x="715" y="355"/>
                      <a:pt x="713" y="357"/>
                      <a:pt x="712" y="361"/>
                    </a:cubicBezTo>
                    <a:cubicBezTo>
                      <a:pt x="711" y="364"/>
                      <a:pt x="709" y="366"/>
                      <a:pt x="705" y="368"/>
                    </a:cubicBezTo>
                    <a:cubicBezTo>
                      <a:pt x="700" y="371"/>
                      <a:pt x="698" y="372"/>
                      <a:pt x="696" y="374"/>
                    </a:cubicBezTo>
                    <a:cubicBezTo>
                      <a:pt x="690" y="381"/>
                      <a:pt x="690" y="381"/>
                      <a:pt x="690" y="381"/>
                    </a:cubicBezTo>
                    <a:cubicBezTo>
                      <a:pt x="687" y="383"/>
                      <a:pt x="685" y="384"/>
                      <a:pt x="681" y="384"/>
                    </a:cubicBezTo>
                    <a:cubicBezTo>
                      <a:pt x="677" y="384"/>
                      <a:pt x="677" y="384"/>
                      <a:pt x="677" y="384"/>
                    </a:cubicBezTo>
                    <a:cubicBezTo>
                      <a:pt x="675" y="383"/>
                      <a:pt x="675" y="382"/>
                      <a:pt x="677" y="381"/>
                    </a:cubicBezTo>
                    <a:cubicBezTo>
                      <a:pt x="683" y="378"/>
                      <a:pt x="683" y="378"/>
                      <a:pt x="683" y="378"/>
                    </a:cubicBezTo>
                    <a:cubicBezTo>
                      <a:pt x="683" y="378"/>
                      <a:pt x="685" y="377"/>
                      <a:pt x="688" y="374"/>
                    </a:cubicBezTo>
                    <a:cubicBezTo>
                      <a:pt x="694" y="367"/>
                      <a:pt x="694" y="367"/>
                      <a:pt x="694" y="367"/>
                    </a:cubicBezTo>
                    <a:cubicBezTo>
                      <a:pt x="696" y="365"/>
                      <a:pt x="698" y="363"/>
                      <a:pt x="699" y="360"/>
                    </a:cubicBezTo>
                    <a:cubicBezTo>
                      <a:pt x="700" y="358"/>
                      <a:pt x="701" y="357"/>
                      <a:pt x="703" y="355"/>
                    </a:cubicBezTo>
                    <a:cubicBezTo>
                      <a:pt x="708" y="351"/>
                      <a:pt x="711" y="345"/>
                      <a:pt x="714" y="335"/>
                    </a:cubicBezTo>
                    <a:cubicBezTo>
                      <a:pt x="716" y="325"/>
                      <a:pt x="718" y="322"/>
                      <a:pt x="722" y="323"/>
                    </a:cubicBezTo>
                    <a:lnTo>
                      <a:pt x="718" y="34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88" name="Google Shape;560;p50">
                <a:extLst>
                  <a:ext uri="{FF2B5EF4-FFF2-40B4-BE49-F238E27FC236}">
                    <a16:creationId xmlns:a16="http://schemas.microsoft.com/office/drawing/2014/main" id="{E6906088-E92F-436F-8144-EFE1829DB0F7}"/>
                  </a:ext>
                </a:extLst>
              </p:cNvPr>
              <p:cNvSpPr/>
              <p:nvPr/>
            </p:nvSpPr>
            <p:spPr>
              <a:xfrm>
                <a:off x="7242175" y="1500188"/>
                <a:ext cx="9842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37" h="28" extrusionOk="0">
                    <a:moveTo>
                      <a:pt x="25" y="6"/>
                    </a:moveTo>
                    <a:cubicBezTo>
                      <a:pt x="24" y="5"/>
                      <a:pt x="24" y="4"/>
                      <a:pt x="23" y="4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10"/>
                      <a:pt x="3" y="11"/>
                    </a:cubicBezTo>
                    <a:cubicBezTo>
                      <a:pt x="5" y="14"/>
                      <a:pt x="7" y="16"/>
                      <a:pt x="9" y="19"/>
                    </a:cubicBezTo>
                    <a:cubicBezTo>
                      <a:pt x="10" y="19"/>
                      <a:pt x="11" y="19"/>
                      <a:pt x="12" y="20"/>
                    </a:cubicBezTo>
                    <a:cubicBezTo>
                      <a:pt x="16" y="21"/>
                      <a:pt x="20" y="23"/>
                      <a:pt x="24" y="26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3" y="14"/>
                      <a:pt x="30" y="10"/>
                      <a:pt x="25" y="6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89" name="Google Shape;561;p50">
                <a:extLst>
                  <a:ext uri="{FF2B5EF4-FFF2-40B4-BE49-F238E27FC236}">
                    <a16:creationId xmlns:a16="http://schemas.microsoft.com/office/drawing/2014/main" id="{F2789479-F2E1-4828-ACCA-69AB1FDCACCE}"/>
                  </a:ext>
                </a:extLst>
              </p:cNvPr>
              <p:cNvSpPr/>
              <p:nvPr/>
            </p:nvSpPr>
            <p:spPr>
              <a:xfrm>
                <a:off x="7416800" y="1504950"/>
                <a:ext cx="1016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2" extrusionOk="0">
                    <a:moveTo>
                      <a:pt x="29" y="1"/>
                    </a:moveTo>
                    <a:cubicBezTo>
                      <a:pt x="24" y="1"/>
                      <a:pt x="20" y="2"/>
                      <a:pt x="14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4" y="10"/>
                      <a:pt x="18" y="11"/>
                      <a:pt x="21" y="11"/>
                    </a:cubicBezTo>
                    <a:cubicBezTo>
                      <a:pt x="27" y="12"/>
                      <a:pt x="32" y="12"/>
                      <a:pt x="37" y="11"/>
                    </a:cubicBezTo>
                    <a:cubicBezTo>
                      <a:pt x="38" y="8"/>
                      <a:pt x="38" y="8"/>
                      <a:pt x="38" y="8"/>
                    </a:cubicBezTo>
                    <a:lnTo>
                      <a:pt x="29" y="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0" name="Google Shape;562;p50">
                <a:extLst>
                  <a:ext uri="{FF2B5EF4-FFF2-40B4-BE49-F238E27FC236}">
                    <a16:creationId xmlns:a16="http://schemas.microsoft.com/office/drawing/2014/main" id="{97491573-9A7F-4C95-A93E-76D696D3D43B}"/>
                  </a:ext>
                </a:extLst>
              </p:cNvPr>
              <p:cNvSpPr/>
              <p:nvPr/>
            </p:nvSpPr>
            <p:spPr>
              <a:xfrm>
                <a:off x="7319962" y="1501775"/>
                <a:ext cx="555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32" extrusionOk="0">
                    <a:moveTo>
                      <a:pt x="5" y="0"/>
                    </a:moveTo>
                    <a:lnTo>
                      <a:pt x="0" y="5"/>
                    </a:lnTo>
                    <a:lnTo>
                      <a:pt x="23" y="32"/>
                    </a:lnTo>
                    <a:lnTo>
                      <a:pt x="35" y="22"/>
                    </a:lnTo>
                    <a:lnTo>
                      <a:pt x="17" y="5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1" name="Google Shape;563;p50">
                <a:extLst>
                  <a:ext uri="{FF2B5EF4-FFF2-40B4-BE49-F238E27FC236}">
                    <a16:creationId xmlns:a16="http://schemas.microsoft.com/office/drawing/2014/main" id="{E35E5B8B-DAC6-42E2-8612-5ABD11E2659C}"/>
                  </a:ext>
                </a:extLst>
              </p:cNvPr>
              <p:cNvSpPr/>
              <p:nvPr/>
            </p:nvSpPr>
            <p:spPr>
              <a:xfrm>
                <a:off x="7327900" y="1489075"/>
                <a:ext cx="77787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29" h="16" extrusionOk="0">
                    <a:moveTo>
                      <a:pt x="29" y="15"/>
                    </a:moveTo>
                    <a:cubicBezTo>
                      <a:pt x="26" y="6"/>
                      <a:pt x="26" y="6"/>
                      <a:pt x="26" y="6"/>
                    </a:cubicBezTo>
                    <a:cubicBezTo>
                      <a:pt x="18" y="4"/>
                      <a:pt x="10" y="2"/>
                      <a:pt x="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6"/>
                      <a:pt x="14" y="11"/>
                      <a:pt x="22" y="16"/>
                    </a:cubicBezTo>
                    <a:lnTo>
                      <a:pt x="29" y="1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2" name="Google Shape;564;p50">
                <a:extLst>
                  <a:ext uri="{FF2B5EF4-FFF2-40B4-BE49-F238E27FC236}">
                    <a16:creationId xmlns:a16="http://schemas.microsoft.com/office/drawing/2014/main" id="{D074B73D-C7F1-4102-ABD9-CC701B228559}"/>
                  </a:ext>
                </a:extLst>
              </p:cNvPr>
              <p:cNvSpPr/>
              <p:nvPr/>
            </p:nvSpPr>
            <p:spPr>
              <a:xfrm>
                <a:off x="7383462" y="1585913"/>
                <a:ext cx="6191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3" h="14" extrusionOk="0">
                    <a:moveTo>
                      <a:pt x="3" y="3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18" y="5"/>
                      <a:pt x="12" y="2"/>
                      <a:pt x="7" y="0"/>
                    </a:cubicBezTo>
                    <a:lnTo>
                      <a:pt x="3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3" name="Google Shape;565;p50">
                <a:extLst>
                  <a:ext uri="{FF2B5EF4-FFF2-40B4-BE49-F238E27FC236}">
                    <a16:creationId xmlns:a16="http://schemas.microsoft.com/office/drawing/2014/main" id="{DF5EC1E6-AC00-4688-AE56-6EAF641A3BB9}"/>
                  </a:ext>
                </a:extLst>
              </p:cNvPr>
              <p:cNvSpPr/>
              <p:nvPr/>
            </p:nvSpPr>
            <p:spPr>
              <a:xfrm>
                <a:off x="6529387" y="1427163"/>
                <a:ext cx="77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9" h="18" extrusionOk="0">
                    <a:moveTo>
                      <a:pt x="7" y="0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6" y="16"/>
                      <a:pt x="11" y="14"/>
                      <a:pt x="16" y="12"/>
                    </a:cubicBezTo>
                    <a:cubicBezTo>
                      <a:pt x="18" y="11"/>
                      <a:pt x="19" y="9"/>
                      <a:pt x="21" y="9"/>
                    </a:cubicBezTo>
                    <a:cubicBezTo>
                      <a:pt x="24" y="7"/>
                      <a:pt x="26" y="6"/>
                      <a:pt x="29" y="6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2" y="1"/>
                      <a:pt x="14" y="0"/>
                      <a:pt x="7" y="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4" name="Google Shape;566;p50">
                <a:extLst>
                  <a:ext uri="{FF2B5EF4-FFF2-40B4-BE49-F238E27FC236}">
                    <a16:creationId xmlns:a16="http://schemas.microsoft.com/office/drawing/2014/main" id="{BE891370-1A23-4D08-94A1-4D79A856A7B5}"/>
                  </a:ext>
                </a:extLst>
              </p:cNvPr>
              <p:cNvSpPr/>
              <p:nvPr/>
            </p:nvSpPr>
            <p:spPr>
              <a:xfrm>
                <a:off x="6424612" y="1346200"/>
                <a:ext cx="77787" cy="58737"/>
              </a:xfrm>
              <a:custGeom>
                <a:avLst/>
                <a:gdLst/>
                <a:ahLst/>
                <a:cxnLst/>
                <a:rect l="l" t="t" r="r" b="b"/>
                <a:pathLst>
                  <a:path w="29" h="22" extrusionOk="0">
                    <a:moveTo>
                      <a:pt x="19" y="18"/>
                    </a:moveTo>
                    <a:cubicBezTo>
                      <a:pt x="23" y="16"/>
                      <a:pt x="26" y="13"/>
                      <a:pt x="29" y="10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7" y="2"/>
                      <a:pt x="16" y="4"/>
                      <a:pt x="14" y="6"/>
                    </a:cubicBezTo>
                    <a:cubicBezTo>
                      <a:pt x="13" y="7"/>
                      <a:pt x="12" y="8"/>
                      <a:pt x="10" y="9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4" y="21"/>
                      <a:pt x="17" y="20"/>
                      <a:pt x="19" y="18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5" name="Google Shape;567;p50">
                <a:extLst>
                  <a:ext uri="{FF2B5EF4-FFF2-40B4-BE49-F238E27FC236}">
                    <a16:creationId xmlns:a16="http://schemas.microsoft.com/office/drawing/2014/main" id="{9F982549-EDDA-4C07-A9AF-534B4F1CFD12}"/>
                  </a:ext>
                </a:extLst>
              </p:cNvPr>
              <p:cNvSpPr/>
              <p:nvPr/>
            </p:nvSpPr>
            <p:spPr>
              <a:xfrm>
                <a:off x="6454775" y="1403350"/>
                <a:ext cx="825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52" h="28" extrusionOk="0">
                    <a:moveTo>
                      <a:pt x="47" y="13"/>
                    </a:moveTo>
                    <a:lnTo>
                      <a:pt x="52" y="11"/>
                    </a:lnTo>
                    <a:lnTo>
                      <a:pt x="51" y="5"/>
                    </a:lnTo>
                    <a:lnTo>
                      <a:pt x="41" y="5"/>
                    </a:lnTo>
                    <a:lnTo>
                      <a:pt x="32" y="0"/>
                    </a:lnTo>
                    <a:lnTo>
                      <a:pt x="7" y="5"/>
                    </a:lnTo>
                    <a:lnTo>
                      <a:pt x="5" y="11"/>
                    </a:lnTo>
                    <a:lnTo>
                      <a:pt x="0" y="17"/>
                    </a:lnTo>
                    <a:lnTo>
                      <a:pt x="14" y="27"/>
                    </a:lnTo>
                    <a:lnTo>
                      <a:pt x="47" y="28"/>
                    </a:lnTo>
                    <a:lnTo>
                      <a:pt x="47" y="1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6" name="Google Shape;568;p50">
                <a:extLst>
                  <a:ext uri="{FF2B5EF4-FFF2-40B4-BE49-F238E27FC236}">
                    <a16:creationId xmlns:a16="http://schemas.microsoft.com/office/drawing/2014/main" id="{C617952A-0F39-4ED9-8E81-E50653F1250D}"/>
                  </a:ext>
                </a:extLst>
              </p:cNvPr>
              <p:cNvSpPr/>
              <p:nvPr/>
            </p:nvSpPr>
            <p:spPr>
              <a:xfrm>
                <a:off x="8653462" y="2020888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8" h="32" extrusionOk="0">
                    <a:moveTo>
                      <a:pt x="26" y="3"/>
                    </a:moveTo>
                    <a:lnTo>
                      <a:pt x="14" y="6"/>
                    </a:lnTo>
                    <a:lnTo>
                      <a:pt x="9" y="0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12" y="15"/>
                    </a:lnTo>
                    <a:lnTo>
                      <a:pt x="32" y="20"/>
                    </a:lnTo>
                    <a:lnTo>
                      <a:pt x="39" y="32"/>
                    </a:lnTo>
                    <a:lnTo>
                      <a:pt x="48" y="18"/>
                    </a:lnTo>
                    <a:lnTo>
                      <a:pt x="26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7" name="Google Shape;569;p50">
                <a:extLst>
                  <a:ext uri="{FF2B5EF4-FFF2-40B4-BE49-F238E27FC236}">
                    <a16:creationId xmlns:a16="http://schemas.microsoft.com/office/drawing/2014/main" id="{37EB4031-F8FE-4E99-B50B-B9ABD8A7F5B2}"/>
                  </a:ext>
                </a:extLst>
              </p:cNvPr>
              <p:cNvSpPr/>
              <p:nvPr/>
            </p:nvSpPr>
            <p:spPr>
              <a:xfrm>
                <a:off x="8248650" y="1587500"/>
                <a:ext cx="6191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3" h="28" extrusionOk="0">
                    <a:moveTo>
                      <a:pt x="21" y="2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11" y="4"/>
                      <a:pt x="5" y="8"/>
                      <a:pt x="0" y="13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8" y="24"/>
                      <a:pt x="11" y="22"/>
                      <a:pt x="13" y="19"/>
                    </a:cubicBezTo>
                    <a:cubicBezTo>
                      <a:pt x="17" y="16"/>
                      <a:pt x="20" y="13"/>
                      <a:pt x="23" y="10"/>
                    </a:cubicBezTo>
                    <a:cubicBezTo>
                      <a:pt x="23" y="5"/>
                      <a:pt x="23" y="5"/>
                      <a:pt x="23" y="5"/>
                    </a:cubicBezTo>
                    <a:lnTo>
                      <a:pt x="21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8" name="Google Shape;570;p50">
                <a:extLst>
                  <a:ext uri="{FF2B5EF4-FFF2-40B4-BE49-F238E27FC236}">
                    <a16:creationId xmlns:a16="http://schemas.microsoft.com/office/drawing/2014/main" id="{4EFCA31C-E986-447E-BB72-9E7D96251345}"/>
                  </a:ext>
                </a:extLst>
              </p:cNvPr>
              <p:cNvSpPr/>
              <p:nvPr/>
            </p:nvSpPr>
            <p:spPr>
              <a:xfrm>
                <a:off x="5595937" y="1490663"/>
                <a:ext cx="369887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5" extrusionOk="0">
                    <a:moveTo>
                      <a:pt x="133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116" y="5"/>
                      <a:pt x="116" y="5"/>
                      <a:pt x="116" y="5"/>
                    </a:cubicBezTo>
                    <a:cubicBezTo>
                      <a:pt x="102" y="7"/>
                      <a:pt x="89" y="9"/>
                      <a:pt x="75" y="10"/>
                    </a:cubicBezTo>
                    <a:cubicBezTo>
                      <a:pt x="70" y="11"/>
                      <a:pt x="64" y="11"/>
                      <a:pt x="58" y="11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24" y="40"/>
                      <a:pt x="35" y="37"/>
                      <a:pt x="46" y="34"/>
                    </a:cubicBezTo>
                    <a:cubicBezTo>
                      <a:pt x="58" y="30"/>
                      <a:pt x="70" y="27"/>
                      <a:pt x="82" y="24"/>
                    </a:cubicBezTo>
                    <a:cubicBezTo>
                      <a:pt x="85" y="23"/>
                      <a:pt x="88" y="21"/>
                      <a:pt x="91" y="20"/>
                    </a:cubicBezTo>
                    <a:cubicBezTo>
                      <a:pt x="102" y="20"/>
                      <a:pt x="102" y="20"/>
                      <a:pt x="102" y="20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21" y="18"/>
                      <a:pt x="121" y="18"/>
                      <a:pt x="121" y="18"/>
                    </a:cubicBezTo>
                    <a:cubicBezTo>
                      <a:pt x="125" y="13"/>
                      <a:pt x="125" y="13"/>
                      <a:pt x="125" y="13"/>
                    </a:cubicBezTo>
                    <a:cubicBezTo>
                      <a:pt x="128" y="13"/>
                      <a:pt x="130" y="12"/>
                      <a:pt x="132" y="11"/>
                    </a:cubicBezTo>
                    <a:cubicBezTo>
                      <a:pt x="134" y="10"/>
                      <a:pt x="136" y="9"/>
                      <a:pt x="138" y="7"/>
                    </a:cubicBezTo>
                    <a:lnTo>
                      <a:pt x="133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9" name="Google Shape;571;p50">
                <a:extLst>
                  <a:ext uri="{FF2B5EF4-FFF2-40B4-BE49-F238E27FC236}">
                    <a16:creationId xmlns:a16="http://schemas.microsoft.com/office/drawing/2014/main" id="{42809B63-5415-47AD-9F4F-11FE3E3C8398}"/>
                  </a:ext>
                </a:extLst>
              </p:cNvPr>
              <p:cNvSpPr/>
              <p:nvPr/>
            </p:nvSpPr>
            <p:spPr>
              <a:xfrm>
                <a:off x="5495925" y="1585913"/>
                <a:ext cx="1206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45" h="52" extrusionOk="0">
                    <a:moveTo>
                      <a:pt x="33" y="0"/>
                    </a:moveTo>
                    <a:cubicBezTo>
                      <a:pt x="24" y="5"/>
                      <a:pt x="15" y="9"/>
                      <a:pt x="6" y="1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5" y="43"/>
                      <a:pt x="17" y="44"/>
                      <a:pt x="18" y="45"/>
                    </a:cubicBezTo>
                    <a:cubicBezTo>
                      <a:pt x="20" y="47"/>
                      <a:pt x="23" y="49"/>
                      <a:pt x="25" y="52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34" y="26"/>
                      <a:pt x="40" y="18"/>
                      <a:pt x="45" y="10"/>
                    </a:cubicBezTo>
                    <a:lnTo>
                      <a:pt x="33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48" name="Google Shape;572;p50">
              <a:extLst>
                <a:ext uri="{FF2B5EF4-FFF2-40B4-BE49-F238E27FC236}">
                  <a16:creationId xmlns:a16="http://schemas.microsoft.com/office/drawing/2014/main" id="{8C97438E-969C-4902-981E-CD4ACB81D57B}"/>
                </a:ext>
              </a:extLst>
            </p:cNvPr>
            <p:cNvSpPr/>
            <p:nvPr/>
          </p:nvSpPr>
          <p:spPr>
            <a:xfrm>
              <a:off x="4019552" y="2227263"/>
              <a:ext cx="185738" cy="319087"/>
            </a:xfrm>
            <a:custGeom>
              <a:avLst/>
              <a:gdLst/>
              <a:ahLst/>
              <a:cxnLst/>
              <a:rect l="l" t="t" r="r" b="b"/>
              <a:pathLst>
                <a:path w="69" h="119" extrusionOk="0">
                  <a:moveTo>
                    <a:pt x="66" y="95"/>
                  </a:moveTo>
                  <a:cubicBezTo>
                    <a:pt x="69" y="85"/>
                    <a:pt x="69" y="85"/>
                    <a:pt x="69" y="85"/>
                  </a:cubicBezTo>
                  <a:cubicBezTo>
                    <a:pt x="63" y="82"/>
                    <a:pt x="63" y="82"/>
                    <a:pt x="63" y="82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3" y="71"/>
                    <a:pt x="48" y="64"/>
                    <a:pt x="43" y="57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32" y="35"/>
                    <a:pt x="36" y="27"/>
                    <a:pt x="40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4" y="13"/>
                    <a:pt x="28" y="7"/>
                    <a:pt x="31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10"/>
                    <a:pt x="3" y="21"/>
                    <a:pt x="0" y="3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13" y="82"/>
                    <a:pt x="13" y="82"/>
                    <a:pt x="13" y="82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5" y="85"/>
                    <a:pt x="15" y="85"/>
                    <a:pt x="15" y="8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8" y="99"/>
                    <a:pt x="8" y="99"/>
                    <a:pt x="8" y="99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8" y="103"/>
                    <a:pt x="18" y="103"/>
                    <a:pt x="18" y="103"/>
                  </a:cubicBezTo>
                  <a:cubicBezTo>
                    <a:pt x="24" y="99"/>
                    <a:pt x="24" y="99"/>
                    <a:pt x="24" y="99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3" y="111"/>
                    <a:pt x="23" y="111"/>
                    <a:pt x="23" y="111"/>
                  </a:cubicBezTo>
                  <a:cubicBezTo>
                    <a:pt x="28" y="110"/>
                    <a:pt x="28" y="110"/>
                    <a:pt x="28" y="110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43" y="108"/>
                    <a:pt x="43" y="108"/>
                    <a:pt x="43" y="108"/>
                  </a:cubicBezTo>
                  <a:cubicBezTo>
                    <a:pt x="45" y="108"/>
                    <a:pt x="48" y="109"/>
                    <a:pt x="50" y="109"/>
                  </a:cubicBezTo>
                  <a:cubicBezTo>
                    <a:pt x="53" y="109"/>
                    <a:pt x="56" y="109"/>
                    <a:pt x="59" y="108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9" y="96"/>
                    <a:pt x="59" y="96"/>
                    <a:pt x="59" y="96"/>
                  </a:cubicBezTo>
                  <a:lnTo>
                    <a:pt x="66" y="9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49" name="Google Shape;573;p50">
              <a:extLst>
                <a:ext uri="{FF2B5EF4-FFF2-40B4-BE49-F238E27FC236}">
                  <a16:creationId xmlns:a16="http://schemas.microsoft.com/office/drawing/2014/main" id="{8A2125D3-A44C-4419-AC40-2B7AD8A1976B}"/>
                </a:ext>
              </a:extLst>
            </p:cNvPr>
            <p:cNvSpPr/>
            <p:nvPr/>
          </p:nvSpPr>
          <p:spPr>
            <a:xfrm>
              <a:off x="3976688" y="2370139"/>
              <a:ext cx="50800" cy="44450"/>
            </a:xfrm>
            <a:custGeom>
              <a:avLst/>
              <a:gdLst/>
              <a:ahLst/>
              <a:cxnLst/>
              <a:rect l="l" t="t" r="r" b="b"/>
              <a:pathLst>
                <a:path w="32" h="28" extrusionOk="0">
                  <a:moveTo>
                    <a:pt x="8" y="0"/>
                  </a:moveTo>
                  <a:lnTo>
                    <a:pt x="0" y="13"/>
                  </a:lnTo>
                  <a:lnTo>
                    <a:pt x="0" y="18"/>
                  </a:lnTo>
                  <a:lnTo>
                    <a:pt x="8" y="28"/>
                  </a:lnTo>
                  <a:lnTo>
                    <a:pt x="13" y="23"/>
                  </a:lnTo>
                  <a:lnTo>
                    <a:pt x="17" y="28"/>
                  </a:lnTo>
                  <a:lnTo>
                    <a:pt x="30" y="27"/>
                  </a:lnTo>
                  <a:lnTo>
                    <a:pt x="32" y="23"/>
                  </a:lnTo>
                  <a:lnTo>
                    <a:pt x="20" y="1"/>
                  </a:lnTo>
                  <a:lnTo>
                    <a:pt x="10" y="3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0" name="Google Shape;574;p50">
              <a:extLst>
                <a:ext uri="{FF2B5EF4-FFF2-40B4-BE49-F238E27FC236}">
                  <a16:creationId xmlns:a16="http://schemas.microsoft.com/office/drawing/2014/main" id="{0957E5F1-BA7D-4C2E-9317-628D8689E8F8}"/>
                </a:ext>
              </a:extLst>
            </p:cNvPr>
            <p:cNvSpPr/>
            <p:nvPr/>
          </p:nvSpPr>
          <p:spPr>
            <a:xfrm>
              <a:off x="4640263" y="2616201"/>
              <a:ext cx="242887" cy="153988"/>
            </a:xfrm>
            <a:custGeom>
              <a:avLst/>
              <a:gdLst/>
              <a:ahLst/>
              <a:cxnLst/>
              <a:rect l="l" t="t" r="r" b="b"/>
              <a:pathLst>
                <a:path w="91" h="57" extrusionOk="0">
                  <a:moveTo>
                    <a:pt x="28" y="2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18" y="9"/>
                    <a:pt x="9" y="16"/>
                    <a:pt x="0" y="24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8" y="56"/>
                    <a:pt x="70" y="54"/>
                    <a:pt x="82" y="52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89" y="42"/>
                    <a:pt x="90" y="40"/>
                    <a:pt x="90" y="38"/>
                  </a:cubicBezTo>
                  <a:cubicBezTo>
                    <a:pt x="90" y="35"/>
                    <a:pt x="90" y="33"/>
                    <a:pt x="91" y="31"/>
                  </a:cubicBezTo>
                  <a:cubicBezTo>
                    <a:pt x="90" y="31"/>
                    <a:pt x="90" y="30"/>
                    <a:pt x="90" y="30"/>
                  </a:cubicBezTo>
                  <a:cubicBezTo>
                    <a:pt x="89" y="29"/>
                    <a:pt x="89" y="29"/>
                    <a:pt x="89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1" y="15"/>
                    <a:pt x="80" y="12"/>
                    <a:pt x="79" y="9"/>
                  </a:cubicBezTo>
                  <a:cubicBezTo>
                    <a:pt x="79" y="8"/>
                    <a:pt x="79" y="8"/>
                    <a:pt x="79" y="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37" y="5"/>
                    <a:pt x="37" y="5"/>
                    <a:pt x="37" y="5"/>
                  </a:cubicBezTo>
                  <a:lnTo>
                    <a:pt x="28" y="2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1" name="Google Shape;575;p50">
              <a:extLst>
                <a:ext uri="{FF2B5EF4-FFF2-40B4-BE49-F238E27FC236}">
                  <a16:creationId xmlns:a16="http://schemas.microsoft.com/office/drawing/2014/main" id="{23614FE4-D051-4BF1-A465-A2A1ED24FFDA}"/>
                </a:ext>
              </a:extLst>
            </p:cNvPr>
            <p:cNvSpPr/>
            <p:nvPr/>
          </p:nvSpPr>
          <p:spPr>
            <a:xfrm>
              <a:off x="4462463" y="2514600"/>
              <a:ext cx="139700" cy="77788"/>
            </a:xfrm>
            <a:custGeom>
              <a:avLst/>
              <a:gdLst/>
              <a:ahLst/>
              <a:cxnLst/>
              <a:rect l="l" t="t" r="r" b="b"/>
              <a:pathLst>
                <a:path w="52" h="29" extrusionOk="0">
                  <a:moveTo>
                    <a:pt x="13" y="0"/>
                  </a:moveTo>
                  <a:cubicBezTo>
                    <a:pt x="8" y="2"/>
                    <a:pt x="5" y="3"/>
                    <a:pt x="1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1"/>
                    <a:pt x="2" y="14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4" y="19"/>
                    <a:pt x="6" y="21"/>
                    <a:pt x="8" y="25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0"/>
                    <a:pt x="22" y="0"/>
                    <a:pt x="22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8" y="0"/>
                    <a:pt x="16" y="0"/>
                    <a:pt x="13" y="0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2" name="Google Shape;576;p50">
              <a:extLst>
                <a:ext uri="{FF2B5EF4-FFF2-40B4-BE49-F238E27FC236}">
                  <a16:creationId xmlns:a16="http://schemas.microsoft.com/office/drawing/2014/main" id="{FE562B02-0881-4960-AA3E-4DB14D1D54EE}"/>
                </a:ext>
              </a:extLst>
            </p:cNvPr>
            <p:cNvSpPr/>
            <p:nvPr/>
          </p:nvSpPr>
          <p:spPr>
            <a:xfrm>
              <a:off x="3943352" y="2817814"/>
              <a:ext cx="65087" cy="161925"/>
            </a:xfrm>
            <a:custGeom>
              <a:avLst/>
              <a:gdLst/>
              <a:ahLst/>
              <a:cxnLst/>
              <a:rect l="l" t="t" r="r" b="b"/>
              <a:pathLst>
                <a:path w="24" h="60" extrusionOk="0">
                  <a:moveTo>
                    <a:pt x="21" y="11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8"/>
                    <a:pt x="5" y="29"/>
                    <a:pt x="0" y="35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1" y="1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3" name="Google Shape;577;p50">
              <a:extLst>
                <a:ext uri="{FF2B5EF4-FFF2-40B4-BE49-F238E27FC236}">
                  <a16:creationId xmlns:a16="http://schemas.microsoft.com/office/drawing/2014/main" id="{97DA43DA-BBCF-41E7-8401-5F327F888CA7}"/>
                </a:ext>
              </a:extLst>
            </p:cNvPr>
            <p:cNvSpPr/>
            <p:nvPr/>
          </p:nvSpPr>
          <p:spPr>
            <a:xfrm>
              <a:off x="4497389" y="2382839"/>
              <a:ext cx="233362" cy="196850"/>
            </a:xfrm>
            <a:custGeom>
              <a:avLst/>
              <a:gdLst/>
              <a:ahLst/>
              <a:cxnLst/>
              <a:rect l="l" t="t" r="r" b="b"/>
              <a:pathLst>
                <a:path w="87" h="73" extrusionOk="0">
                  <a:moveTo>
                    <a:pt x="42" y="0"/>
                  </a:moveTo>
                  <a:cubicBezTo>
                    <a:pt x="40" y="0"/>
                    <a:pt x="39" y="0"/>
                    <a:pt x="38" y="0"/>
                  </a:cubicBezTo>
                  <a:cubicBezTo>
                    <a:pt x="25" y="5"/>
                    <a:pt x="13" y="10"/>
                    <a:pt x="1" y="1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9"/>
                    <a:pt x="10" y="49"/>
                    <a:pt x="10" y="50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50" y="70"/>
                    <a:pt x="62" y="71"/>
                    <a:pt x="74" y="73"/>
                  </a:cubicBezTo>
                  <a:cubicBezTo>
                    <a:pt x="74" y="65"/>
                    <a:pt x="74" y="65"/>
                    <a:pt x="74" y="65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7"/>
                    <a:pt x="82" y="37"/>
                    <a:pt x="82" y="37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5" y="22"/>
                    <a:pt x="85" y="21"/>
                    <a:pt x="84" y="19"/>
                  </a:cubicBezTo>
                  <a:cubicBezTo>
                    <a:pt x="83" y="17"/>
                    <a:pt x="82" y="14"/>
                    <a:pt x="80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79" y="10"/>
                    <a:pt x="79" y="10"/>
                    <a:pt x="78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5" y="7"/>
                    <a:pt x="73" y="6"/>
                    <a:pt x="71" y="6"/>
                  </a:cubicBezTo>
                  <a:cubicBezTo>
                    <a:pt x="66" y="5"/>
                    <a:pt x="61" y="5"/>
                    <a:pt x="56" y="5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0" y="4"/>
                    <a:pt x="40" y="4"/>
                    <a:pt x="40" y="4"/>
                  </a:cubicBezTo>
                  <a:lnTo>
                    <a:pt x="42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4" name="Google Shape;578;p50">
              <a:extLst>
                <a:ext uri="{FF2B5EF4-FFF2-40B4-BE49-F238E27FC236}">
                  <a16:creationId xmlns:a16="http://schemas.microsoft.com/office/drawing/2014/main" id="{892F314E-A04B-41EC-8ADB-2C10AEDFD31B}"/>
                </a:ext>
              </a:extLst>
            </p:cNvPr>
            <p:cNvSpPr/>
            <p:nvPr/>
          </p:nvSpPr>
          <p:spPr>
            <a:xfrm>
              <a:off x="4252913" y="2430464"/>
              <a:ext cx="80961" cy="95249"/>
            </a:xfrm>
            <a:custGeom>
              <a:avLst/>
              <a:gdLst/>
              <a:ahLst/>
              <a:cxnLst/>
              <a:rect l="l" t="t" r="r" b="b"/>
              <a:pathLst>
                <a:path w="30" h="35" extrusionOk="0">
                  <a:moveTo>
                    <a:pt x="11" y="9"/>
                  </a:moveTo>
                  <a:cubicBezTo>
                    <a:pt x="8" y="6"/>
                    <a:pt x="8" y="6"/>
                    <a:pt x="8" y="6"/>
                  </a:cubicBezTo>
                  <a:cubicBezTo>
                    <a:pt x="5" y="12"/>
                    <a:pt x="2" y="18"/>
                    <a:pt x="0" y="22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0" y="15"/>
                    <a:pt x="10" y="15"/>
                    <a:pt x="10" y="15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5" name="Google Shape;579;p50">
              <a:extLst>
                <a:ext uri="{FF2B5EF4-FFF2-40B4-BE49-F238E27FC236}">
                  <a16:creationId xmlns:a16="http://schemas.microsoft.com/office/drawing/2014/main" id="{1B28EBFC-1A4D-4962-8A41-EB0046EDA8C1}"/>
                </a:ext>
              </a:extLst>
            </p:cNvPr>
            <p:cNvSpPr/>
            <p:nvPr/>
          </p:nvSpPr>
          <p:spPr>
            <a:xfrm>
              <a:off x="4298951" y="1641476"/>
              <a:ext cx="649287" cy="631825"/>
            </a:xfrm>
            <a:custGeom>
              <a:avLst/>
              <a:gdLst/>
              <a:ahLst/>
              <a:cxnLst/>
              <a:rect l="l" t="t" r="r" b="b"/>
              <a:pathLst>
                <a:path w="242" h="235" extrusionOk="0">
                  <a:moveTo>
                    <a:pt x="242" y="15"/>
                  </a:moveTo>
                  <a:cubicBezTo>
                    <a:pt x="239" y="12"/>
                    <a:pt x="239" y="12"/>
                    <a:pt x="239" y="12"/>
                  </a:cubicBezTo>
                  <a:cubicBezTo>
                    <a:pt x="226" y="20"/>
                    <a:pt x="226" y="20"/>
                    <a:pt x="226" y="20"/>
                  </a:cubicBezTo>
                  <a:cubicBezTo>
                    <a:pt x="231" y="8"/>
                    <a:pt x="231" y="8"/>
                    <a:pt x="231" y="8"/>
                  </a:cubicBezTo>
                  <a:cubicBezTo>
                    <a:pt x="227" y="11"/>
                    <a:pt x="223" y="13"/>
                    <a:pt x="218" y="15"/>
                  </a:cubicBezTo>
                  <a:cubicBezTo>
                    <a:pt x="215" y="16"/>
                    <a:pt x="211" y="17"/>
                    <a:pt x="208" y="18"/>
                  </a:cubicBezTo>
                  <a:cubicBezTo>
                    <a:pt x="222" y="6"/>
                    <a:pt x="222" y="6"/>
                    <a:pt x="222" y="6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07" y="5"/>
                    <a:pt x="202" y="8"/>
                    <a:pt x="196" y="11"/>
                  </a:cubicBezTo>
                  <a:cubicBezTo>
                    <a:pt x="193" y="13"/>
                    <a:pt x="189" y="15"/>
                    <a:pt x="186" y="16"/>
                  </a:cubicBezTo>
                  <a:cubicBezTo>
                    <a:pt x="190" y="26"/>
                    <a:pt x="190" y="26"/>
                    <a:pt x="190" y="26"/>
                  </a:cubicBezTo>
                  <a:cubicBezTo>
                    <a:pt x="187" y="29"/>
                    <a:pt x="187" y="29"/>
                    <a:pt x="187" y="29"/>
                  </a:cubicBezTo>
                  <a:cubicBezTo>
                    <a:pt x="179" y="14"/>
                    <a:pt x="179" y="14"/>
                    <a:pt x="179" y="14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5" y="19"/>
                    <a:pt x="175" y="19"/>
                    <a:pt x="175" y="19"/>
                  </a:cubicBezTo>
                  <a:cubicBezTo>
                    <a:pt x="163" y="23"/>
                    <a:pt x="163" y="23"/>
                    <a:pt x="163" y="23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58" y="24"/>
                    <a:pt x="158" y="24"/>
                    <a:pt x="158" y="24"/>
                  </a:cubicBezTo>
                  <a:cubicBezTo>
                    <a:pt x="145" y="31"/>
                    <a:pt x="145" y="31"/>
                    <a:pt x="145" y="31"/>
                  </a:cubicBezTo>
                  <a:cubicBezTo>
                    <a:pt x="144" y="36"/>
                    <a:pt x="144" y="36"/>
                    <a:pt x="144" y="36"/>
                  </a:cubicBezTo>
                  <a:cubicBezTo>
                    <a:pt x="139" y="34"/>
                    <a:pt x="139" y="34"/>
                    <a:pt x="139" y="34"/>
                  </a:cubicBezTo>
                  <a:cubicBezTo>
                    <a:pt x="129" y="42"/>
                    <a:pt x="129" y="42"/>
                    <a:pt x="129" y="42"/>
                  </a:cubicBezTo>
                  <a:cubicBezTo>
                    <a:pt x="129" y="47"/>
                    <a:pt x="129" y="47"/>
                    <a:pt x="129" y="47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60"/>
                    <a:pt x="112" y="60"/>
                    <a:pt x="112" y="60"/>
                  </a:cubicBezTo>
                  <a:cubicBezTo>
                    <a:pt x="109" y="63"/>
                    <a:pt x="106" y="64"/>
                    <a:pt x="103" y="66"/>
                  </a:cubicBezTo>
                  <a:cubicBezTo>
                    <a:pt x="102" y="66"/>
                    <a:pt x="101" y="67"/>
                    <a:pt x="99" y="67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4" y="112"/>
                    <a:pt x="64" y="112"/>
                    <a:pt x="64" y="112"/>
                  </a:cubicBezTo>
                  <a:cubicBezTo>
                    <a:pt x="61" y="115"/>
                    <a:pt x="61" y="115"/>
                    <a:pt x="61" y="115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58" y="128"/>
                    <a:pt x="58" y="128"/>
                    <a:pt x="58" y="128"/>
                  </a:cubicBezTo>
                  <a:cubicBezTo>
                    <a:pt x="50" y="131"/>
                    <a:pt x="50" y="131"/>
                    <a:pt x="50" y="131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41" y="142"/>
                    <a:pt x="41" y="142"/>
                    <a:pt x="41" y="142"/>
                  </a:cubicBezTo>
                  <a:cubicBezTo>
                    <a:pt x="40" y="149"/>
                    <a:pt x="40" y="149"/>
                    <a:pt x="40" y="149"/>
                  </a:cubicBezTo>
                  <a:cubicBezTo>
                    <a:pt x="51" y="143"/>
                    <a:pt x="51" y="143"/>
                    <a:pt x="51" y="143"/>
                  </a:cubicBezTo>
                  <a:cubicBezTo>
                    <a:pt x="47" y="152"/>
                    <a:pt x="47" y="152"/>
                    <a:pt x="47" y="152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34" y="150"/>
                    <a:pt x="34" y="150"/>
                    <a:pt x="34" y="150"/>
                  </a:cubicBezTo>
                  <a:cubicBezTo>
                    <a:pt x="30" y="152"/>
                    <a:pt x="27" y="154"/>
                    <a:pt x="23" y="156"/>
                  </a:cubicBezTo>
                  <a:cubicBezTo>
                    <a:pt x="21" y="158"/>
                    <a:pt x="17" y="159"/>
                    <a:pt x="14" y="160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2" y="171"/>
                    <a:pt x="2" y="171"/>
                    <a:pt x="2" y="171"/>
                  </a:cubicBezTo>
                  <a:cubicBezTo>
                    <a:pt x="1" y="182"/>
                    <a:pt x="1" y="182"/>
                    <a:pt x="1" y="182"/>
                  </a:cubicBezTo>
                  <a:cubicBezTo>
                    <a:pt x="11" y="185"/>
                    <a:pt x="11" y="185"/>
                    <a:pt x="11" y="18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3" y="197"/>
                    <a:pt x="13" y="197"/>
                    <a:pt x="13" y="197"/>
                  </a:cubicBezTo>
                  <a:cubicBezTo>
                    <a:pt x="2" y="208"/>
                    <a:pt x="2" y="208"/>
                    <a:pt x="2" y="208"/>
                  </a:cubicBezTo>
                  <a:cubicBezTo>
                    <a:pt x="8" y="213"/>
                    <a:pt x="8" y="213"/>
                    <a:pt x="8" y="213"/>
                  </a:cubicBezTo>
                  <a:cubicBezTo>
                    <a:pt x="1" y="217"/>
                    <a:pt x="1" y="217"/>
                    <a:pt x="1" y="217"/>
                  </a:cubicBezTo>
                  <a:cubicBezTo>
                    <a:pt x="8" y="233"/>
                    <a:pt x="8" y="233"/>
                    <a:pt x="8" y="233"/>
                  </a:cubicBezTo>
                  <a:cubicBezTo>
                    <a:pt x="17" y="235"/>
                    <a:pt x="17" y="235"/>
                    <a:pt x="17" y="235"/>
                  </a:cubicBezTo>
                  <a:cubicBezTo>
                    <a:pt x="23" y="229"/>
                    <a:pt x="29" y="223"/>
                    <a:pt x="35" y="217"/>
                  </a:cubicBezTo>
                  <a:cubicBezTo>
                    <a:pt x="38" y="216"/>
                    <a:pt x="40" y="214"/>
                    <a:pt x="43" y="212"/>
                  </a:cubicBezTo>
                  <a:cubicBezTo>
                    <a:pt x="46" y="203"/>
                    <a:pt x="46" y="203"/>
                    <a:pt x="46" y="203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60" y="193"/>
                    <a:pt x="60" y="193"/>
                    <a:pt x="60" y="193"/>
                  </a:cubicBezTo>
                  <a:cubicBezTo>
                    <a:pt x="58" y="181"/>
                    <a:pt x="58" y="181"/>
                    <a:pt x="58" y="181"/>
                  </a:cubicBezTo>
                  <a:cubicBezTo>
                    <a:pt x="62" y="176"/>
                    <a:pt x="62" y="176"/>
                    <a:pt x="62" y="176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64" y="132"/>
                    <a:pt x="64" y="132"/>
                    <a:pt x="64" y="132"/>
                  </a:cubicBezTo>
                  <a:cubicBezTo>
                    <a:pt x="72" y="129"/>
                    <a:pt x="72" y="129"/>
                    <a:pt x="72" y="129"/>
                  </a:cubicBezTo>
                  <a:cubicBezTo>
                    <a:pt x="84" y="113"/>
                    <a:pt x="84" y="113"/>
                    <a:pt x="84" y="113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81" y="106"/>
                    <a:pt x="83" y="104"/>
                    <a:pt x="86" y="101"/>
                  </a:cubicBezTo>
                  <a:cubicBezTo>
                    <a:pt x="93" y="94"/>
                    <a:pt x="99" y="87"/>
                    <a:pt x="105" y="79"/>
                  </a:cubicBezTo>
                  <a:cubicBezTo>
                    <a:pt x="115" y="78"/>
                    <a:pt x="115" y="78"/>
                    <a:pt x="115" y="78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32" y="65"/>
                    <a:pt x="132" y="65"/>
                    <a:pt x="132" y="65"/>
                  </a:cubicBezTo>
                  <a:cubicBezTo>
                    <a:pt x="133" y="56"/>
                    <a:pt x="133" y="56"/>
                    <a:pt x="133" y="56"/>
                  </a:cubicBezTo>
                  <a:cubicBezTo>
                    <a:pt x="144" y="58"/>
                    <a:pt x="144" y="58"/>
                    <a:pt x="144" y="58"/>
                  </a:cubicBezTo>
                  <a:cubicBezTo>
                    <a:pt x="148" y="51"/>
                    <a:pt x="148" y="51"/>
                    <a:pt x="148" y="51"/>
                  </a:cubicBezTo>
                  <a:cubicBezTo>
                    <a:pt x="154" y="56"/>
                    <a:pt x="154" y="56"/>
                    <a:pt x="154" y="56"/>
                  </a:cubicBezTo>
                  <a:cubicBezTo>
                    <a:pt x="157" y="55"/>
                    <a:pt x="159" y="55"/>
                    <a:pt x="162" y="55"/>
                  </a:cubicBezTo>
                  <a:cubicBezTo>
                    <a:pt x="165" y="55"/>
                    <a:pt x="168" y="55"/>
                    <a:pt x="170" y="56"/>
                  </a:cubicBezTo>
                  <a:cubicBezTo>
                    <a:pt x="177" y="42"/>
                    <a:pt x="177" y="42"/>
                    <a:pt x="177" y="42"/>
                  </a:cubicBezTo>
                  <a:cubicBezTo>
                    <a:pt x="182" y="39"/>
                    <a:pt x="187" y="37"/>
                    <a:pt x="191" y="35"/>
                  </a:cubicBezTo>
                  <a:cubicBezTo>
                    <a:pt x="196" y="34"/>
                    <a:pt x="200" y="32"/>
                    <a:pt x="205" y="31"/>
                  </a:cubicBezTo>
                  <a:cubicBezTo>
                    <a:pt x="218" y="41"/>
                    <a:pt x="218" y="41"/>
                    <a:pt x="218" y="41"/>
                  </a:cubicBezTo>
                  <a:cubicBezTo>
                    <a:pt x="228" y="34"/>
                    <a:pt x="228" y="34"/>
                    <a:pt x="228" y="34"/>
                  </a:cubicBezTo>
                  <a:cubicBezTo>
                    <a:pt x="223" y="26"/>
                    <a:pt x="223" y="26"/>
                    <a:pt x="223" y="26"/>
                  </a:cubicBezTo>
                  <a:lnTo>
                    <a:pt x="242" y="1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6" name="Google Shape;580;p50">
              <a:extLst>
                <a:ext uri="{FF2B5EF4-FFF2-40B4-BE49-F238E27FC236}">
                  <a16:creationId xmlns:a16="http://schemas.microsoft.com/office/drawing/2014/main" id="{9CCF7286-F148-4416-9CEA-FCC9ABA1E9A0}"/>
                </a:ext>
              </a:extLst>
            </p:cNvPr>
            <p:cNvSpPr/>
            <p:nvPr/>
          </p:nvSpPr>
          <p:spPr>
            <a:xfrm>
              <a:off x="4819651" y="2589214"/>
              <a:ext cx="74613" cy="76200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0" y="10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22"/>
                    <a:pt x="14" y="25"/>
                    <a:pt x="16" y="2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" y="4"/>
                    <a:pt x="3" y="4"/>
                    <a:pt x="3" y="4"/>
                  </a:cubicBezTo>
                  <a:lnTo>
                    <a:pt x="0" y="1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7" name="Google Shape;581;p50">
              <a:extLst>
                <a:ext uri="{FF2B5EF4-FFF2-40B4-BE49-F238E27FC236}">
                  <a16:creationId xmlns:a16="http://schemas.microsoft.com/office/drawing/2014/main" id="{2955A462-1BA2-46BA-A241-DC1760D8E7A9}"/>
                </a:ext>
              </a:extLst>
            </p:cNvPr>
            <p:cNvSpPr/>
            <p:nvPr/>
          </p:nvSpPr>
          <p:spPr>
            <a:xfrm>
              <a:off x="4521201" y="3038475"/>
              <a:ext cx="3175" cy="1588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0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8" name="Google Shape;582;p50">
              <a:extLst>
                <a:ext uri="{FF2B5EF4-FFF2-40B4-BE49-F238E27FC236}">
                  <a16:creationId xmlns:a16="http://schemas.microsoft.com/office/drawing/2014/main" id="{FFDCFC39-7231-4E8F-A5FC-3F1D4D87CFF7}"/>
                </a:ext>
              </a:extLst>
            </p:cNvPr>
            <p:cNvSpPr/>
            <p:nvPr/>
          </p:nvSpPr>
          <p:spPr>
            <a:xfrm>
              <a:off x="4652963" y="2805114"/>
              <a:ext cx="50800" cy="47625"/>
            </a:xfrm>
            <a:custGeom>
              <a:avLst/>
              <a:gdLst/>
              <a:ahLst/>
              <a:cxnLst/>
              <a:rect l="l" t="t" r="r" b="b"/>
              <a:pathLst>
                <a:path w="32" h="30" extrusionOk="0">
                  <a:moveTo>
                    <a:pt x="32" y="23"/>
                  </a:moveTo>
                  <a:lnTo>
                    <a:pt x="30" y="20"/>
                  </a:lnTo>
                  <a:lnTo>
                    <a:pt x="22" y="0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30"/>
                  </a:lnTo>
                  <a:lnTo>
                    <a:pt x="32" y="2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9" name="Google Shape;583;p50">
              <a:extLst>
                <a:ext uri="{FF2B5EF4-FFF2-40B4-BE49-F238E27FC236}">
                  <a16:creationId xmlns:a16="http://schemas.microsoft.com/office/drawing/2014/main" id="{5290F8B5-1192-413C-A5F0-BBB93FBBCFD2}"/>
                </a:ext>
              </a:extLst>
            </p:cNvPr>
            <p:cNvSpPr/>
            <p:nvPr/>
          </p:nvSpPr>
          <p:spPr>
            <a:xfrm>
              <a:off x="4283076" y="2538414"/>
              <a:ext cx="25400" cy="26987"/>
            </a:xfrm>
            <a:custGeom>
              <a:avLst/>
              <a:gdLst/>
              <a:ahLst/>
              <a:cxnLst/>
              <a:rect l="l" t="t" r="r" b="b"/>
              <a:pathLst>
                <a:path w="16" h="17" extrusionOk="0">
                  <a:moveTo>
                    <a:pt x="16" y="17"/>
                  </a:moveTo>
                  <a:lnTo>
                    <a:pt x="11" y="0"/>
                  </a:lnTo>
                  <a:lnTo>
                    <a:pt x="0" y="7"/>
                  </a:lnTo>
                  <a:lnTo>
                    <a:pt x="10" y="15"/>
                  </a:lnTo>
                  <a:lnTo>
                    <a:pt x="16" y="1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0" name="Google Shape;584;p50">
              <a:extLst>
                <a:ext uri="{FF2B5EF4-FFF2-40B4-BE49-F238E27FC236}">
                  <a16:creationId xmlns:a16="http://schemas.microsoft.com/office/drawing/2014/main" id="{AEE0C19F-F19A-4362-AF4C-6320FEFC71CE}"/>
                </a:ext>
              </a:extLst>
            </p:cNvPr>
            <p:cNvSpPr/>
            <p:nvPr/>
          </p:nvSpPr>
          <p:spPr>
            <a:xfrm>
              <a:off x="4660902" y="2316164"/>
              <a:ext cx="119061" cy="117475"/>
            </a:xfrm>
            <a:custGeom>
              <a:avLst/>
              <a:gdLst/>
              <a:ahLst/>
              <a:cxnLst/>
              <a:rect l="l" t="t" r="r" b="b"/>
              <a:pathLst>
                <a:path w="44" h="44" extrusionOk="0">
                  <a:moveTo>
                    <a:pt x="3" y="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3" y="12"/>
                    <a:pt x="1" y="15"/>
                    <a:pt x="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8" y="35"/>
                    <a:pt x="18" y="35"/>
                    <a:pt x="19" y="36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14" y="1"/>
                    <a:pt x="14" y="1"/>
                    <a:pt x="14" y="1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1" name="Google Shape;585;p50">
              <a:extLst>
                <a:ext uri="{FF2B5EF4-FFF2-40B4-BE49-F238E27FC236}">
                  <a16:creationId xmlns:a16="http://schemas.microsoft.com/office/drawing/2014/main" id="{28BE4559-FF1C-41AD-88CB-992D46BEDDF9}"/>
                </a:ext>
              </a:extLst>
            </p:cNvPr>
            <p:cNvSpPr/>
            <p:nvPr/>
          </p:nvSpPr>
          <p:spPr>
            <a:xfrm>
              <a:off x="4395788" y="2640013"/>
              <a:ext cx="12700" cy="14287"/>
            </a:xfrm>
            <a:custGeom>
              <a:avLst/>
              <a:gdLst/>
              <a:ahLst/>
              <a:cxnLst/>
              <a:rect l="l" t="t" r="r" b="b"/>
              <a:pathLst>
                <a:path w="8" h="9" extrusionOk="0">
                  <a:moveTo>
                    <a:pt x="8" y="7"/>
                  </a:moveTo>
                  <a:lnTo>
                    <a:pt x="3" y="9"/>
                  </a:lnTo>
                  <a:lnTo>
                    <a:pt x="0" y="0"/>
                  </a:lnTo>
                  <a:lnTo>
                    <a:pt x="8" y="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2" name="Google Shape;586;p50">
              <a:extLst>
                <a:ext uri="{FF2B5EF4-FFF2-40B4-BE49-F238E27FC236}">
                  <a16:creationId xmlns:a16="http://schemas.microsoft.com/office/drawing/2014/main" id="{CBD66FB5-2D42-40F9-88F1-FAB6028D6863}"/>
                </a:ext>
              </a:extLst>
            </p:cNvPr>
            <p:cNvSpPr/>
            <p:nvPr/>
          </p:nvSpPr>
          <p:spPr>
            <a:xfrm>
              <a:off x="4668839" y="2257426"/>
              <a:ext cx="158750" cy="101600"/>
            </a:xfrm>
            <a:custGeom>
              <a:avLst/>
              <a:gdLst/>
              <a:ahLst/>
              <a:cxnLst/>
              <a:rect l="l" t="t" r="r" b="b"/>
              <a:pathLst>
                <a:path w="59" h="38" extrusionOk="0">
                  <a:moveTo>
                    <a:pt x="10" y="10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49" y="10"/>
                    <a:pt x="39" y="5"/>
                    <a:pt x="30" y="0"/>
                  </a:cubicBezTo>
                  <a:cubicBezTo>
                    <a:pt x="30" y="2"/>
                    <a:pt x="30" y="3"/>
                    <a:pt x="30" y="4"/>
                  </a:cubicBezTo>
                  <a:cubicBezTo>
                    <a:pt x="29" y="8"/>
                    <a:pt x="28" y="12"/>
                    <a:pt x="28" y="16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4"/>
                    <a:pt x="17" y="12"/>
                    <a:pt x="16" y="10"/>
                  </a:cubicBezTo>
                  <a:cubicBezTo>
                    <a:pt x="15" y="8"/>
                    <a:pt x="15" y="7"/>
                    <a:pt x="14" y="5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3" name="Google Shape;587;p50">
              <a:extLst>
                <a:ext uri="{FF2B5EF4-FFF2-40B4-BE49-F238E27FC236}">
                  <a16:creationId xmlns:a16="http://schemas.microsoft.com/office/drawing/2014/main" id="{C1E5BA56-D8DF-4B99-8A38-ED5506EE272F}"/>
                </a:ext>
              </a:extLst>
            </p:cNvPr>
            <p:cNvSpPr/>
            <p:nvPr/>
          </p:nvSpPr>
          <p:spPr>
            <a:xfrm>
              <a:off x="4467227" y="2944813"/>
              <a:ext cx="69850" cy="47625"/>
            </a:xfrm>
            <a:custGeom>
              <a:avLst/>
              <a:gdLst/>
              <a:ahLst/>
              <a:cxnLst/>
              <a:rect l="l" t="t" r="r" b="b"/>
              <a:pathLst>
                <a:path w="26" h="18" extrusionOk="0">
                  <a:moveTo>
                    <a:pt x="26" y="0"/>
                  </a:moveTo>
                  <a:cubicBezTo>
                    <a:pt x="25" y="6"/>
                    <a:pt x="24" y="12"/>
                    <a:pt x="24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3"/>
                    <a:pt x="10" y="12"/>
                    <a:pt x="8" y="12"/>
                  </a:cubicBezTo>
                  <a:cubicBezTo>
                    <a:pt x="5" y="10"/>
                    <a:pt x="3" y="9"/>
                    <a:pt x="0" y="8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4" name="Google Shape;588;p50">
              <a:extLst>
                <a:ext uri="{FF2B5EF4-FFF2-40B4-BE49-F238E27FC236}">
                  <a16:creationId xmlns:a16="http://schemas.microsoft.com/office/drawing/2014/main" id="{0436465C-8658-497B-96A4-5E3143D04EBF}"/>
                </a:ext>
              </a:extLst>
            </p:cNvPr>
            <p:cNvSpPr/>
            <p:nvPr/>
          </p:nvSpPr>
          <p:spPr>
            <a:xfrm>
              <a:off x="4365626" y="2852739"/>
              <a:ext cx="38100" cy="66675"/>
            </a:xfrm>
            <a:custGeom>
              <a:avLst/>
              <a:gdLst/>
              <a:ahLst/>
              <a:cxnLst/>
              <a:rect l="l" t="t" r="r" b="b"/>
              <a:pathLst>
                <a:path w="14" h="25" extrusionOk="0">
                  <a:moveTo>
                    <a:pt x="12" y="21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11"/>
                    <a:pt x="13" y="16"/>
                    <a:pt x="12" y="21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65" name="Google Shape;589;p50">
              <a:extLst>
                <a:ext uri="{FF2B5EF4-FFF2-40B4-BE49-F238E27FC236}">
                  <a16:creationId xmlns:a16="http://schemas.microsoft.com/office/drawing/2014/main" id="{C0919148-E908-416E-94BC-6D905E49A04A}"/>
                </a:ext>
              </a:extLst>
            </p:cNvPr>
            <p:cNvGrpSpPr/>
            <p:nvPr/>
          </p:nvGrpSpPr>
          <p:grpSpPr>
            <a:xfrm>
              <a:off x="4319588" y="2640013"/>
              <a:ext cx="290512" cy="352425"/>
              <a:chOff x="4319587" y="2640013"/>
              <a:chExt cx="290512" cy="352425"/>
            </a:xfrm>
            <a:grpFill/>
          </p:grpSpPr>
          <p:sp>
            <p:nvSpPr>
              <p:cNvPr id="281" name="Google Shape;590;p50">
                <a:extLst>
                  <a:ext uri="{FF2B5EF4-FFF2-40B4-BE49-F238E27FC236}">
                    <a16:creationId xmlns:a16="http://schemas.microsoft.com/office/drawing/2014/main" id="{8C5F9272-3D75-4E5F-A829-84F9E4B7A8CC}"/>
                  </a:ext>
                </a:extLst>
              </p:cNvPr>
              <p:cNvSpPr/>
              <p:nvPr/>
            </p:nvSpPr>
            <p:spPr>
              <a:xfrm>
                <a:off x="4467225" y="2944813"/>
                <a:ext cx="698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6" h="18" extrusionOk="0">
                    <a:moveTo>
                      <a:pt x="26" y="0"/>
                    </a:moveTo>
                    <a:cubicBezTo>
                      <a:pt x="25" y="6"/>
                      <a:pt x="24" y="12"/>
                      <a:pt x="24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2" y="13"/>
                      <a:pt x="10" y="12"/>
                      <a:pt x="8" y="12"/>
                    </a:cubicBezTo>
                    <a:cubicBezTo>
                      <a:pt x="5" y="10"/>
                      <a:pt x="3" y="9"/>
                      <a:pt x="0" y="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6" y="0"/>
                      <a:pt x="26" y="0"/>
                      <a:pt x="26" y="0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82" name="Google Shape;591;p50">
                <a:extLst>
                  <a:ext uri="{FF2B5EF4-FFF2-40B4-BE49-F238E27FC236}">
                    <a16:creationId xmlns:a16="http://schemas.microsoft.com/office/drawing/2014/main" id="{11F3AD71-71F9-4B20-B2FE-6FDE0BD77057}"/>
                  </a:ext>
                </a:extLst>
              </p:cNvPr>
              <p:cNvSpPr/>
              <p:nvPr/>
            </p:nvSpPr>
            <p:spPr>
              <a:xfrm>
                <a:off x="4365625" y="2852738"/>
                <a:ext cx="381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5" extrusionOk="0">
                    <a:moveTo>
                      <a:pt x="12" y="21"/>
                    </a:moveTo>
                    <a:cubicBezTo>
                      <a:pt x="3" y="25"/>
                      <a:pt x="3" y="25"/>
                      <a:pt x="3" y="25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11"/>
                      <a:pt x="13" y="16"/>
                      <a:pt x="12" y="21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83" name="Google Shape;592;p50">
                <a:extLst>
                  <a:ext uri="{FF2B5EF4-FFF2-40B4-BE49-F238E27FC236}">
                    <a16:creationId xmlns:a16="http://schemas.microsoft.com/office/drawing/2014/main" id="{7A2D396C-6E01-4BE6-9F3A-CDED7D753219}"/>
                  </a:ext>
                </a:extLst>
              </p:cNvPr>
              <p:cNvSpPr/>
              <p:nvPr/>
            </p:nvSpPr>
            <p:spPr>
              <a:xfrm>
                <a:off x="4319587" y="2640013"/>
                <a:ext cx="290512" cy="3127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16" extrusionOk="0">
                    <a:moveTo>
                      <a:pt x="14" y="48"/>
                    </a:moveTo>
                    <a:cubicBezTo>
                      <a:pt x="21" y="39"/>
                      <a:pt x="21" y="39"/>
                      <a:pt x="21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34" y="44"/>
                      <a:pt x="34" y="44"/>
                      <a:pt x="34" y="44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9" y="68"/>
                      <a:pt x="49" y="68"/>
                      <a:pt x="49" y="68"/>
                    </a:cubicBezTo>
                    <a:cubicBezTo>
                      <a:pt x="54" y="70"/>
                      <a:pt x="54" y="70"/>
                      <a:pt x="54" y="70"/>
                    </a:cubicBezTo>
                    <a:cubicBezTo>
                      <a:pt x="61" y="78"/>
                      <a:pt x="61" y="78"/>
                      <a:pt x="61" y="78"/>
                    </a:cubicBezTo>
                    <a:cubicBezTo>
                      <a:pt x="63" y="78"/>
                      <a:pt x="63" y="78"/>
                      <a:pt x="63" y="78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72" y="83"/>
                      <a:pt x="72" y="83"/>
                      <a:pt x="72" y="83"/>
                    </a:cubicBezTo>
                    <a:cubicBezTo>
                      <a:pt x="76" y="86"/>
                      <a:pt x="76" y="86"/>
                      <a:pt x="76" y="86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84" y="92"/>
                      <a:pt x="84" y="92"/>
                      <a:pt x="84" y="92"/>
                    </a:cubicBezTo>
                    <a:cubicBezTo>
                      <a:pt x="86" y="99"/>
                      <a:pt x="86" y="99"/>
                      <a:pt x="86" y="99"/>
                    </a:cubicBezTo>
                    <a:cubicBezTo>
                      <a:pt x="87" y="105"/>
                      <a:pt x="87" y="105"/>
                      <a:pt x="87" y="105"/>
                    </a:cubicBezTo>
                    <a:cubicBezTo>
                      <a:pt x="84" y="111"/>
                      <a:pt x="84" y="111"/>
                      <a:pt x="84" y="111"/>
                    </a:cubicBezTo>
                    <a:cubicBezTo>
                      <a:pt x="87" y="116"/>
                      <a:pt x="87" y="116"/>
                      <a:pt x="87" y="116"/>
                    </a:cubicBezTo>
                    <a:cubicBezTo>
                      <a:pt x="91" y="112"/>
                      <a:pt x="91" y="112"/>
                      <a:pt x="91" y="112"/>
                    </a:cubicBezTo>
                    <a:cubicBezTo>
                      <a:pt x="92" y="109"/>
                      <a:pt x="92" y="109"/>
                      <a:pt x="92" y="109"/>
                    </a:cubicBezTo>
                    <a:cubicBezTo>
                      <a:pt x="98" y="105"/>
                      <a:pt x="98" y="105"/>
                      <a:pt x="98" y="105"/>
                    </a:cubicBezTo>
                    <a:cubicBezTo>
                      <a:pt x="97" y="99"/>
                      <a:pt x="97" y="99"/>
                      <a:pt x="97" y="99"/>
                    </a:cubicBezTo>
                    <a:cubicBezTo>
                      <a:pt x="91" y="96"/>
                      <a:pt x="91" y="96"/>
                      <a:pt x="91" y="96"/>
                    </a:cubicBezTo>
                    <a:cubicBezTo>
                      <a:pt x="96" y="89"/>
                      <a:pt x="96" y="89"/>
                      <a:pt x="96" y="89"/>
                    </a:cubicBezTo>
                    <a:cubicBezTo>
                      <a:pt x="102" y="90"/>
                      <a:pt x="102" y="90"/>
                      <a:pt x="102" y="90"/>
                    </a:cubicBezTo>
                    <a:cubicBezTo>
                      <a:pt x="105" y="95"/>
                      <a:pt x="105" y="95"/>
                      <a:pt x="105" y="95"/>
                    </a:cubicBezTo>
                    <a:cubicBezTo>
                      <a:pt x="108" y="92"/>
                      <a:pt x="108" y="92"/>
                      <a:pt x="108" y="92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8" y="70"/>
                      <a:pt x="88" y="70"/>
                      <a:pt x="88" y="70"/>
                    </a:cubicBezTo>
                    <a:cubicBezTo>
                      <a:pt x="85" y="71"/>
                      <a:pt x="85" y="71"/>
                      <a:pt x="85" y="71"/>
                    </a:cubicBezTo>
                    <a:cubicBezTo>
                      <a:pt x="77" y="67"/>
                      <a:pt x="77" y="67"/>
                      <a:pt x="77" y="67"/>
                    </a:cubicBezTo>
                    <a:cubicBezTo>
                      <a:pt x="69" y="52"/>
                      <a:pt x="69" y="52"/>
                      <a:pt x="69" y="52"/>
                    </a:cubicBezTo>
                    <a:cubicBezTo>
                      <a:pt x="64" y="51"/>
                      <a:pt x="64" y="51"/>
                      <a:pt x="64" y="51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58" y="29"/>
                      <a:pt x="60" y="26"/>
                      <a:pt x="63" y="26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8" y="52"/>
                      <a:pt x="8" y="52"/>
                      <a:pt x="8" y="52"/>
                    </a:cubicBezTo>
                    <a:lnTo>
                      <a:pt x="14" y="4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66" name="Google Shape;593;p50">
              <a:extLst>
                <a:ext uri="{FF2B5EF4-FFF2-40B4-BE49-F238E27FC236}">
                  <a16:creationId xmlns:a16="http://schemas.microsoft.com/office/drawing/2014/main" id="{4AA9CA9A-9ED0-42CA-A60D-886104898AC2}"/>
                </a:ext>
              </a:extLst>
            </p:cNvPr>
            <p:cNvSpPr/>
            <p:nvPr/>
          </p:nvSpPr>
          <p:spPr>
            <a:xfrm>
              <a:off x="3592512" y="1917701"/>
              <a:ext cx="230186" cy="147637"/>
            </a:xfrm>
            <a:custGeom>
              <a:avLst/>
              <a:gdLst/>
              <a:ahLst/>
              <a:cxnLst/>
              <a:rect l="l" t="t" r="r" b="b"/>
              <a:pathLst>
                <a:path w="86" h="55" extrusionOk="0">
                  <a:moveTo>
                    <a:pt x="82" y="36"/>
                  </a:moveTo>
                  <a:cubicBezTo>
                    <a:pt x="53" y="54"/>
                    <a:pt x="53" y="54"/>
                    <a:pt x="53" y="54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31" y="51"/>
                    <a:pt x="22" y="46"/>
                    <a:pt x="12" y="43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5" y="22"/>
                    <a:pt x="84" y="24"/>
                    <a:pt x="83" y="26"/>
                  </a:cubicBezTo>
                  <a:cubicBezTo>
                    <a:pt x="83" y="30"/>
                    <a:pt x="83" y="33"/>
                    <a:pt x="82" y="36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7" name="Google Shape;594;p50">
              <a:extLst>
                <a:ext uri="{FF2B5EF4-FFF2-40B4-BE49-F238E27FC236}">
                  <a16:creationId xmlns:a16="http://schemas.microsoft.com/office/drawing/2014/main" id="{C5DD7336-E5C3-43DD-BB8B-B91167F73D31}"/>
                </a:ext>
              </a:extLst>
            </p:cNvPr>
            <p:cNvSpPr/>
            <p:nvPr/>
          </p:nvSpPr>
          <p:spPr>
            <a:xfrm>
              <a:off x="3592512" y="1917701"/>
              <a:ext cx="230186" cy="147637"/>
            </a:xfrm>
            <a:custGeom>
              <a:avLst/>
              <a:gdLst/>
              <a:ahLst/>
              <a:cxnLst/>
              <a:rect l="l" t="t" r="r" b="b"/>
              <a:pathLst>
                <a:path w="86" h="55" extrusionOk="0">
                  <a:moveTo>
                    <a:pt x="82" y="36"/>
                  </a:moveTo>
                  <a:cubicBezTo>
                    <a:pt x="53" y="54"/>
                    <a:pt x="53" y="54"/>
                    <a:pt x="53" y="54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31" y="51"/>
                    <a:pt x="22" y="46"/>
                    <a:pt x="12" y="43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5" y="22"/>
                    <a:pt x="84" y="24"/>
                    <a:pt x="83" y="26"/>
                  </a:cubicBezTo>
                  <a:cubicBezTo>
                    <a:pt x="83" y="30"/>
                    <a:pt x="83" y="33"/>
                    <a:pt x="82" y="36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8" name="Google Shape;595;p50">
              <a:extLst>
                <a:ext uri="{FF2B5EF4-FFF2-40B4-BE49-F238E27FC236}">
                  <a16:creationId xmlns:a16="http://schemas.microsoft.com/office/drawing/2014/main" id="{BF7FD121-7854-4C7F-ACC9-40C526A6453E}"/>
                </a:ext>
              </a:extLst>
            </p:cNvPr>
            <p:cNvSpPr/>
            <p:nvPr/>
          </p:nvSpPr>
          <p:spPr>
            <a:xfrm>
              <a:off x="3919538" y="2366964"/>
              <a:ext cx="107950" cy="144462"/>
            </a:xfrm>
            <a:custGeom>
              <a:avLst/>
              <a:gdLst/>
              <a:ahLst/>
              <a:cxnLst/>
              <a:rect l="l" t="t" r="r" b="b"/>
              <a:pathLst>
                <a:path w="68" h="91" extrusionOk="0">
                  <a:moveTo>
                    <a:pt x="68" y="25"/>
                  </a:moveTo>
                  <a:lnTo>
                    <a:pt x="66" y="29"/>
                  </a:lnTo>
                  <a:lnTo>
                    <a:pt x="53" y="30"/>
                  </a:lnTo>
                  <a:lnTo>
                    <a:pt x="49" y="25"/>
                  </a:lnTo>
                  <a:lnTo>
                    <a:pt x="44" y="30"/>
                  </a:lnTo>
                  <a:lnTo>
                    <a:pt x="36" y="20"/>
                  </a:lnTo>
                  <a:lnTo>
                    <a:pt x="36" y="15"/>
                  </a:lnTo>
                  <a:lnTo>
                    <a:pt x="44" y="2"/>
                  </a:lnTo>
                  <a:lnTo>
                    <a:pt x="34" y="0"/>
                  </a:lnTo>
                  <a:lnTo>
                    <a:pt x="24" y="12"/>
                  </a:lnTo>
                  <a:lnTo>
                    <a:pt x="31" y="18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7" y="24"/>
                  </a:lnTo>
                  <a:lnTo>
                    <a:pt x="4" y="32"/>
                  </a:lnTo>
                  <a:lnTo>
                    <a:pt x="10" y="35"/>
                  </a:lnTo>
                  <a:lnTo>
                    <a:pt x="0" y="46"/>
                  </a:lnTo>
                  <a:lnTo>
                    <a:pt x="5" y="51"/>
                  </a:lnTo>
                  <a:lnTo>
                    <a:pt x="22" y="46"/>
                  </a:lnTo>
                  <a:lnTo>
                    <a:pt x="21" y="56"/>
                  </a:lnTo>
                  <a:lnTo>
                    <a:pt x="5" y="61"/>
                  </a:lnTo>
                  <a:lnTo>
                    <a:pt x="4" y="69"/>
                  </a:lnTo>
                  <a:lnTo>
                    <a:pt x="17" y="69"/>
                  </a:lnTo>
                  <a:lnTo>
                    <a:pt x="0" y="79"/>
                  </a:lnTo>
                  <a:lnTo>
                    <a:pt x="4" y="91"/>
                  </a:lnTo>
                  <a:lnTo>
                    <a:pt x="27" y="88"/>
                  </a:lnTo>
                  <a:lnTo>
                    <a:pt x="41" y="76"/>
                  </a:lnTo>
                  <a:lnTo>
                    <a:pt x="53" y="74"/>
                  </a:lnTo>
                  <a:lnTo>
                    <a:pt x="59" y="68"/>
                  </a:lnTo>
                  <a:lnTo>
                    <a:pt x="58" y="39"/>
                  </a:lnTo>
                  <a:lnTo>
                    <a:pt x="63" y="30"/>
                  </a:lnTo>
                  <a:lnTo>
                    <a:pt x="68" y="2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9" name="Google Shape;596;p50">
              <a:extLst>
                <a:ext uri="{FF2B5EF4-FFF2-40B4-BE49-F238E27FC236}">
                  <a16:creationId xmlns:a16="http://schemas.microsoft.com/office/drawing/2014/main" id="{6B79B3EF-B528-4E97-AF72-B0308D59F1E8}"/>
                </a:ext>
              </a:extLst>
            </p:cNvPr>
            <p:cNvSpPr/>
            <p:nvPr/>
          </p:nvSpPr>
          <p:spPr>
            <a:xfrm>
              <a:off x="4540252" y="2603501"/>
              <a:ext cx="171449" cy="85725"/>
            </a:xfrm>
            <a:custGeom>
              <a:avLst/>
              <a:gdLst/>
              <a:ahLst/>
              <a:cxnLst/>
              <a:rect l="l" t="t" r="r" b="b"/>
              <a:pathLst>
                <a:path w="64" h="32" extrusionOk="0">
                  <a:moveTo>
                    <a:pt x="64" y="7"/>
                  </a:moveTo>
                  <a:cubicBezTo>
                    <a:pt x="59" y="5"/>
                    <a:pt x="57" y="2"/>
                    <a:pt x="54" y="1"/>
                  </a:cubicBezTo>
                  <a:cubicBezTo>
                    <a:pt x="49" y="0"/>
                    <a:pt x="46" y="0"/>
                    <a:pt x="40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24"/>
                    <a:pt x="8" y="26"/>
                    <a:pt x="15" y="32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46" y="21"/>
                    <a:pt x="55" y="14"/>
                    <a:pt x="64" y="7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0" name="Google Shape;597;p50">
              <a:extLst>
                <a:ext uri="{FF2B5EF4-FFF2-40B4-BE49-F238E27FC236}">
                  <a16:creationId xmlns:a16="http://schemas.microsoft.com/office/drawing/2014/main" id="{87D74435-BDEF-46A8-9957-9EDC384E4298}"/>
                </a:ext>
              </a:extLst>
            </p:cNvPr>
            <p:cNvSpPr/>
            <p:nvPr/>
          </p:nvSpPr>
          <p:spPr>
            <a:xfrm>
              <a:off x="4540252" y="2603501"/>
              <a:ext cx="171449" cy="85725"/>
            </a:xfrm>
            <a:custGeom>
              <a:avLst/>
              <a:gdLst/>
              <a:ahLst/>
              <a:cxnLst/>
              <a:rect l="l" t="t" r="r" b="b"/>
              <a:pathLst>
                <a:path w="64" h="32" extrusionOk="0">
                  <a:moveTo>
                    <a:pt x="64" y="7"/>
                  </a:moveTo>
                  <a:cubicBezTo>
                    <a:pt x="59" y="5"/>
                    <a:pt x="57" y="2"/>
                    <a:pt x="54" y="1"/>
                  </a:cubicBezTo>
                  <a:cubicBezTo>
                    <a:pt x="49" y="0"/>
                    <a:pt x="46" y="0"/>
                    <a:pt x="40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24"/>
                    <a:pt x="8" y="26"/>
                    <a:pt x="15" y="32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46" y="21"/>
                    <a:pt x="55" y="14"/>
                    <a:pt x="64" y="7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1" name="Google Shape;598;p50">
              <a:extLst>
                <a:ext uri="{FF2B5EF4-FFF2-40B4-BE49-F238E27FC236}">
                  <a16:creationId xmlns:a16="http://schemas.microsoft.com/office/drawing/2014/main" id="{D72622A3-B870-4D4F-8E31-82AFB85AA8CD}"/>
                </a:ext>
              </a:extLst>
            </p:cNvPr>
            <p:cNvSpPr/>
            <p:nvPr/>
          </p:nvSpPr>
          <p:spPr>
            <a:xfrm>
              <a:off x="4727577" y="3016251"/>
              <a:ext cx="65087" cy="23812"/>
            </a:xfrm>
            <a:custGeom>
              <a:avLst/>
              <a:gdLst/>
              <a:ahLst/>
              <a:cxnLst/>
              <a:rect l="l" t="t" r="r" b="b"/>
              <a:pathLst>
                <a:path w="41" h="15" extrusionOk="0">
                  <a:moveTo>
                    <a:pt x="0" y="0"/>
                  </a:moveTo>
                  <a:lnTo>
                    <a:pt x="27" y="2"/>
                  </a:lnTo>
                  <a:lnTo>
                    <a:pt x="29" y="7"/>
                  </a:lnTo>
                  <a:lnTo>
                    <a:pt x="41" y="4"/>
                  </a:lnTo>
                  <a:lnTo>
                    <a:pt x="38" y="12"/>
                  </a:lnTo>
                  <a:lnTo>
                    <a:pt x="17" y="15"/>
                  </a:lnTo>
                  <a:lnTo>
                    <a:pt x="14" y="9"/>
                  </a:lnTo>
                  <a:lnTo>
                    <a:pt x="0" y="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2" name="Google Shape;599;p50">
              <a:extLst>
                <a:ext uri="{FF2B5EF4-FFF2-40B4-BE49-F238E27FC236}">
                  <a16:creationId xmlns:a16="http://schemas.microsoft.com/office/drawing/2014/main" id="{C8F76EF0-E822-4769-93F7-F52A06F0084F}"/>
                </a:ext>
              </a:extLst>
            </p:cNvPr>
            <p:cNvSpPr/>
            <p:nvPr/>
          </p:nvSpPr>
          <p:spPr>
            <a:xfrm>
              <a:off x="4640263" y="2836864"/>
              <a:ext cx="165101" cy="160336"/>
            </a:xfrm>
            <a:custGeom>
              <a:avLst/>
              <a:gdLst/>
              <a:ahLst/>
              <a:cxnLst/>
              <a:rect l="l" t="t" r="r" b="b"/>
              <a:pathLst>
                <a:path w="62" h="60" extrusionOk="0">
                  <a:moveTo>
                    <a:pt x="0" y="23"/>
                  </a:moveTo>
                  <a:cubicBezTo>
                    <a:pt x="3" y="26"/>
                    <a:pt x="5" y="29"/>
                    <a:pt x="8" y="33"/>
                  </a:cubicBezTo>
                  <a:cubicBezTo>
                    <a:pt x="9" y="34"/>
                    <a:pt x="9" y="35"/>
                    <a:pt x="10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4" y="47"/>
                    <a:pt x="15" y="52"/>
                    <a:pt x="17" y="57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0" y="40"/>
                    <a:pt x="28" y="34"/>
                    <a:pt x="26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2" y="23"/>
                    <a:pt x="31" y="18"/>
                    <a:pt x="30" y="13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6" y="10"/>
                    <a:pt x="52" y="8"/>
                    <a:pt x="58" y="7"/>
                  </a:cubicBezTo>
                  <a:cubicBezTo>
                    <a:pt x="59" y="5"/>
                    <a:pt x="60" y="2"/>
                    <a:pt x="6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0" y="3"/>
                    <a:pt x="25" y="1"/>
                    <a:pt x="24" y="2"/>
                  </a:cubicBezTo>
                  <a:cubicBezTo>
                    <a:pt x="21" y="3"/>
                    <a:pt x="15" y="4"/>
                    <a:pt x="7" y="6"/>
                  </a:cubicBezTo>
                  <a:cubicBezTo>
                    <a:pt x="6" y="7"/>
                    <a:pt x="7" y="9"/>
                    <a:pt x="6" y="11"/>
                  </a:cubicBezTo>
                  <a:cubicBezTo>
                    <a:pt x="4" y="15"/>
                    <a:pt x="2" y="19"/>
                    <a:pt x="0" y="23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3" name="Google Shape;600;p50">
              <a:extLst>
                <a:ext uri="{FF2B5EF4-FFF2-40B4-BE49-F238E27FC236}">
                  <a16:creationId xmlns:a16="http://schemas.microsoft.com/office/drawing/2014/main" id="{D961D04A-961F-4CA9-9ED4-1738B5919546}"/>
                </a:ext>
              </a:extLst>
            </p:cNvPr>
            <p:cNvSpPr/>
            <p:nvPr/>
          </p:nvSpPr>
          <p:spPr>
            <a:xfrm>
              <a:off x="4378326" y="2787651"/>
              <a:ext cx="22224" cy="53976"/>
            </a:xfrm>
            <a:custGeom>
              <a:avLst/>
              <a:gdLst/>
              <a:ahLst/>
              <a:cxnLst/>
              <a:rect l="l" t="t" r="r" b="b"/>
              <a:pathLst>
                <a:path w="8" h="20" extrusionOk="0">
                  <a:moveTo>
                    <a:pt x="8" y="0"/>
                  </a:moveTo>
                  <a:cubicBezTo>
                    <a:pt x="8" y="3"/>
                    <a:pt x="8" y="5"/>
                    <a:pt x="8" y="7"/>
                  </a:cubicBezTo>
                  <a:cubicBezTo>
                    <a:pt x="8" y="11"/>
                    <a:pt x="8" y="15"/>
                    <a:pt x="7" y="18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7"/>
                    <a:pt x="3" y="5"/>
                    <a:pt x="5" y="3"/>
                  </a:cubicBezTo>
                  <a:cubicBezTo>
                    <a:pt x="5" y="2"/>
                    <a:pt x="5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74" name="Google Shape;601;p50">
              <a:extLst>
                <a:ext uri="{FF2B5EF4-FFF2-40B4-BE49-F238E27FC236}">
                  <a16:creationId xmlns:a16="http://schemas.microsoft.com/office/drawing/2014/main" id="{75B2EF47-3479-4881-8C5E-79BA090C7DEA}"/>
                </a:ext>
              </a:extLst>
            </p:cNvPr>
            <p:cNvGrpSpPr/>
            <p:nvPr/>
          </p:nvGrpSpPr>
          <p:grpSpPr>
            <a:xfrm>
              <a:off x="4054477" y="2509839"/>
              <a:ext cx="346075" cy="331787"/>
              <a:chOff x="4054475" y="2509838"/>
              <a:chExt cx="346075" cy="331787"/>
            </a:xfrm>
            <a:grpFill/>
          </p:grpSpPr>
          <p:sp>
            <p:nvSpPr>
              <p:cNvPr id="279" name="Google Shape;602;p50">
                <a:extLst>
                  <a:ext uri="{FF2B5EF4-FFF2-40B4-BE49-F238E27FC236}">
                    <a16:creationId xmlns:a16="http://schemas.microsoft.com/office/drawing/2014/main" id="{E4712EA9-9401-4D5B-9FF4-252A731E6CE7}"/>
                  </a:ext>
                </a:extLst>
              </p:cNvPr>
              <p:cNvSpPr/>
              <p:nvPr/>
            </p:nvSpPr>
            <p:spPr>
              <a:xfrm>
                <a:off x="4378325" y="2787650"/>
                <a:ext cx="222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" h="20" extrusionOk="0">
                    <a:moveTo>
                      <a:pt x="8" y="0"/>
                    </a:moveTo>
                    <a:cubicBezTo>
                      <a:pt x="8" y="3"/>
                      <a:pt x="8" y="5"/>
                      <a:pt x="8" y="7"/>
                    </a:cubicBezTo>
                    <a:cubicBezTo>
                      <a:pt x="8" y="11"/>
                      <a:pt x="8" y="15"/>
                      <a:pt x="7" y="18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7"/>
                      <a:pt x="3" y="5"/>
                      <a:pt x="5" y="3"/>
                    </a:cubicBezTo>
                    <a:cubicBezTo>
                      <a:pt x="5" y="2"/>
                      <a:pt x="5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80" name="Google Shape;603;p50">
                <a:extLst>
                  <a:ext uri="{FF2B5EF4-FFF2-40B4-BE49-F238E27FC236}">
                    <a16:creationId xmlns:a16="http://schemas.microsoft.com/office/drawing/2014/main" id="{84CAC9DC-3FAB-464B-B1FC-9D087105518A}"/>
                  </a:ext>
                </a:extLst>
              </p:cNvPr>
              <p:cNvSpPr/>
              <p:nvPr/>
            </p:nvSpPr>
            <p:spPr>
              <a:xfrm>
                <a:off x="4054475" y="2509838"/>
                <a:ext cx="295275" cy="300037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12" extrusionOk="0">
                    <a:moveTo>
                      <a:pt x="91" y="20"/>
                    </a:moveTo>
                    <a:cubicBezTo>
                      <a:pt x="85" y="15"/>
                      <a:pt x="85" y="15"/>
                      <a:pt x="85" y="15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1" y="1"/>
                      <a:pt x="58" y="2"/>
                      <a:pt x="55" y="3"/>
                    </a:cubicBezTo>
                    <a:cubicBezTo>
                      <a:pt x="54" y="13"/>
                      <a:pt x="54" y="13"/>
                      <a:pt x="54" y="13"/>
                    </a:cubicBezTo>
                    <a:cubicBezTo>
                      <a:pt x="42" y="17"/>
                      <a:pt x="42" y="17"/>
                      <a:pt x="42" y="17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26" y="62"/>
                      <a:pt x="26" y="62"/>
                      <a:pt x="26" y="62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3" y="80"/>
                      <a:pt x="32" y="90"/>
                      <a:pt x="28" y="93"/>
                    </a:cubicBezTo>
                    <a:cubicBezTo>
                      <a:pt x="25" y="97"/>
                      <a:pt x="25" y="97"/>
                      <a:pt x="25" y="97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45" y="108"/>
                      <a:pt x="45" y="108"/>
                      <a:pt x="45" y="108"/>
                    </a:cubicBezTo>
                    <a:cubicBezTo>
                      <a:pt x="50" y="107"/>
                      <a:pt x="50" y="107"/>
                      <a:pt x="50" y="107"/>
                    </a:cubicBezTo>
                    <a:cubicBezTo>
                      <a:pt x="52" y="107"/>
                      <a:pt x="52" y="107"/>
                      <a:pt x="52" y="107"/>
                    </a:cubicBezTo>
                    <a:cubicBezTo>
                      <a:pt x="63" y="112"/>
                      <a:pt x="63" y="112"/>
                      <a:pt x="63" y="112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1" y="110"/>
                      <a:pt x="71" y="109"/>
                      <a:pt x="72" y="107"/>
                    </a:cubicBezTo>
                    <a:cubicBezTo>
                      <a:pt x="73" y="105"/>
                      <a:pt x="74" y="104"/>
                      <a:pt x="76" y="102"/>
                    </a:cubicBezTo>
                    <a:cubicBezTo>
                      <a:pt x="82" y="99"/>
                      <a:pt x="87" y="99"/>
                      <a:pt x="91" y="104"/>
                    </a:cubicBezTo>
                    <a:cubicBezTo>
                      <a:pt x="101" y="105"/>
                      <a:pt x="101" y="105"/>
                      <a:pt x="101" y="105"/>
                    </a:cubicBezTo>
                    <a:cubicBezTo>
                      <a:pt x="107" y="101"/>
                      <a:pt x="107" y="101"/>
                      <a:pt x="107" y="101"/>
                    </a:cubicBezTo>
                    <a:cubicBezTo>
                      <a:pt x="99" y="84"/>
                      <a:pt x="99" y="84"/>
                      <a:pt x="99" y="84"/>
                    </a:cubicBezTo>
                    <a:cubicBezTo>
                      <a:pt x="102" y="64"/>
                      <a:pt x="102" y="64"/>
                      <a:pt x="102" y="64"/>
                    </a:cubicBezTo>
                    <a:cubicBezTo>
                      <a:pt x="102" y="55"/>
                      <a:pt x="102" y="55"/>
                      <a:pt x="102" y="55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10" y="30"/>
                      <a:pt x="110" y="30"/>
                      <a:pt x="110" y="30"/>
                    </a:cubicBezTo>
                    <a:cubicBezTo>
                      <a:pt x="95" y="21"/>
                      <a:pt x="95" y="21"/>
                      <a:pt x="95" y="21"/>
                    </a:cubicBezTo>
                    <a:lnTo>
                      <a:pt x="91" y="2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75" name="Google Shape;604;p50">
              <a:extLst>
                <a:ext uri="{FF2B5EF4-FFF2-40B4-BE49-F238E27FC236}">
                  <a16:creationId xmlns:a16="http://schemas.microsoft.com/office/drawing/2014/main" id="{67F49AEB-CD03-46AB-8083-C8A910A0B62B}"/>
                </a:ext>
              </a:extLst>
            </p:cNvPr>
            <p:cNvSpPr/>
            <p:nvPr/>
          </p:nvSpPr>
          <p:spPr>
            <a:xfrm>
              <a:off x="4683127" y="1725614"/>
              <a:ext cx="219075" cy="458786"/>
            </a:xfrm>
            <a:custGeom>
              <a:avLst/>
              <a:gdLst/>
              <a:ahLst/>
              <a:cxnLst/>
              <a:rect l="l" t="t" r="r" b="b"/>
              <a:pathLst>
                <a:path w="82" h="171" extrusionOk="0">
                  <a:moveTo>
                    <a:pt x="68" y="2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0" y="3"/>
                    <a:pt x="44" y="6"/>
                    <a:pt x="34" y="11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5" y="24"/>
                    <a:pt x="22" y="24"/>
                    <a:pt x="19" y="24"/>
                  </a:cubicBezTo>
                  <a:cubicBezTo>
                    <a:pt x="16" y="24"/>
                    <a:pt x="14" y="24"/>
                    <a:pt x="11" y="25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25" y="83"/>
                    <a:pt x="25" y="83"/>
                    <a:pt x="25" y="83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8" y="103"/>
                    <a:pt x="28" y="103"/>
                    <a:pt x="28" y="103"/>
                  </a:cubicBezTo>
                  <a:cubicBezTo>
                    <a:pt x="19" y="113"/>
                    <a:pt x="9" y="123"/>
                    <a:pt x="0" y="133"/>
                  </a:cubicBezTo>
                  <a:cubicBezTo>
                    <a:pt x="1" y="142"/>
                    <a:pt x="2" y="151"/>
                    <a:pt x="2" y="160"/>
                  </a:cubicBezTo>
                  <a:cubicBezTo>
                    <a:pt x="6" y="164"/>
                    <a:pt x="6" y="164"/>
                    <a:pt x="6" y="164"/>
                  </a:cubicBezTo>
                  <a:cubicBezTo>
                    <a:pt x="9" y="164"/>
                    <a:pt x="9" y="164"/>
                    <a:pt x="9" y="164"/>
                  </a:cubicBezTo>
                  <a:cubicBezTo>
                    <a:pt x="15" y="171"/>
                    <a:pt x="15" y="171"/>
                    <a:pt x="15" y="171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7" y="169"/>
                    <a:pt x="31" y="167"/>
                    <a:pt x="36" y="166"/>
                  </a:cubicBezTo>
                  <a:cubicBezTo>
                    <a:pt x="38" y="165"/>
                    <a:pt x="39" y="165"/>
                    <a:pt x="42" y="165"/>
                  </a:cubicBezTo>
                  <a:cubicBezTo>
                    <a:pt x="45" y="163"/>
                    <a:pt x="48" y="161"/>
                    <a:pt x="51" y="159"/>
                  </a:cubicBezTo>
                  <a:cubicBezTo>
                    <a:pt x="53" y="158"/>
                    <a:pt x="54" y="157"/>
                    <a:pt x="55" y="156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80" y="118"/>
                    <a:pt x="80" y="118"/>
                    <a:pt x="80" y="118"/>
                  </a:cubicBezTo>
                  <a:cubicBezTo>
                    <a:pt x="72" y="113"/>
                    <a:pt x="72" y="113"/>
                    <a:pt x="72" y="113"/>
                  </a:cubicBezTo>
                  <a:cubicBezTo>
                    <a:pt x="61" y="87"/>
                    <a:pt x="61" y="87"/>
                    <a:pt x="61" y="87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8" y="2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6" name="Google Shape;605;p50">
              <a:extLst>
                <a:ext uri="{FF2B5EF4-FFF2-40B4-BE49-F238E27FC236}">
                  <a16:creationId xmlns:a16="http://schemas.microsoft.com/office/drawing/2014/main" id="{175AC5CA-2161-4451-B01B-C44812C08186}"/>
                </a:ext>
              </a:extLst>
            </p:cNvPr>
            <p:cNvSpPr/>
            <p:nvPr/>
          </p:nvSpPr>
          <p:spPr>
            <a:xfrm>
              <a:off x="4695827" y="2203451"/>
              <a:ext cx="22224" cy="19049"/>
            </a:xfrm>
            <a:custGeom>
              <a:avLst/>
              <a:gdLst/>
              <a:ahLst/>
              <a:cxnLst/>
              <a:rect l="l" t="t" r="r" b="b"/>
              <a:pathLst>
                <a:path w="14" h="12" extrusionOk="0">
                  <a:moveTo>
                    <a:pt x="5" y="12"/>
                  </a:moveTo>
                  <a:lnTo>
                    <a:pt x="0" y="3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77" name="Google Shape;606;p50">
              <a:extLst>
                <a:ext uri="{FF2B5EF4-FFF2-40B4-BE49-F238E27FC236}">
                  <a16:creationId xmlns:a16="http://schemas.microsoft.com/office/drawing/2014/main" id="{4C1FF524-833E-4080-9791-D7F10F1C5FE4}"/>
                </a:ext>
              </a:extLst>
            </p:cNvPr>
            <p:cNvGrpSpPr/>
            <p:nvPr/>
          </p:nvGrpSpPr>
          <p:grpSpPr>
            <a:xfrm>
              <a:off x="4683127" y="2200276"/>
              <a:ext cx="149224" cy="100012"/>
              <a:chOff x="4683125" y="2200275"/>
              <a:chExt cx="149224" cy="100012"/>
            </a:xfrm>
            <a:grpFill/>
          </p:grpSpPr>
          <p:sp>
            <p:nvSpPr>
              <p:cNvPr id="277" name="Google Shape;607;p50">
                <a:extLst>
                  <a:ext uri="{FF2B5EF4-FFF2-40B4-BE49-F238E27FC236}">
                    <a16:creationId xmlns:a16="http://schemas.microsoft.com/office/drawing/2014/main" id="{46B431DE-EC71-498E-A88E-EFBCBDD5C738}"/>
                  </a:ext>
                </a:extLst>
              </p:cNvPr>
              <p:cNvSpPr/>
              <p:nvPr/>
            </p:nvSpPr>
            <p:spPr>
              <a:xfrm>
                <a:off x="4683125" y="223043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8" extrusionOk="0">
                    <a:moveTo>
                      <a:pt x="3" y="18"/>
                    </a:moveTo>
                    <a:lnTo>
                      <a:pt x="0" y="5"/>
                    </a:lnTo>
                    <a:lnTo>
                      <a:pt x="13" y="0"/>
                    </a:lnTo>
                    <a:lnTo>
                      <a:pt x="18" y="5"/>
                    </a:lnTo>
                    <a:lnTo>
                      <a:pt x="3" y="1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8" name="Google Shape;608;p50">
                <a:extLst>
                  <a:ext uri="{FF2B5EF4-FFF2-40B4-BE49-F238E27FC236}">
                    <a16:creationId xmlns:a16="http://schemas.microsoft.com/office/drawing/2014/main" id="{83591ACE-94D9-4833-A938-A529C7F55E9D}"/>
                  </a:ext>
                </a:extLst>
              </p:cNvPr>
              <p:cNvSpPr/>
              <p:nvPr/>
            </p:nvSpPr>
            <p:spPr>
              <a:xfrm>
                <a:off x="4725987" y="2200275"/>
                <a:ext cx="10636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40" h="37" extrusionOk="0">
                    <a:moveTo>
                      <a:pt x="36" y="0"/>
                    </a:moveTo>
                    <a:cubicBezTo>
                      <a:pt x="36" y="3"/>
                      <a:pt x="36" y="3"/>
                      <a:pt x="36" y="3"/>
                    </a:cubicBezTo>
                    <a:cubicBezTo>
                      <a:pt x="28" y="2"/>
                      <a:pt x="21" y="1"/>
                      <a:pt x="13" y="1"/>
                    </a:cubicBezTo>
                    <a:cubicBezTo>
                      <a:pt x="9" y="1"/>
                      <a:pt x="6" y="1"/>
                      <a:pt x="2" y="2"/>
                    </a:cubicBezTo>
                    <a:cubicBezTo>
                      <a:pt x="1" y="5"/>
                      <a:pt x="0" y="8"/>
                      <a:pt x="0" y="11"/>
                    </a:cubicBezTo>
                    <a:cubicBezTo>
                      <a:pt x="0" y="13"/>
                      <a:pt x="0" y="15"/>
                      <a:pt x="1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8" y="26"/>
                      <a:pt x="28" y="31"/>
                      <a:pt x="37" y="37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8" y="2"/>
                      <a:pt x="38" y="2"/>
                      <a:pt x="38" y="2"/>
                    </a:cubicBezTo>
                    <a:lnTo>
                      <a:pt x="36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78" name="Google Shape;609;p50">
              <a:extLst>
                <a:ext uri="{FF2B5EF4-FFF2-40B4-BE49-F238E27FC236}">
                  <a16:creationId xmlns:a16="http://schemas.microsoft.com/office/drawing/2014/main" id="{7905D46C-3CB2-4105-8FB4-91FE9E10B4D6}"/>
                </a:ext>
              </a:extLst>
            </p:cNvPr>
            <p:cNvSpPr/>
            <p:nvPr/>
          </p:nvSpPr>
          <p:spPr>
            <a:xfrm>
              <a:off x="4217987" y="289560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0" y="20"/>
                  </a:moveTo>
                  <a:lnTo>
                    <a:pt x="10" y="14"/>
                  </a:lnTo>
                  <a:lnTo>
                    <a:pt x="0" y="15"/>
                  </a:lnTo>
                  <a:lnTo>
                    <a:pt x="2" y="9"/>
                  </a:lnTo>
                  <a:lnTo>
                    <a:pt x="15" y="0"/>
                  </a:lnTo>
                  <a:lnTo>
                    <a:pt x="20" y="10"/>
                  </a:lnTo>
                  <a:lnTo>
                    <a:pt x="15" y="19"/>
                  </a:lnTo>
                  <a:lnTo>
                    <a:pt x="10" y="2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9" name="Google Shape;610;p50">
              <a:extLst>
                <a:ext uri="{FF2B5EF4-FFF2-40B4-BE49-F238E27FC236}">
                  <a16:creationId xmlns:a16="http://schemas.microsoft.com/office/drawing/2014/main" id="{8AC5D292-51E1-497A-AF33-4FE75EF289C6}"/>
                </a:ext>
              </a:extLst>
            </p:cNvPr>
            <p:cNvSpPr/>
            <p:nvPr/>
          </p:nvSpPr>
          <p:spPr>
            <a:xfrm>
              <a:off x="3952876" y="2752726"/>
              <a:ext cx="300038" cy="252412"/>
            </a:xfrm>
            <a:custGeom>
              <a:avLst/>
              <a:gdLst/>
              <a:ahLst/>
              <a:cxnLst/>
              <a:rect l="l" t="t" r="r" b="b"/>
              <a:pathLst>
                <a:path w="112" h="94" extrusionOk="0">
                  <a:moveTo>
                    <a:pt x="112" y="2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90" y="16"/>
                    <a:pt x="90" y="16"/>
                    <a:pt x="90" y="16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3" y="5"/>
                    <a:pt x="19" y="3"/>
                    <a:pt x="16" y="0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21" y="82"/>
                    <a:pt x="21" y="82"/>
                    <a:pt x="21" y="82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0"/>
                    <a:pt x="36" y="88"/>
                    <a:pt x="39" y="87"/>
                  </a:cubicBezTo>
                  <a:cubicBezTo>
                    <a:pt x="42" y="87"/>
                    <a:pt x="48" y="87"/>
                    <a:pt x="56" y="88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64" y="76"/>
                    <a:pt x="68" y="74"/>
                    <a:pt x="75" y="75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83" y="61"/>
                    <a:pt x="83" y="61"/>
                    <a:pt x="83" y="61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81" y="57"/>
                    <a:pt x="81" y="57"/>
                    <a:pt x="81" y="57"/>
                  </a:cubicBezTo>
                  <a:cubicBezTo>
                    <a:pt x="83" y="49"/>
                    <a:pt x="83" y="49"/>
                    <a:pt x="83" y="49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0" name="Google Shape;611;p50">
              <a:extLst>
                <a:ext uri="{FF2B5EF4-FFF2-40B4-BE49-F238E27FC236}">
                  <a16:creationId xmlns:a16="http://schemas.microsoft.com/office/drawing/2014/main" id="{B373C2D1-0DE9-486C-B774-684F5703EC7D}"/>
                </a:ext>
              </a:extLst>
            </p:cNvPr>
            <p:cNvSpPr/>
            <p:nvPr/>
          </p:nvSpPr>
          <p:spPr>
            <a:xfrm>
              <a:off x="2416175" y="1265239"/>
              <a:ext cx="1154113" cy="957262"/>
            </a:xfrm>
            <a:custGeom>
              <a:avLst/>
              <a:gdLst/>
              <a:ahLst/>
              <a:cxnLst/>
              <a:rect l="l" t="t" r="r" b="b"/>
              <a:pathLst>
                <a:path w="430" h="356" extrusionOk="0">
                  <a:moveTo>
                    <a:pt x="411" y="178"/>
                  </a:moveTo>
                  <a:cubicBezTo>
                    <a:pt x="392" y="160"/>
                    <a:pt x="392" y="160"/>
                    <a:pt x="392" y="160"/>
                  </a:cubicBezTo>
                  <a:cubicBezTo>
                    <a:pt x="404" y="163"/>
                    <a:pt x="415" y="167"/>
                    <a:pt x="426" y="171"/>
                  </a:cubicBezTo>
                  <a:cubicBezTo>
                    <a:pt x="421" y="160"/>
                    <a:pt x="421" y="160"/>
                    <a:pt x="421" y="160"/>
                  </a:cubicBezTo>
                  <a:cubicBezTo>
                    <a:pt x="397" y="150"/>
                    <a:pt x="397" y="150"/>
                    <a:pt x="397" y="150"/>
                  </a:cubicBezTo>
                  <a:cubicBezTo>
                    <a:pt x="411" y="148"/>
                    <a:pt x="411" y="148"/>
                    <a:pt x="411" y="148"/>
                  </a:cubicBezTo>
                  <a:cubicBezTo>
                    <a:pt x="402" y="136"/>
                    <a:pt x="402" y="136"/>
                    <a:pt x="402" y="136"/>
                  </a:cubicBezTo>
                  <a:cubicBezTo>
                    <a:pt x="387" y="132"/>
                    <a:pt x="387" y="132"/>
                    <a:pt x="387" y="132"/>
                  </a:cubicBezTo>
                  <a:cubicBezTo>
                    <a:pt x="398" y="130"/>
                    <a:pt x="398" y="130"/>
                    <a:pt x="398" y="130"/>
                  </a:cubicBezTo>
                  <a:cubicBezTo>
                    <a:pt x="393" y="117"/>
                    <a:pt x="393" y="117"/>
                    <a:pt x="393" y="117"/>
                  </a:cubicBezTo>
                  <a:cubicBezTo>
                    <a:pt x="379" y="118"/>
                    <a:pt x="379" y="118"/>
                    <a:pt x="379" y="118"/>
                  </a:cubicBezTo>
                  <a:cubicBezTo>
                    <a:pt x="388" y="100"/>
                    <a:pt x="388" y="100"/>
                    <a:pt x="388" y="100"/>
                  </a:cubicBezTo>
                  <a:cubicBezTo>
                    <a:pt x="382" y="95"/>
                    <a:pt x="382" y="95"/>
                    <a:pt x="382" y="95"/>
                  </a:cubicBezTo>
                  <a:cubicBezTo>
                    <a:pt x="366" y="97"/>
                    <a:pt x="366" y="97"/>
                    <a:pt x="366" y="97"/>
                  </a:cubicBezTo>
                  <a:cubicBezTo>
                    <a:pt x="368" y="90"/>
                    <a:pt x="368" y="90"/>
                    <a:pt x="368" y="90"/>
                  </a:cubicBezTo>
                  <a:cubicBezTo>
                    <a:pt x="359" y="83"/>
                    <a:pt x="359" y="83"/>
                    <a:pt x="359" y="83"/>
                  </a:cubicBezTo>
                  <a:cubicBezTo>
                    <a:pt x="351" y="87"/>
                    <a:pt x="351" y="87"/>
                    <a:pt x="351" y="87"/>
                  </a:cubicBezTo>
                  <a:cubicBezTo>
                    <a:pt x="347" y="78"/>
                    <a:pt x="347" y="78"/>
                    <a:pt x="347" y="78"/>
                  </a:cubicBezTo>
                  <a:cubicBezTo>
                    <a:pt x="357" y="71"/>
                    <a:pt x="357" y="71"/>
                    <a:pt x="357" y="71"/>
                  </a:cubicBezTo>
                  <a:cubicBezTo>
                    <a:pt x="349" y="67"/>
                    <a:pt x="349" y="67"/>
                    <a:pt x="349" y="67"/>
                  </a:cubicBezTo>
                  <a:cubicBezTo>
                    <a:pt x="336" y="63"/>
                    <a:pt x="324" y="59"/>
                    <a:pt x="311" y="54"/>
                  </a:cubicBezTo>
                  <a:cubicBezTo>
                    <a:pt x="301" y="49"/>
                    <a:pt x="292" y="45"/>
                    <a:pt x="283" y="39"/>
                  </a:cubicBezTo>
                  <a:cubicBezTo>
                    <a:pt x="272" y="41"/>
                    <a:pt x="272" y="41"/>
                    <a:pt x="272" y="41"/>
                  </a:cubicBezTo>
                  <a:cubicBezTo>
                    <a:pt x="272" y="35"/>
                    <a:pt x="272" y="35"/>
                    <a:pt x="272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1" y="35"/>
                    <a:pt x="261" y="35"/>
                    <a:pt x="261" y="35"/>
                  </a:cubicBezTo>
                  <a:cubicBezTo>
                    <a:pt x="258" y="25"/>
                    <a:pt x="258" y="25"/>
                    <a:pt x="258" y="25"/>
                  </a:cubicBezTo>
                  <a:cubicBezTo>
                    <a:pt x="244" y="13"/>
                    <a:pt x="244" y="13"/>
                    <a:pt x="244" y="13"/>
                  </a:cubicBezTo>
                  <a:cubicBezTo>
                    <a:pt x="232" y="15"/>
                    <a:pt x="232" y="15"/>
                    <a:pt x="232" y="15"/>
                  </a:cubicBezTo>
                  <a:cubicBezTo>
                    <a:pt x="231" y="19"/>
                    <a:pt x="230" y="23"/>
                    <a:pt x="230" y="26"/>
                  </a:cubicBezTo>
                  <a:cubicBezTo>
                    <a:pt x="229" y="30"/>
                    <a:pt x="229" y="34"/>
                    <a:pt x="230" y="38"/>
                  </a:cubicBezTo>
                  <a:cubicBezTo>
                    <a:pt x="226" y="35"/>
                    <a:pt x="223" y="32"/>
                    <a:pt x="220" y="27"/>
                  </a:cubicBezTo>
                  <a:cubicBezTo>
                    <a:pt x="218" y="25"/>
                    <a:pt x="217" y="22"/>
                    <a:pt x="215" y="19"/>
                  </a:cubicBezTo>
                  <a:cubicBezTo>
                    <a:pt x="208" y="17"/>
                    <a:pt x="208" y="17"/>
                    <a:pt x="208" y="17"/>
                  </a:cubicBezTo>
                  <a:cubicBezTo>
                    <a:pt x="187" y="27"/>
                    <a:pt x="187" y="27"/>
                    <a:pt x="187" y="27"/>
                  </a:cubicBezTo>
                  <a:cubicBezTo>
                    <a:pt x="186" y="23"/>
                    <a:pt x="186" y="23"/>
                    <a:pt x="186" y="23"/>
                  </a:cubicBezTo>
                  <a:cubicBezTo>
                    <a:pt x="197" y="13"/>
                    <a:pt x="197" y="13"/>
                    <a:pt x="197" y="13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73" y="3"/>
                    <a:pt x="158" y="3"/>
                    <a:pt x="142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27" y="4"/>
                    <a:pt x="110" y="8"/>
                    <a:pt x="94" y="12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5" y="37"/>
                    <a:pt x="102" y="36"/>
                  </a:cubicBezTo>
                  <a:cubicBezTo>
                    <a:pt x="96" y="35"/>
                    <a:pt x="90" y="33"/>
                    <a:pt x="85" y="3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5" y="89"/>
                    <a:pt x="15" y="89"/>
                    <a:pt x="15" y="89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54" y="107"/>
                    <a:pt x="54" y="107"/>
                    <a:pt x="54" y="107"/>
                  </a:cubicBezTo>
                  <a:cubicBezTo>
                    <a:pt x="53" y="101"/>
                    <a:pt x="53" y="101"/>
                    <a:pt x="53" y="101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13" y="111"/>
                    <a:pt x="113" y="111"/>
                    <a:pt x="113" y="111"/>
                  </a:cubicBezTo>
                  <a:cubicBezTo>
                    <a:pt x="122" y="127"/>
                    <a:pt x="122" y="127"/>
                    <a:pt x="122" y="127"/>
                  </a:cubicBezTo>
                  <a:cubicBezTo>
                    <a:pt x="131" y="129"/>
                    <a:pt x="131" y="129"/>
                    <a:pt x="131" y="129"/>
                  </a:cubicBezTo>
                  <a:cubicBezTo>
                    <a:pt x="133" y="136"/>
                    <a:pt x="133" y="136"/>
                    <a:pt x="133" y="136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4" y="152"/>
                    <a:pt x="144" y="152"/>
                    <a:pt x="144" y="152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61" y="159"/>
                    <a:pt x="161" y="159"/>
                    <a:pt x="161" y="159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9" y="157"/>
                    <a:pt x="169" y="157"/>
                    <a:pt x="169" y="157"/>
                  </a:cubicBezTo>
                  <a:cubicBezTo>
                    <a:pt x="182" y="159"/>
                    <a:pt x="182" y="159"/>
                    <a:pt x="182" y="159"/>
                  </a:cubicBezTo>
                  <a:cubicBezTo>
                    <a:pt x="197" y="174"/>
                    <a:pt x="197" y="174"/>
                    <a:pt x="197" y="174"/>
                  </a:cubicBezTo>
                  <a:cubicBezTo>
                    <a:pt x="188" y="172"/>
                    <a:pt x="179" y="170"/>
                    <a:pt x="169" y="168"/>
                  </a:cubicBezTo>
                  <a:cubicBezTo>
                    <a:pt x="170" y="175"/>
                    <a:pt x="170" y="175"/>
                    <a:pt x="170" y="175"/>
                  </a:cubicBezTo>
                  <a:cubicBezTo>
                    <a:pt x="200" y="192"/>
                    <a:pt x="200" y="192"/>
                    <a:pt x="200" y="192"/>
                  </a:cubicBezTo>
                  <a:cubicBezTo>
                    <a:pt x="202" y="211"/>
                    <a:pt x="202" y="211"/>
                    <a:pt x="202" y="211"/>
                  </a:cubicBezTo>
                  <a:cubicBezTo>
                    <a:pt x="188" y="217"/>
                    <a:pt x="188" y="217"/>
                    <a:pt x="188" y="217"/>
                  </a:cubicBezTo>
                  <a:cubicBezTo>
                    <a:pt x="191" y="234"/>
                    <a:pt x="194" y="252"/>
                    <a:pt x="197" y="269"/>
                  </a:cubicBezTo>
                  <a:cubicBezTo>
                    <a:pt x="209" y="276"/>
                    <a:pt x="209" y="276"/>
                    <a:pt x="209" y="276"/>
                  </a:cubicBezTo>
                  <a:cubicBezTo>
                    <a:pt x="206" y="284"/>
                    <a:pt x="206" y="284"/>
                    <a:pt x="206" y="284"/>
                  </a:cubicBezTo>
                  <a:cubicBezTo>
                    <a:pt x="224" y="318"/>
                    <a:pt x="224" y="318"/>
                    <a:pt x="224" y="318"/>
                  </a:cubicBezTo>
                  <a:cubicBezTo>
                    <a:pt x="232" y="320"/>
                    <a:pt x="232" y="320"/>
                    <a:pt x="232" y="320"/>
                  </a:cubicBezTo>
                  <a:cubicBezTo>
                    <a:pt x="233" y="329"/>
                    <a:pt x="233" y="329"/>
                    <a:pt x="233" y="329"/>
                  </a:cubicBezTo>
                  <a:cubicBezTo>
                    <a:pt x="265" y="350"/>
                    <a:pt x="265" y="350"/>
                    <a:pt x="265" y="350"/>
                  </a:cubicBezTo>
                  <a:cubicBezTo>
                    <a:pt x="281" y="356"/>
                    <a:pt x="281" y="356"/>
                    <a:pt x="281" y="356"/>
                  </a:cubicBezTo>
                  <a:cubicBezTo>
                    <a:pt x="285" y="342"/>
                    <a:pt x="285" y="342"/>
                    <a:pt x="285" y="342"/>
                  </a:cubicBezTo>
                  <a:cubicBezTo>
                    <a:pt x="281" y="336"/>
                    <a:pt x="281" y="336"/>
                    <a:pt x="281" y="336"/>
                  </a:cubicBezTo>
                  <a:cubicBezTo>
                    <a:pt x="288" y="323"/>
                    <a:pt x="288" y="323"/>
                    <a:pt x="288" y="323"/>
                  </a:cubicBezTo>
                  <a:cubicBezTo>
                    <a:pt x="287" y="303"/>
                    <a:pt x="287" y="303"/>
                    <a:pt x="287" y="303"/>
                  </a:cubicBezTo>
                  <a:cubicBezTo>
                    <a:pt x="293" y="293"/>
                    <a:pt x="298" y="284"/>
                    <a:pt x="304" y="274"/>
                  </a:cubicBezTo>
                  <a:cubicBezTo>
                    <a:pt x="309" y="271"/>
                    <a:pt x="314" y="267"/>
                    <a:pt x="319" y="263"/>
                  </a:cubicBezTo>
                  <a:cubicBezTo>
                    <a:pt x="321" y="262"/>
                    <a:pt x="323" y="260"/>
                    <a:pt x="325" y="257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53" y="244"/>
                    <a:pt x="353" y="244"/>
                    <a:pt x="353" y="244"/>
                  </a:cubicBezTo>
                  <a:cubicBezTo>
                    <a:pt x="357" y="231"/>
                    <a:pt x="357" y="231"/>
                    <a:pt x="357" y="231"/>
                  </a:cubicBezTo>
                  <a:cubicBezTo>
                    <a:pt x="363" y="225"/>
                    <a:pt x="363" y="225"/>
                    <a:pt x="363" y="225"/>
                  </a:cubicBezTo>
                  <a:cubicBezTo>
                    <a:pt x="362" y="215"/>
                    <a:pt x="362" y="215"/>
                    <a:pt x="362" y="215"/>
                  </a:cubicBezTo>
                  <a:cubicBezTo>
                    <a:pt x="384" y="214"/>
                    <a:pt x="384" y="214"/>
                    <a:pt x="384" y="214"/>
                  </a:cubicBezTo>
                  <a:cubicBezTo>
                    <a:pt x="422" y="192"/>
                    <a:pt x="422" y="192"/>
                    <a:pt x="422" y="192"/>
                  </a:cubicBezTo>
                  <a:cubicBezTo>
                    <a:pt x="430" y="181"/>
                    <a:pt x="430" y="181"/>
                    <a:pt x="430" y="181"/>
                  </a:cubicBezTo>
                  <a:lnTo>
                    <a:pt x="411" y="178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1" name="Google Shape;612;p50">
              <a:extLst>
                <a:ext uri="{FF2B5EF4-FFF2-40B4-BE49-F238E27FC236}">
                  <a16:creationId xmlns:a16="http://schemas.microsoft.com/office/drawing/2014/main" id="{9298FCD9-19BC-4FF1-9989-03E17D883E35}"/>
                </a:ext>
              </a:extLst>
            </p:cNvPr>
            <p:cNvSpPr/>
            <p:nvPr/>
          </p:nvSpPr>
          <p:spPr>
            <a:xfrm>
              <a:off x="4357688" y="2265363"/>
              <a:ext cx="61912" cy="120650"/>
            </a:xfrm>
            <a:custGeom>
              <a:avLst/>
              <a:gdLst/>
              <a:ahLst/>
              <a:cxnLst/>
              <a:rect l="l" t="t" r="r" b="b"/>
              <a:pathLst>
                <a:path w="23" h="45" extrusionOk="0">
                  <a:moveTo>
                    <a:pt x="12" y="45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34"/>
                    <a:pt x="0" y="23"/>
                    <a:pt x="0" y="12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9"/>
                    <a:pt x="15" y="32"/>
                    <a:pt x="14" y="34"/>
                  </a:cubicBezTo>
                  <a:cubicBezTo>
                    <a:pt x="14" y="37"/>
                    <a:pt x="12" y="39"/>
                    <a:pt x="11" y="42"/>
                  </a:cubicBezTo>
                  <a:cubicBezTo>
                    <a:pt x="12" y="45"/>
                    <a:pt x="12" y="45"/>
                    <a:pt x="12" y="45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2" name="Google Shape;613;p50">
              <a:extLst>
                <a:ext uri="{FF2B5EF4-FFF2-40B4-BE49-F238E27FC236}">
                  <a16:creationId xmlns:a16="http://schemas.microsoft.com/office/drawing/2014/main" id="{7253D8B0-3252-4EB3-96D7-1B8F3390059A}"/>
                </a:ext>
              </a:extLst>
            </p:cNvPr>
            <p:cNvSpPr/>
            <p:nvPr/>
          </p:nvSpPr>
          <p:spPr>
            <a:xfrm>
              <a:off x="4430713" y="2343149"/>
              <a:ext cx="28575" cy="39688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3" y="2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9"/>
                    <a:pt x="1" y="7"/>
                    <a:pt x="2" y="4"/>
                  </a:cubicBezTo>
                  <a:cubicBezTo>
                    <a:pt x="2" y="3"/>
                    <a:pt x="2" y="3"/>
                    <a:pt x="3" y="2"/>
                  </a:cubicBezTo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83" name="Google Shape;614;p50">
              <a:extLst>
                <a:ext uri="{FF2B5EF4-FFF2-40B4-BE49-F238E27FC236}">
                  <a16:creationId xmlns:a16="http://schemas.microsoft.com/office/drawing/2014/main" id="{0513389A-82C3-48EF-88C7-911F5E2A3D92}"/>
                </a:ext>
              </a:extLst>
            </p:cNvPr>
            <p:cNvGrpSpPr/>
            <p:nvPr/>
          </p:nvGrpSpPr>
          <p:grpSpPr>
            <a:xfrm>
              <a:off x="4357688" y="2265363"/>
              <a:ext cx="101600" cy="120650"/>
              <a:chOff x="4357687" y="2265363"/>
              <a:chExt cx="101600" cy="120650"/>
            </a:xfrm>
            <a:grpFill/>
          </p:grpSpPr>
          <p:sp>
            <p:nvSpPr>
              <p:cNvPr id="274" name="Google Shape;615;p50">
                <a:extLst>
                  <a:ext uri="{FF2B5EF4-FFF2-40B4-BE49-F238E27FC236}">
                    <a16:creationId xmlns:a16="http://schemas.microsoft.com/office/drawing/2014/main" id="{084FBBDB-C9CD-46D6-9239-8A03B3A1131D}"/>
                  </a:ext>
                </a:extLst>
              </p:cNvPr>
              <p:cNvSpPr/>
              <p:nvPr/>
            </p:nvSpPr>
            <p:spPr>
              <a:xfrm>
                <a:off x="4357687" y="2265363"/>
                <a:ext cx="61912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23" h="45" extrusionOk="0">
                    <a:moveTo>
                      <a:pt x="12" y="45"/>
                    </a:moveTo>
                    <a:cubicBezTo>
                      <a:pt x="4" y="45"/>
                      <a:pt x="4" y="45"/>
                      <a:pt x="4" y="45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34"/>
                      <a:pt x="0" y="23"/>
                      <a:pt x="0" y="12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9"/>
                      <a:pt x="15" y="32"/>
                      <a:pt x="14" y="34"/>
                    </a:cubicBezTo>
                    <a:cubicBezTo>
                      <a:pt x="14" y="37"/>
                      <a:pt x="12" y="39"/>
                      <a:pt x="11" y="42"/>
                    </a:cubicBezTo>
                    <a:cubicBezTo>
                      <a:pt x="12" y="45"/>
                      <a:pt x="12" y="45"/>
                      <a:pt x="12" y="45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5" name="Google Shape;616;p50">
                <a:extLst>
                  <a:ext uri="{FF2B5EF4-FFF2-40B4-BE49-F238E27FC236}">
                    <a16:creationId xmlns:a16="http://schemas.microsoft.com/office/drawing/2014/main" id="{C2B73D49-2F12-46EB-97F3-A5BEB2C81D79}"/>
                  </a:ext>
                </a:extLst>
              </p:cNvPr>
              <p:cNvSpPr/>
              <p:nvPr/>
            </p:nvSpPr>
            <p:spPr>
              <a:xfrm>
                <a:off x="4403725" y="2351088"/>
                <a:ext cx="206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 extrusionOk="0">
                    <a:moveTo>
                      <a:pt x="8" y="0"/>
                    </a:moveTo>
                    <a:lnTo>
                      <a:pt x="13" y="7"/>
                    </a:lnTo>
                    <a:lnTo>
                      <a:pt x="13" y="13"/>
                    </a:lnTo>
                    <a:lnTo>
                      <a:pt x="3" y="20"/>
                    </a:lnTo>
                    <a:lnTo>
                      <a:pt x="0" y="7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6" name="Google Shape;617;p50">
                <a:extLst>
                  <a:ext uri="{FF2B5EF4-FFF2-40B4-BE49-F238E27FC236}">
                    <a16:creationId xmlns:a16="http://schemas.microsoft.com/office/drawing/2014/main" id="{FEFCF82B-B449-49D1-9BB8-1A36F4A0315A}"/>
                  </a:ext>
                </a:extLst>
              </p:cNvPr>
              <p:cNvSpPr/>
              <p:nvPr/>
            </p:nvSpPr>
            <p:spPr>
              <a:xfrm>
                <a:off x="4430712" y="2343150"/>
                <a:ext cx="2857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11" h="15" extrusionOk="0">
                    <a:moveTo>
                      <a:pt x="3" y="2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9"/>
                      <a:pt x="1" y="7"/>
                      <a:pt x="2" y="4"/>
                    </a:cubicBezTo>
                    <a:cubicBezTo>
                      <a:pt x="2" y="3"/>
                      <a:pt x="2" y="3"/>
                      <a:pt x="3" y="2"/>
                    </a:cubicBezTo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84" name="Google Shape;618;p50">
              <a:extLst>
                <a:ext uri="{FF2B5EF4-FFF2-40B4-BE49-F238E27FC236}">
                  <a16:creationId xmlns:a16="http://schemas.microsoft.com/office/drawing/2014/main" id="{8D41185A-0A14-4651-BD77-93EE13C428AB}"/>
                </a:ext>
              </a:extLst>
            </p:cNvPr>
            <p:cNvSpPr/>
            <p:nvPr/>
          </p:nvSpPr>
          <p:spPr>
            <a:xfrm>
              <a:off x="4481514" y="2674939"/>
              <a:ext cx="125412" cy="112712"/>
            </a:xfrm>
            <a:custGeom>
              <a:avLst/>
              <a:gdLst/>
              <a:ahLst/>
              <a:cxnLst/>
              <a:rect l="l" t="t" r="r" b="b"/>
              <a:pathLst>
                <a:path w="47" h="42" extrusionOk="0">
                  <a:moveTo>
                    <a:pt x="0" y="8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6" y="13"/>
                    <a:pt x="8" y="13"/>
                    <a:pt x="10" y="11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13"/>
                    <a:pt x="47" y="7"/>
                    <a:pt x="46" y="1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12" y="3"/>
                    <a:pt x="12" y="3"/>
                    <a:pt x="12" y="3"/>
                  </a:cubicBezTo>
                  <a:lnTo>
                    <a:pt x="0" y="8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5" name="Google Shape;619;p50">
              <a:extLst>
                <a:ext uri="{FF2B5EF4-FFF2-40B4-BE49-F238E27FC236}">
                  <a16:creationId xmlns:a16="http://schemas.microsoft.com/office/drawing/2014/main" id="{F75C9686-607E-4E36-B109-576AA45399CE}"/>
                </a:ext>
              </a:extLst>
            </p:cNvPr>
            <p:cNvSpPr/>
            <p:nvPr/>
          </p:nvSpPr>
          <p:spPr>
            <a:xfrm>
              <a:off x="4940302" y="3016251"/>
              <a:ext cx="47625" cy="33337"/>
            </a:xfrm>
            <a:custGeom>
              <a:avLst/>
              <a:gdLst/>
              <a:ahLst/>
              <a:cxnLst/>
              <a:rect l="l" t="t" r="r" b="b"/>
              <a:pathLst>
                <a:path w="30" h="21" extrusionOk="0">
                  <a:moveTo>
                    <a:pt x="22" y="19"/>
                  </a:moveTo>
                  <a:lnTo>
                    <a:pt x="3" y="21"/>
                  </a:lnTo>
                  <a:lnTo>
                    <a:pt x="0" y="14"/>
                  </a:lnTo>
                  <a:lnTo>
                    <a:pt x="8" y="10"/>
                  </a:lnTo>
                  <a:lnTo>
                    <a:pt x="12" y="5"/>
                  </a:lnTo>
                  <a:lnTo>
                    <a:pt x="27" y="0"/>
                  </a:lnTo>
                  <a:lnTo>
                    <a:pt x="30" y="2"/>
                  </a:lnTo>
                  <a:lnTo>
                    <a:pt x="19" y="10"/>
                  </a:lnTo>
                  <a:lnTo>
                    <a:pt x="22" y="19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6" name="Google Shape;620;p50">
              <a:extLst>
                <a:ext uri="{FF2B5EF4-FFF2-40B4-BE49-F238E27FC236}">
                  <a16:creationId xmlns:a16="http://schemas.microsoft.com/office/drawing/2014/main" id="{A29F71B2-EF50-4265-89CC-43C8B40553E0}"/>
                </a:ext>
              </a:extLst>
            </p:cNvPr>
            <p:cNvSpPr/>
            <p:nvPr/>
          </p:nvSpPr>
          <p:spPr>
            <a:xfrm>
              <a:off x="4683125" y="2735264"/>
              <a:ext cx="176212" cy="106362"/>
            </a:xfrm>
            <a:custGeom>
              <a:avLst/>
              <a:gdLst/>
              <a:ahLst/>
              <a:cxnLst/>
              <a:rect l="l" t="t" r="r" b="b"/>
              <a:pathLst>
                <a:path w="66" h="40" extrusionOk="0">
                  <a:moveTo>
                    <a:pt x="2" y="5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2"/>
                    <a:pt x="1" y="16"/>
                    <a:pt x="1" y="18"/>
                  </a:cubicBezTo>
                  <a:cubicBezTo>
                    <a:pt x="1" y="21"/>
                    <a:pt x="1" y="24"/>
                    <a:pt x="2" y="26"/>
                  </a:cubicBezTo>
                  <a:cubicBezTo>
                    <a:pt x="3" y="31"/>
                    <a:pt x="5" y="35"/>
                    <a:pt x="7" y="38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16" y="40"/>
                    <a:pt x="24" y="40"/>
                    <a:pt x="32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8" y="37"/>
                    <a:pt x="51" y="36"/>
                    <a:pt x="53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5" y="35"/>
                    <a:pt x="57" y="35"/>
                    <a:pt x="58" y="35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54" y="10"/>
                    <a:pt x="42" y="12"/>
                    <a:pt x="30" y="13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7" y="0"/>
                    <a:pt x="7" y="0"/>
                    <a:pt x="7" y="0"/>
                  </a:cubicBezTo>
                  <a:lnTo>
                    <a:pt x="2" y="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7" name="Google Shape;621;p50">
              <a:extLst>
                <a:ext uri="{FF2B5EF4-FFF2-40B4-BE49-F238E27FC236}">
                  <a16:creationId xmlns:a16="http://schemas.microsoft.com/office/drawing/2014/main" id="{11300896-CE11-45A7-9F88-D7359104C30F}"/>
                </a:ext>
              </a:extLst>
            </p:cNvPr>
            <p:cNvSpPr/>
            <p:nvPr/>
          </p:nvSpPr>
          <p:spPr>
            <a:xfrm>
              <a:off x="4551362" y="2724150"/>
              <a:ext cx="55562" cy="82550"/>
            </a:xfrm>
            <a:custGeom>
              <a:avLst/>
              <a:gdLst/>
              <a:ahLst/>
              <a:cxnLst/>
              <a:rect l="l" t="t" r="r" b="b"/>
              <a:pathLst>
                <a:path w="21" h="31" extrusionOk="0">
                  <a:moveTo>
                    <a:pt x="0" y="4"/>
                  </a:moveTo>
                  <a:cubicBezTo>
                    <a:pt x="1" y="7"/>
                    <a:pt x="3" y="9"/>
                    <a:pt x="5" y="12"/>
                  </a:cubicBezTo>
                  <a:cubicBezTo>
                    <a:pt x="7" y="14"/>
                    <a:pt x="9" y="17"/>
                    <a:pt x="11" y="20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8" y="26"/>
                    <a:pt x="19" y="21"/>
                    <a:pt x="20" y="16"/>
                  </a:cubicBezTo>
                  <a:cubicBezTo>
                    <a:pt x="21" y="12"/>
                    <a:pt x="21" y="7"/>
                    <a:pt x="21" y="1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8" name="Google Shape;622;p50">
              <a:extLst>
                <a:ext uri="{FF2B5EF4-FFF2-40B4-BE49-F238E27FC236}">
                  <a16:creationId xmlns:a16="http://schemas.microsoft.com/office/drawing/2014/main" id="{4B018F14-451A-4782-B3AF-F0C6DAEB1F25}"/>
                </a:ext>
              </a:extLst>
            </p:cNvPr>
            <p:cNvSpPr/>
            <p:nvPr/>
          </p:nvSpPr>
          <p:spPr>
            <a:xfrm>
              <a:off x="4225925" y="2490788"/>
              <a:ext cx="77788" cy="58737"/>
            </a:xfrm>
            <a:custGeom>
              <a:avLst/>
              <a:gdLst/>
              <a:ahLst/>
              <a:cxnLst/>
              <a:rect l="l" t="t" r="r" b="b"/>
              <a:pathLst>
                <a:path w="29" h="22" extrusionOk="0">
                  <a:moveTo>
                    <a:pt x="28" y="18"/>
                  </a:moveTo>
                  <a:cubicBezTo>
                    <a:pt x="29" y="13"/>
                    <a:pt x="29" y="13"/>
                    <a:pt x="29" y="13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3"/>
                    <a:pt x="4" y="5"/>
                    <a:pt x="0" y="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8" y="18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9" name="Google Shape;623;p50">
              <a:extLst>
                <a:ext uri="{FF2B5EF4-FFF2-40B4-BE49-F238E27FC236}">
                  <a16:creationId xmlns:a16="http://schemas.microsoft.com/office/drawing/2014/main" id="{C9740CC8-AA79-4ED2-B3A0-AACD5B86BE01}"/>
                </a:ext>
              </a:extLst>
            </p:cNvPr>
            <p:cNvSpPr/>
            <p:nvPr/>
          </p:nvSpPr>
          <p:spPr>
            <a:xfrm>
              <a:off x="4718050" y="2320926"/>
              <a:ext cx="198437" cy="182562"/>
            </a:xfrm>
            <a:custGeom>
              <a:avLst/>
              <a:gdLst/>
              <a:ahLst/>
              <a:cxnLst/>
              <a:rect l="l" t="t" r="r" b="b"/>
              <a:pathLst>
                <a:path w="74" h="68" extrusionOk="0">
                  <a:moveTo>
                    <a:pt x="0" y="6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3" y="60"/>
                    <a:pt x="19" y="66"/>
                    <a:pt x="29" y="67"/>
                  </a:cubicBezTo>
                  <a:cubicBezTo>
                    <a:pt x="39" y="68"/>
                    <a:pt x="49" y="65"/>
                    <a:pt x="59" y="65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7"/>
                    <a:pt x="4" y="47"/>
                    <a:pt x="4" y="47"/>
                  </a:cubicBezTo>
                  <a:lnTo>
                    <a:pt x="0" y="6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0" name="Google Shape;624;p50">
              <a:extLst>
                <a:ext uri="{FF2B5EF4-FFF2-40B4-BE49-F238E27FC236}">
                  <a16:creationId xmlns:a16="http://schemas.microsoft.com/office/drawing/2014/main" id="{A4F4C513-A954-4B50-B476-935B0C5030D0}"/>
                </a:ext>
              </a:extLst>
            </p:cNvPr>
            <p:cNvSpPr/>
            <p:nvPr/>
          </p:nvSpPr>
          <p:spPr>
            <a:xfrm>
              <a:off x="4392613" y="2587625"/>
              <a:ext cx="171449" cy="69850"/>
            </a:xfrm>
            <a:custGeom>
              <a:avLst/>
              <a:gdLst/>
              <a:ahLst/>
              <a:cxnLst/>
              <a:rect l="l" t="t" r="r" b="b"/>
              <a:pathLst>
                <a:path w="108" h="44" extrusionOk="0">
                  <a:moveTo>
                    <a:pt x="66" y="3"/>
                  </a:moveTo>
                  <a:lnTo>
                    <a:pt x="59" y="0"/>
                  </a:lnTo>
                  <a:lnTo>
                    <a:pt x="35" y="10"/>
                  </a:lnTo>
                  <a:lnTo>
                    <a:pt x="41" y="23"/>
                  </a:lnTo>
                  <a:lnTo>
                    <a:pt x="0" y="23"/>
                  </a:lnTo>
                  <a:lnTo>
                    <a:pt x="5" y="42"/>
                  </a:lnTo>
                  <a:lnTo>
                    <a:pt x="32" y="33"/>
                  </a:lnTo>
                  <a:lnTo>
                    <a:pt x="61" y="44"/>
                  </a:lnTo>
                  <a:lnTo>
                    <a:pt x="93" y="39"/>
                  </a:lnTo>
                  <a:lnTo>
                    <a:pt x="101" y="20"/>
                  </a:lnTo>
                  <a:lnTo>
                    <a:pt x="108" y="18"/>
                  </a:lnTo>
                  <a:lnTo>
                    <a:pt x="106" y="3"/>
                  </a:lnTo>
                  <a:lnTo>
                    <a:pt x="76" y="0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1" name="Google Shape;625;p50">
              <a:extLst>
                <a:ext uri="{FF2B5EF4-FFF2-40B4-BE49-F238E27FC236}">
                  <a16:creationId xmlns:a16="http://schemas.microsoft.com/office/drawing/2014/main" id="{DC9B2439-6BCB-4DB6-9FC9-2E0818FB4F4F}"/>
                </a:ext>
              </a:extLst>
            </p:cNvPr>
            <p:cNvSpPr/>
            <p:nvPr/>
          </p:nvSpPr>
          <p:spPr>
            <a:xfrm>
              <a:off x="4186237" y="2797176"/>
              <a:ext cx="15876" cy="7936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5" y="5"/>
                  </a:moveTo>
                  <a:lnTo>
                    <a:pt x="10" y="1"/>
                  </a:lnTo>
                  <a:lnTo>
                    <a:pt x="5" y="0"/>
                  </a:lnTo>
                  <a:lnTo>
                    <a:pt x="0" y="0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2" name="Google Shape;626;p50">
              <a:extLst>
                <a:ext uri="{FF2B5EF4-FFF2-40B4-BE49-F238E27FC236}">
                  <a16:creationId xmlns:a16="http://schemas.microsoft.com/office/drawing/2014/main" id="{8D9B178F-A070-4D0E-B4A9-5134AE8A7596}"/>
                </a:ext>
              </a:extLst>
            </p:cNvPr>
            <p:cNvSpPr/>
            <p:nvPr/>
          </p:nvSpPr>
          <p:spPr>
            <a:xfrm>
              <a:off x="4300537" y="2386013"/>
              <a:ext cx="200026" cy="241301"/>
            </a:xfrm>
            <a:custGeom>
              <a:avLst/>
              <a:gdLst/>
              <a:ahLst/>
              <a:cxnLst/>
              <a:rect l="l" t="t" r="r" b="b"/>
              <a:pathLst>
                <a:path w="74" h="90" extrusionOk="0">
                  <a:moveTo>
                    <a:pt x="25" y="0"/>
                  </a:moveTo>
                  <a:cubicBezTo>
                    <a:pt x="27" y="4"/>
                    <a:pt x="27" y="10"/>
                    <a:pt x="25" y="16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18" y="76"/>
                    <a:pt x="18" y="76"/>
                    <a:pt x="18" y="76"/>
                  </a:cubicBezTo>
                  <a:cubicBezTo>
                    <a:pt x="13" y="90"/>
                    <a:pt x="13" y="90"/>
                    <a:pt x="13" y="90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68" y="73"/>
                    <a:pt x="68" y="73"/>
                    <a:pt x="68" y="73"/>
                  </a:cubicBezTo>
                  <a:cubicBezTo>
                    <a:pt x="62" y="62"/>
                    <a:pt x="62" y="62"/>
                    <a:pt x="62" y="62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2" y="10"/>
                    <a:pt x="52" y="10"/>
                    <a:pt x="52" y="1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25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3" name="Google Shape;627;p50">
              <a:extLst>
                <a:ext uri="{FF2B5EF4-FFF2-40B4-BE49-F238E27FC236}">
                  <a16:creationId xmlns:a16="http://schemas.microsoft.com/office/drawing/2014/main" id="{2B6BEBF1-7ADB-4B38-90D8-7EB66CB01474}"/>
                </a:ext>
              </a:extLst>
            </p:cNvPr>
            <p:cNvSpPr/>
            <p:nvPr/>
          </p:nvSpPr>
          <p:spPr>
            <a:xfrm>
              <a:off x="4602163" y="2678113"/>
              <a:ext cx="98425" cy="136525"/>
            </a:xfrm>
            <a:custGeom>
              <a:avLst/>
              <a:gdLst/>
              <a:ahLst/>
              <a:cxnLst/>
              <a:rect l="l" t="t" r="r" b="b"/>
              <a:pathLst>
                <a:path w="37" h="51" extrusionOk="0">
                  <a:moveTo>
                    <a:pt x="33" y="24"/>
                  </a:moveTo>
                  <a:cubicBezTo>
                    <a:pt x="37" y="21"/>
                    <a:pt x="37" y="21"/>
                    <a:pt x="37" y="21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6"/>
                    <a:pt x="2" y="12"/>
                    <a:pt x="2" y="18"/>
                  </a:cubicBezTo>
                  <a:cubicBezTo>
                    <a:pt x="2" y="24"/>
                    <a:pt x="2" y="29"/>
                    <a:pt x="1" y="33"/>
                  </a:cubicBezTo>
                  <a:cubicBezTo>
                    <a:pt x="1" y="35"/>
                    <a:pt x="1" y="36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1"/>
                    <a:pt x="30" y="36"/>
                    <a:pt x="30" y="30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lnTo>
                    <a:pt x="33" y="24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4" name="Google Shape;628;p50">
              <a:extLst>
                <a:ext uri="{FF2B5EF4-FFF2-40B4-BE49-F238E27FC236}">
                  <a16:creationId xmlns:a16="http://schemas.microsoft.com/office/drawing/2014/main" id="{D2E5D0C7-03ED-4B95-87CE-9212FA6942D6}"/>
                </a:ext>
              </a:extLst>
            </p:cNvPr>
            <p:cNvSpPr/>
            <p:nvPr/>
          </p:nvSpPr>
          <p:spPr>
            <a:xfrm>
              <a:off x="4614862" y="2794001"/>
              <a:ext cx="42861" cy="104775"/>
            </a:xfrm>
            <a:custGeom>
              <a:avLst/>
              <a:gdLst/>
              <a:ahLst/>
              <a:cxnLst/>
              <a:rect l="l" t="t" r="r" b="b"/>
              <a:pathLst>
                <a:path w="16" h="39" extrusionOk="0"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2" y="13"/>
                    <a:pt x="5" y="14"/>
                    <a:pt x="8" y="15"/>
                  </a:cubicBezTo>
                  <a:cubicBezTo>
                    <a:pt x="9" y="16"/>
                    <a:pt x="9" y="18"/>
                    <a:pt x="9" y="19"/>
                  </a:cubicBezTo>
                  <a:cubicBezTo>
                    <a:pt x="8" y="24"/>
                    <a:pt x="7" y="30"/>
                    <a:pt x="6" y="36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11" y="35"/>
                    <a:pt x="13" y="31"/>
                    <a:pt x="15" y="27"/>
                  </a:cubicBezTo>
                  <a:cubicBezTo>
                    <a:pt x="16" y="25"/>
                    <a:pt x="16" y="24"/>
                    <a:pt x="16" y="22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0" y="1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5" name="Google Shape;629;p50">
              <a:extLst>
                <a:ext uri="{FF2B5EF4-FFF2-40B4-BE49-F238E27FC236}">
                  <a16:creationId xmlns:a16="http://schemas.microsoft.com/office/drawing/2014/main" id="{F2213601-9EF6-4CBE-8D71-43510447453F}"/>
                </a:ext>
              </a:extLst>
            </p:cNvPr>
            <p:cNvSpPr/>
            <p:nvPr/>
          </p:nvSpPr>
          <p:spPr>
            <a:xfrm>
              <a:off x="4591050" y="2778125"/>
              <a:ext cx="39688" cy="44450"/>
            </a:xfrm>
            <a:custGeom>
              <a:avLst/>
              <a:gdLst/>
              <a:ahLst/>
              <a:cxnLst/>
              <a:rect l="l" t="t" r="r" b="b"/>
              <a:pathLst>
                <a:path w="15" h="17" extrusionOk="0">
                  <a:moveTo>
                    <a:pt x="11" y="2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"/>
                    <a:pt x="4" y="3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7"/>
                    <a:pt x="1" y="9"/>
                    <a:pt x="0" y="11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6"/>
                    <a:pt x="15" y="6"/>
                    <a:pt x="15" y="6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6" name="Google Shape;630;p50">
              <a:extLst>
                <a:ext uri="{FF2B5EF4-FFF2-40B4-BE49-F238E27FC236}">
                  <a16:creationId xmlns:a16="http://schemas.microsoft.com/office/drawing/2014/main" id="{7B757F6A-6682-457D-A214-36739FE60E82}"/>
                </a:ext>
              </a:extLst>
            </p:cNvPr>
            <p:cNvSpPr/>
            <p:nvPr/>
          </p:nvSpPr>
          <p:spPr>
            <a:xfrm>
              <a:off x="2427288" y="3738563"/>
              <a:ext cx="315912" cy="317501"/>
            </a:xfrm>
            <a:custGeom>
              <a:avLst/>
              <a:gdLst/>
              <a:ahLst/>
              <a:cxnLst/>
              <a:rect l="l" t="t" r="r" b="b"/>
              <a:pathLst>
                <a:path w="118" h="118" extrusionOk="0">
                  <a:moveTo>
                    <a:pt x="117" y="51"/>
                  </a:moveTo>
                  <a:cubicBezTo>
                    <a:pt x="115" y="46"/>
                    <a:pt x="115" y="46"/>
                    <a:pt x="115" y="46"/>
                  </a:cubicBezTo>
                  <a:cubicBezTo>
                    <a:pt x="113" y="45"/>
                    <a:pt x="113" y="45"/>
                    <a:pt x="113" y="45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8" y="38"/>
                    <a:pt x="118" y="38"/>
                    <a:pt x="118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100" y="14"/>
                    <a:pt x="100" y="14"/>
                    <a:pt x="100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98" y="13"/>
                    <a:pt x="93" y="13"/>
                    <a:pt x="87" y="13"/>
                  </a:cubicBezTo>
                  <a:cubicBezTo>
                    <a:pt x="86" y="13"/>
                    <a:pt x="85" y="13"/>
                    <a:pt x="84" y="13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8" y="14"/>
                    <a:pt x="63" y="15"/>
                    <a:pt x="58" y="16"/>
                  </a:cubicBezTo>
                  <a:cubicBezTo>
                    <a:pt x="56" y="16"/>
                    <a:pt x="54" y="16"/>
                    <a:pt x="51" y="16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5"/>
                    <a:pt x="36" y="4"/>
                    <a:pt x="35" y="3"/>
                  </a:cubicBezTo>
                  <a:cubicBezTo>
                    <a:pt x="34" y="2"/>
                    <a:pt x="34" y="1"/>
                    <a:pt x="3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4"/>
                    <a:pt x="19" y="15"/>
                    <a:pt x="19" y="17"/>
                  </a:cubicBezTo>
                  <a:cubicBezTo>
                    <a:pt x="19" y="20"/>
                    <a:pt x="19" y="22"/>
                    <a:pt x="20" y="25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1" y="31"/>
                    <a:pt x="2" y="33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6"/>
                    <a:pt x="5" y="37"/>
                    <a:pt x="5" y="39"/>
                  </a:cubicBezTo>
                  <a:cubicBezTo>
                    <a:pt x="6" y="40"/>
                    <a:pt x="6" y="43"/>
                    <a:pt x="7" y="46"/>
                  </a:cubicBezTo>
                  <a:cubicBezTo>
                    <a:pt x="7" y="48"/>
                    <a:pt x="8" y="50"/>
                    <a:pt x="8" y="53"/>
                  </a:cubicBezTo>
                  <a:cubicBezTo>
                    <a:pt x="10" y="54"/>
                    <a:pt x="12" y="55"/>
                    <a:pt x="15" y="55"/>
                  </a:cubicBezTo>
                  <a:cubicBezTo>
                    <a:pt x="19" y="57"/>
                    <a:pt x="25" y="57"/>
                    <a:pt x="30" y="58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89"/>
                    <a:pt x="51" y="91"/>
                    <a:pt x="51" y="92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7" y="102"/>
                    <a:pt x="59" y="107"/>
                    <a:pt x="62" y="112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7" y="118"/>
                  </a:cubicBezTo>
                  <a:cubicBezTo>
                    <a:pt x="72" y="115"/>
                    <a:pt x="72" y="115"/>
                    <a:pt x="72" y="115"/>
                  </a:cubicBezTo>
                  <a:cubicBezTo>
                    <a:pt x="74" y="110"/>
                    <a:pt x="74" y="110"/>
                    <a:pt x="74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7" y="104"/>
                    <a:pt x="87" y="104"/>
                    <a:pt x="87" y="104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88" y="101"/>
                    <a:pt x="88" y="101"/>
                    <a:pt x="88" y="101"/>
                  </a:cubicBezTo>
                  <a:cubicBezTo>
                    <a:pt x="85" y="100"/>
                    <a:pt x="85" y="100"/>
                    <a:pt x="85" y="100"/>
                  </a:cubicBezTo>
                  <a:cubicBezTo>
                    <a:pt x="82" y="97"/>
                    <a:pt x="82" y="97"/>
                    <a:pt x="82" y="97"/>
                  </a:cubicBezTo>
                  <a:cubicBezTo>
                    <a:pt x="81" y="97"/>
                    <a:pt x="81" y="96"/>
                    <a:pt x="81" y="96"/>
                  </a:cubicBezTo>
                  <a:cubicBezTo>
                    <a:pt x="81" y="95"/>
                    <a:pt x="81" y="95"/>
                    <a:pt x="81" y="95"/>
                  </a:cubicBezTo>
                  <a:cubicBezTo>
                    <a:pt x="81" y="93"/>
                    <a:pt x="81" y="92"/>
                    <a:pt x="81" y="90"/>
                  </a:cubicBezTo>
                  <a:cubicBezTo>
                    <a:pt x="81" y="89"/>
                    <a:pt x="81" y="87"/>
                    <a:pt x="80" y="86"/>
                  </a:cubicBezTo>
                  <a:cubicBezTo>
                    <a:pt x="80" y="85"/>
                    <a:pt x="80" y="85"/>
                    <a:pt x="80" y="85"/>
                  </a:cubicBezTo>
                  <a:cubicBezTo>
                    <a:pt x="91" y="90"/>
                    <a:pt x="91" y="90"/>
                    <a:pt x="91" y="90"/>
                  </a:cubicBezTo>
                  <a:cubicBezTo>
                    <a:pt x="95" y="84"/>
                    <a:pt x="95" y="84"/>
                    <a:pt x="95" y="84"/>
                  </a:cubicBezTo>
                  <a:cubicBezTo>
                    <a:pt x="108" y="82"/>
                    <a:pt x="108" y="82"/>
                    <a:pt x="108" y="82"/>
                  </a:cubicBezTo>
                  <a:cubicBezTo>
                    <a:pt x="113" y="75"/>
                    <a:pt x="113" y="75"/>
                    <a:pt x="113" y="75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10" y="53"/>
                    <a:pt x="113" y="52"/>
                    <a:pt x="117" y="51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7" name="Google Shape;631;p50">
              <a:extLst>
                <a:ext uri="{FF2B5EF4-FFF2-40B4-BE49-F238E27FC236}">
                  <a16:creationId xmlns:a16="http://schemas.microsoft.com/office/drawing/2014/main" id="{03C7A15D-8F61-4A38-995C-E8DA2E340441}"/>
                </a:ext>
              </a:extLst>
            </p:cNvPr>
            <p:cNvSpPr/>
            <p:nvPr/>
          </p:nvSpPr>
          <p:spPr>
            <a:xfrm>
              <a:off x="2776537" y="4968875"/>
              <a:ext cx="128587" cy="158750"/>
            </a:xfrm>
            <a:custGeom>
              <a:avLst/>
              <a:gdLst/>
              <a:ahLst/>
              <a:cxnLst/>
              <a:rect l="l" t="t" r="r" b="b"/>
              <a:pathLst>
                <a:path w="48" h="59" extrusionOk="0">
                  <a:moveTo>
                    <a:pt x="45" y="35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3" y="41"/>
                    <a:pt x="4" y="43"/>
                    <a:pt x="5" y="45"/>
                  </a:cubicBezTo>
                  <a:cubicBezTo>
                    <a:pt x="5" y="45"/>
                    <a:pt x="5" y="47"/>
                    <a:pt x="6" y="48"/>
                  </a:cubicBezTo>
                  <a:cubicBezTo>
                    <a:pt x="6" y="49"/>
                    <a:pt x="7" y="50"/>
                    <a:pt x="7" y="51"/>
                  </a:cubicBezTo>
                  <a:cubicBezTo>
                    <a:pt x="8" y="51"/>
                    <a:pt x="9" y="52"/>
                    <a:pt x="10" y="53"/>
                  </a:cubicBezTo>
                  <a:cubicBezTo>
                    <a:pt x="11" y="53"/>
                    <a:pt x="13" y="54"/>
                    <a:pt x="14" y="55"/>
                  </a:cubicBezTo>
                  <a:cubicBezTo>
                    <a:pt x="17" y="56"/>
                    <a:pt x="19" y="57"/>
                    <a:pt x="21" y="58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58"/>
                    <a:pt x="29" y="58"/>
                    <a:pt x="31" y="57"/>
                  </a:cubicBezTo>
                  <a:cubicBezTo>
                    <a:pt x="34" y="57"/>
                    <a:pt x="36" y="56"/>
                    <a:pt x="38" y="56"/>
                  </a:cubicBezTo>
                  <a:cubicBezTo>
                    <a:pt x="40" y="54"/>
                    <a:pt x="43" y="51"/>
                    <a:pt x="44" y="48"/>
                  </a:cubicBezTo>
                  <a:cubicBezTo>
                    <a:pt x="46" y="46"/>
                    <a:pt x="47" y="43"/>
                    <a:pt x="48" y="41"/>
                  </a:cubicBezTo>
                  <a:cubicBezTo>
                    <a:pt x="48" y="40"/>
                    <a:pt x="48" y="40"/>
                    <a:pt x="48" y="40"/>
                  </a:cubicBezTo>
                  <a:lnTo>
                    <a:pt x="45" y="3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8" name="Google Shape;632;p50">
              <a:extLst>
                <a:ext uri="{FF2B5EF4-FFF2-40B4-BE49-F238E27FC236}">
                  <a16:creationId xmlns:a16="http://schemas.microsoft.com/office/drawing/2014/main" id="{90ADE4BA-4BC7-4EC1-8B5B-C75ED772B8AD}"/>
                </a:ext>
              </a:extLst>
            </p:cNvPr>
            <p:cNvSpPr/>
            <p:nvPr/>
          </p:nvSpPr>
          <p:spPr>
            <a:xfrm>
              <a:off x="2805113" y="3908425"/>
              <a:ext cx="85725" cy="115888"/>
            </a:xfrm>
            <a:custGeom>
              <a:avLst/>
              <a:gdLst/>
              <a:ahLst/>
              <a:cxnLst/>
              <a:rect l="l" t="t" r="r" b="b"/>
              <a:pathLst>
                <a:path w="32" h="43" extrusionOk="0">
                  <a:moveTo>
                    <a:pt x="1" y="26"/>
                  </a:moveTo>
                  <a:cubicBezTo>
                    <a:pt x="4" y="29"/>
                    <a:pt x="4" y="29"/>
                    <a:pt x="4" y="29"/>
                  </a:cubicBezTo>
                  <a:cubicBezTo>
                    <a:pt x="4" y="34"/>
                    <a:pt x="4" y="39"/>
                    <a:pt x="3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9" y="34"/>
                    <a:pt x="30" y="29"/>
                    <a:pt x="31" y="2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8"/>
                    <a:pt x="29" y="7"/>
                    <a:pt x="28" y="7"/>
                  </a:cubicBezTo>
                  <a:cubicBezTo>
                    <a:pt x="21" y="6"/>
                    <a:pt x="15" y="5"/>
                    <a:pt x="8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6"/>
                    <a:pt x="2" y="13"/>
                    <a:pt x="0" y="20"/>
                  </a:cubicBezTo>
                  <a:lnTo>
                    <a:pt x="1" y="2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9" name="Google Shape;633;p50">
              <a:extLst>
                <a:ext uri="{FF2B5EF4-FFF2-40B4-BE49-F238E27FC236}">
                  <a16:creationId xmlns:a16="http://schemas.microsoft.com/office/drawing/2014/main" id="{28223B23-89F3-4013-A46C-370BD58F3A72}"/>
                </a:ext>
              </a:extLst>
            </p:cNvPr>
            <p:cNvSpPr/>
            <p:nvPr/>
          </p:nvSpPr>
          <p:spPr>
            <a:xfrm>
              <a:off x="2230437" y="4083051"/>
              <a:ext cx="301625" cy="517525"/>
            </a:xfrm>
            <a:custGeom>
              <a:avLst/>
              <a:gdLst/>
              <a:ahLst/>
              <a:cxnLst/>
              <a:rect l="l" t="t" r="r" b="b"/>
              <a:pathLst>
                <a:path w="112" h="193" extrusionOk="0">
                  <a:moveTo>
                    <a:pt x="104" y="116"/>
                  </a:moveTo>
                  <a:cubicBezTo>
                    <a:pt x="98" y="117"/>
                    <a:pt x="98" y="117"/>
                    <a:pt x="98" y="117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91" y="104"/>
                    <a:pt x="91" y="104"/>
                    <a:pt x="91" y="104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9" y="84"/>
                    <a:pt x="69" y="84"/>
                    <a:pt x="69" y="84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74" y="61"/>
                    <a:pt x="74" y="61"/>
                    <a:pt x="74" y="61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2" y="51"/>
                    <a:pt x="82" y="51"/>
                    <a:pt x="82" y="51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4" y="25"/>
                    <a:pt x="88" y="22"/>
                    <a:pt x="83" y="18"/>
                  </a:cubicBezTo>
                  <a:cubicBezTo>
                    <a:pt x="76" y="13"/>
                    <a:pt x="70" y="7"/>
                    <a:pt x="64" y="2"/>
                  </a:cubicBezTo>
                  <a:cubicBezTo>
                    <a:pt x="64" y="1"/>
                    <a:pt x="63" y="1"/>
                    <a:pt x="63" y="1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4" y="6"/>
                    <a:pt x="54" y="9"/>
                    <a:pt x="53" y="11"/>
                  </a:cubicBezTo>
                  <a:cubicBezTo>
                    <a:pt x="53" y="13"/>
                    <a:pt x="53" y="15"/>
                    <a:pt x="52" y="17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9"/>
                    <a:pt x="26" y="41"/>
                    <a:pt x="26" y="43"/>
                  </a:cubicBezTo>
                  <a:cubicBezTo>
                    <a:pt x="25" y="46"/>
                    <a:pt x="24" y="48"/>
                    <a:pt x="23" y="51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3" y="68"/>
                    <a:pt x="8" y="72"/>
                    <a:pt x="13" y="75"/>
                  </a:cubicBezTo>
                  <a:cubicBezTo>
                    <a:pt x="14" y="76"/>
                    <a:pt x="15" y="77"/>
                    <a:pt x="16" y="77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52" y="149"/>
                    <a:pt x="52" y="149"/>
                    <a:pt x="52" y="149"/>
                  </a:cubicBezTo>
                  <a:cubicBezTo>
                    <a:pt x="50" y="154"/>
                    <a:pt x="50" y="154"/>
                    <a:pt x="50" y="154"/>
                  </a:cubicBezTo>
                  <a:cubicBezTo>
                    <a:pt x="62" y="170"/>
                    <a:pt x="62" y="170"/>
                    <a:pt x="62" y="170"/>
                  </a:cubicBezTo>
                  <a:cubicBezTo>
                    <a:pt x="92" y="188"/>
                    <a:pt x="92" y="188"/>
                    <a:pt x="92" y="188"/>
                  </a:cubicBezTo>
                  <a:cubicBezTo>
                    <a:pt x="95" y="193"/>
                    <a:pt x="95" y="193"/>
                    <a:pt x="95" y="193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7" y="171"/>
                    <a:pt x="107" y="171"/>
                    <a:pt x="107" y="171"/>
                  </a:cubicBezTo>
                  <a:cubicBezTo>
                    <a:pt x="107" y="150"/>
                    <a:pt x="107" y="150"/>
                    <a:pt x="107" y="150"/>
                  </a:cubicBezTo>
                  <a:cubicBezTo>
                    <a:pt x="112" y="135"/>
                    <a:pt x="112" y="135"/>
                    <a:pt x="112" y="135"/>
                  </a:cubicBezTo>
                  <a:lnTo>
                    <a:pt x="104" y="11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0" name="Google Shape;634;p50">
              <a:extLst>
                <a:ext uri="{FF2B5EF4-FFF2-40B4-BE49-F238E27FC236}">
                  <a16:creationId xmlns:a16="http://schemas.microsoft.com/office/drawing/2014/main" id="{C327F22C-02FB-4454-A599-F4F0E5D4B4F7}"/>
                </a:ext>
              </a:extLst>
            </p:cNvPr>
            <p:cNvSpPr/>
            <p:nvPr/>
          </p:nvSpPr>
          <p:spPr>
            <a:xfrm>
              <a:off x="2690813" y="4649789"/>
              <a:ext cx="195261" cy="230188"/>
            </a:xfrm>
            <a:custGeom>
              <a:avLst/>
              <a:gdLst/>
              <a:ahLst/>
              <a:cxnLst/>
              <a:rect l="l" t="t" r="r" b="b"/>
              <a:pathLst>
                <a:path w="73" h="86" extrusionOk="0">
                  <a:moveTo>
                    <a:pt x="5" y="5"/>
                  </a:moveTo>
                  <a:cubicBezTo>
                    <a:pt x="4" y="8"/>
                    <a:pt x="3" y="11"/>
                    <a:pt x="2" y="14"/>
                  </a:cubicBezTo>
                  <a:cubicBezTo>
                    <a:pt x="1" y="19"/>
                    <a:pt x="0" y="25"/>
                    <a:pt x="0" y="30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6" y="83"/>
                    <a:pt x="57" y="81"/>
                    <a:pt x="66" y="78"/>
                  </a:cubicBezTo>
                  <a:cubicBezTo>
                    <a:pt x="69" y="68"/>
                    <a:pt x="71" y="58"/>
                    <a:pt x="73" y="48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1"/>
                    <a:pt x="42" y="18"/>
                    <a:pt x="41" y="15"/>
                  </a:cubicBezTo>
                  <a:cubicBezTo>
                    <a:pt x="41" y="12"/>
                    <a:pt x="40" y="9"/>
                    <a:pt x="39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5" y="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1" name="Google Shape;635;p50">
              <a:extLst>
                <a:ext uri="{FF2B5EF4-FFF2-40B4-BE49-F238E27FC236}">
                  <a16:creationId xmlns:a16="http://schemas.microsoft.com/office/drawing/2014/main" id="{CDF18ECB-8213-4E94-8230-484F1D319231}"/>
                </a:ext>
              </a:extLst>
            </p:cNvPr>
            <p:cNvSpPr/>
            <p:nvPr/>
          </p:nvSpPr>
          <p:spPr>
            <a:xfrm>
              <a:off x="2881313" y="3929063"/>
              <a:ext cx="66675" cy="96837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1" y="4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21"/>
                    <a:pt x="1" y="26"/>
                    <a:pt x="0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2"/>
                    <a:pt x="22" y="10"/>
                    <a:pt x="20" y="10"/>
                  </a:cubicBezTo>
                  <a:cubicBezTo>
                    <a:pt x="15" y="6"/>
                    <a:pt x="10" y="3"/>
                    <a:pt x="4" y="0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1" y="4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2" name="Google Shape;636;p50">
              <a:extLst>
                <a:ext uri="{FF2B5EF4-FFF2-40B4-BE49-F238E27FC236}">
                  <a16:creationId xmlns:a16="http://schemas.microsoft.com/office/drawing/2014/main" id="{A934AE73-A359-4FD7-A59A-2470BBEB3BA3}"/>
                </a:ext>
              </a:extLst>
            </p:cNvPr>
            <p:cNvSpPr/>
            <p:nvPr/>
          </p:nvSpPr>
          <p:spPr>
            <a:xfrm>
              <a:off x="2711451" y="3846513"/>
              <a:ext cx="109537" cy="206376"/>
            </a:xfrm>
            <a:custGeom>
              <a:avLst/>
              <a:gdLst/>
              <a:ahLst/>
              <a:cxnLst/>
              <a:rect l="l" t="t" r="r" b="b"/>
              <a:pathLst>
                <a:path w="41" h="77" extrusionOk="0">
                  <a:moveTo>
                    <a:pt x="9" y="6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7" y="12"/>
                    <a:pt x="4" y="13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5" y="65"/>
                    <a:pt x="16" y="67"/>
                    <a:pt x="17" y="68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19" y="71"/>
                    <a:pt x="19" y="71"/>
                    <a:pt x="20" y="72"/>
                  </a:cubicBezTo>
                  <a:cubicBezTo>
                    <a:pt x="21" y="74"/>
                    <a:pt x="23" y="75"/>
                    <a:pt x="25" y="77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4" y="69"/>
                    <a:pt x="34" y="69"/>
                    <a:pt x="34" y="6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9" y="62"/>
                    <a:pt x="39" y="57"/>
                    <a:pt x="39" y="52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7" y="36"/>
                    <a:pt x="39" y="29"/>
                    <a:pt x="41" y="23"/>
                  </a:cubicBezTo>
                  <a:cubicBezTo>
                    <a:pt x="38" y="21"/>
                    <a:pt x="34" y="19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2" y="2"/>
                    <a:pt x="17" y="1"/>
                    <a:pt x="13" y="0"/>
                  </a:cubicBezTo>
                  <a:cubicBezTo>
                    <a:pt x="11" y="0"/>
                    <a:pt x="9" y="0"/>
                    <a:pt x="6" y="1"/>
                  </a:cubicBezTo>
                  <a:cubicBezTo>
                    <a:pt x="7" y="5"/>
                    <a:pt x="7" y="5"/>
                    <a:pt x="7" y="5"/>
                  </a:cubicBezTo>
                  <a:lnTo>
                    <a:pt x="9" y="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3" name="Google Shape;637;p50">
              <a:extLst>
                <a:ext uri="{FF2B5EF4-FFF2-40B4-BE49-F238E27FC236}">
                  <a16:creationId xmlns:a16="http://schemas.microsoft.com/office/drawing/2014/main" id="{2D8DBA08-455C-4869-912E-1860A236D73F}"/>
                </a:ext>
              </a:extLst>
            </p:cNvPr>
            <p:cNvSpPr/>
            <p:nvPr/>
          </p:nvSpPr>
          <p:spPr>
            <a:xfrm>
              <a:off x="2238375" y="4025900"/>
              <a:ext cx="142875" cy="193675"/>
            </a:xfrm>
            <a:custGeom>
              <a:avLst/>
              <a:gdLst/>
              <a:ahLst/>
              <a:cxnLst/>
              <a:rect l="l" t="t" r="r" b="b"/>
              <a:pathLst>
                <a:path w="53" h="72" extrusionOk="0">
                  <a:moveTo>
                    <a:pt x="53" y="21"/>
                  </a:moveTo>
                  <a:cubicBezTo>
                    <a:pt x="44" y="16"/>
                    <a:pt x="35" y="11"/>
                    <a:pt x="27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9"/>
                    <a:pt x="9" y="17"/>
                    <a:pt x="5" y="26"/>
                  </a:cubicBezTo>
                  <a:cubicBezTo>
                    <a:pt x="3" y="29"/>
                    <a:pt x="1" y="31"/>
                    <a:pt x="0" y="32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1" y="55"/>
                    <a:pt x="9" y="59"/>
                    <a:pt x="8" y="62"/>
                  </a:cubicBezTo>
                  <a:cubicBezTo>
                    <a:pt x="8" y="63"/>
                    <a:pt x="7" y="64"/>
                    <a:pt x="6" y="64"/>
                  </a:cubicBezTo>
                  <a:cubicBezTo>
                    <a:pt x="8" y="70"/>
                    <a:pt x="8" y="70"/>
                    <a:pt x="8" y="70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1" y="69"/>
                    <a:pt x="22" y="67"/>
                    <a:pt x="23" y="64"/>
                  </a:cubicBezTo>
                  <a:cubicBezTo>
                    <a:pt x="23" y="62"/>
                    <a:pt x="24" y="60"/>
                    <a:pt x="24" y="58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0" y="36"/>
                    <a:pt x="50" y="34"/>
                    <a:pt x="50" y="32"/>
                  </a:cubicBezTo>
                  <a:cubicBezTo>
                    <a:pt x="51" y="30"/>
                    <a:pt x="51" y="27"/>
                    <a:pt x="50" y="24"/>
                  </a:cubicBezTo>
                  <a:lnTo>
                    <a:pt x="53" y="2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4" name="Google Shape;638;p50">
              <a:extLst>
                <a:ext uri="{FF2B5EF4-FFF2-40B4-BE49-F238E27FC236}">
                  <a16:creationId xmlns:a16="http://schemas.microsoft.com/office/drawing/2014/main" id="{32014645-30A5-4D77-BC8C-D622F349835B}"/>
                </a:ext>
              </a:extLst>
            </p:cNvPr>
            <p:cNvSpPr/>
            <p:nvPr/>
          </p:nvSpPr>
          <p:spPr>
            <a:xfrm>
              <a:off x="2287588" y="3727450"/>
              <a:ext cx="306386" cy="460375"/>
            </a:xfrm>
            <a:custGeom>
              <a:avLst/>
              <a:gdLst/>
              <a:ahLst/>
              <a:cxnLst/>
              <a:rect l="l" t="t" r="r" b="b"/>
              <a:pathLst>
                <a:path w="114" h="171" extrusionOk="0">
                  <a:moveTo>
                    <a:pt x="106" y="101"/>
                  </a:moveTo>
                  <a:cubicBezTo>
                    <a:pt x="103" y="96"/>
                    <a:pt x="103" y="96"/>
                    <a:pt x="103" y="96"/>
                  </a:cubicBezTo>
                  <a:cubicBezTo>
                    <a:pt x="103" y="95"/>
                    <a:pt x="102" y="93"/>
                    <a:pt x="102" y="93"/>
                  </a:cubicBezTo>
                  <a:cubicBezTo>
                    <a:pt x="103" y="69"/>
                    <a:pt x="103" y="69"/>
                    <a:pt x="103" y="69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77" y="61"/>
                    <a:pt x="71" y="61"/>
                    <a:pt x="67" y="59"/>
                  </a:cubicBezTo>
                  <a:cubicBezTo>
                    <a:pt x="64" y="59"/>
                    <a:pt x="62" y="58"/>
                    <a:pt x="60" y="57"/>
                  </a:cubicBezTo>
                  <a:cubicBezTo>
                    <a:pt x="60" y="57"/>
                    <a:pt x="60" y="53"/>
                    <a:pt x="59" y="50"/>
                  </a:cubicBezTo>
                  <a:cubicBezTo>
                    <a:pt x="58" y="47"/>
                    <a:pt x="58" y="45"/>
                    <a:pt x="57" y="43"/>
                  </a:cubicBezTo>
                  <a:cubicBezTo>
                    <a:pt x="56" y="41"/>
                    <a:pt x="56" y="40"/>
                    <a:pt x="55" y="38"/>
                  </a:cubicBezTo>
                  <a:cubicBezTo>
                    <a:pt x="55" y="38"/>
                    <a:pt x="55" y="38"/>
                    <a:pt x="54" y="37"/>
                  </a:cubicBezTo>
                  <a:cubicBezTo>
                    <a:pt x="54" y="36"/>
                    <a:pt x="53" y="35"/>
                    <a:pt x="52" y="33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3"/>
                    <a:pt x="73" y="3"/>
                    <a:pt x="73" y="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2" y="5"/>
                    <a:pt x="57" y="7"/>
                    <a:pt x="52" y="10"/>
                  </a:cubicBezTo>
                  <a:cubicBezTo>
                    <a:pt x="50" y="11"/>
                    <a:pt x="48" y="12"/>
                    <a:pt x="45" y="13"/>
                  </a:cubicBezTo>
                  <a:cubicBezTo>
                    <a:pt x="43" y="14"/>
                    <a:pt x="40" y="15"/>
                    <a:pt x="37" y="16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90"/>
                    <a:pt x="14" y="90"/>
                    <a:pt x="14" y="90"/>
                  </a:cubicBezTo>
                  <a:cubicBezTo>
                    <a:pt x="16" y="94"/>
                    <a:pt x="16" y="94"/>
                    <a:pt x="16" y="94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17" y="122"/>
                    <a:pt x="26" y="127"/>
                    <a:pt x="35" y="132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2" y="133"/>
                    <a:pt x="43" y="133"/>
                    <a:pt x="43" y="134"/>
                  </a:cubicBezTo>
                  <a:cubicBezTo>
                    <a:pt x="49" y="139"/>
                    <a:pt x="55" y="145"/>
                    <a:pt x="62" y="150"/>
                  </a:cubicBezTo>
                  <a:cubicBezTo>
                    <a:pt x="67" y="154"/>
                    <a:pt x="73" y="157"/>
                    <a:pt x="79" y="160"/>
                  </a:cubicBezTo>
                  <a:cubicBezTo>
                    <a:pt x="75" y="169"/>
                    <a:pt x="75" y="169"/>
                    <a:pt x="75" y="169"/>
                  </a:cubicBezTo>
                  <a:cubicBezTo>
                    <a:pt x="81" y="171"/>
                    <a:pt x="81" y="171"/>
                    <a:pt x="81" y="171"/>
                  </a:cubicBezTo>
                  <a:cubicBezTo>
                    <a:pt x="88" y="151"/>
                    <a:pt x="88" y="151"/>
                    <a:pt x="88" y="151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93" y="133"/>
                    <a:pt x="93" y="133"/>
                    <a:pt x="93" y="133"/>
                  </a:cubicBezTo>
                  <a:cubicBezTo>
                    <a:pt x="92" y="129"/>
                    <a:pt x="92" y="129"/>
                    <a:pt x="92" y="129"/>
                  </a:cubicBezTo>
                  <a:cubicBezTo>
                    <a:pt x="88" y="126"/>
                    <a:pt x="88" y="126"/>
                    <a:pt x="88" y="126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5" y="119"/>
                    <a:pt x="95" y="119"/>
                    <a:pt x="95" y="119"/>
                  </a:cubicBezTo>
                  <a:cubicBezTo>
                    <a:pt x="97" y="112"/>
                    <a:pt x="97" y="112"/>
                    <a:pt x="97" y="112"/>
                  </a:cubicBezTo>
                  <a:cubicBezTo>
                    <a:pt x="101" y="113"/>
                    <a:pt x="101" y="113"/>
                    <a:pt x="101" y="113"/>
                  </a:cubicBezTo>
                  <a:cubicBezTo>
                    <a:pt x="107" y="110"/>
                    <a:pt x="107" y="110"/>
                    <a:pt x="107" y="110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4" y="116"/>
                    <a:pt x="114" y="116"/>
                    <a:pt x="114" y="116"/>
                  </a:cubicBezTo>
                  <a:cubicBezTo>
                    <a:pt x="111" y="111"/>
                    <a:pt x="109" y="106"/>
                    <a:pt x="106" y="101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05" name="Google Shape;639;p50">
              <a:extLst>
                <a:ext uri="{FF2B5EF4-FFF2-40B4-BE49-F238E27FC236}">
                  <a16:creationId xmlns:a16="http://schemas.microsoft.com/office/drawing/2014/main" id="{A3FEB927-34AB-4C1C-89B9-90042D32679F}"/>
                </a:ext>
              </a:extLst>
            </p:cNvPr>
            <p:cNvGrpSpPr/>
            <p:nvPr/>
          </p:nvGrpSpPr>
          <p:grpSpPr>
            <a:xfrm>
              <a:off x="2370137" y="4564063"/>
              <a:ext cx="209549" cy="1208086"/>
              <a:chOff x="2370137" y="4564063"/>
              <a:chExt cx="209550" cy="1208087"/>
            </a:xfrm>
            <a:grpFill/>
          </p:grpSpPr>
          <p:sp>
            <p:nvSpPr>
              <p:cNvPr id="264" name="Google Shape;640;p50">
                <a:extLst>
                  <a:ext uri="{FF2B5EF4-FFF2-40B4-BE49-F238E27FC236}">
                    <a16:creationId xmlns:a16="http://schemas.microsoft.com/office/drawing/2014/main" id="{190F694D-D415-4CA2-A03A-5FC4A7EAD485}"/>
                  </a:ext>
                </a:extLst>
              </p:cNvPr>
              <p:cNvSpPr/>
              <p:nvPr/>
            </p:nvSpPr>
            <p:spPr>
              <a:xfrm>
                <a:off x="2393950" y="5334000"/>
                <a:ext cx="190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2" h="32" extrusionOk="0">
                    <a:moveTo>
                      <a:pt x="12" y="19"/>
                    </a:moveTo>
                    <a:lnTo>
                      <a:pt x="12" y="0"/>
                    </a:lnTo>
                    <a:lnTo>
                      <a:pt x="2" y="2"/>
                    </a:lnTo>
                    <a:lnTo>
                      <a:pt x="0" y="32"/>
                    </a:lnTo>
                    <a:lnTo>
                      <a:pt x="7" y="32"/>
                    </a:lnTo>
                    <a:lnTo>
                      <a:pt x="12" y="1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5" name="Google Shape;641;p50">
                <a:extLst>
                  <a:ext uri="{FF2B5EF4-FFF2-40B4-BE49-F238E27FC236}">
                    <a16:creationId xmlns:a16="http://schemas.microsoft.com/office/drawing/2014/main" id="{F1173803-7B0B-4B0F-AA31-2B4444A2D986}"/>
                  </a:ext>
                </a:extLst>
              </p:cNvPr>
              <p:cNvSpPr/>
              <p:nvPr/>
            </p:nvSpPr>
            <p:spPr>
              <a:xfrm>
                <a:off x="2386012" y="5441950"/>
                <a:ext cx="17462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0" y="8"/>
                    </a:moveTo>
                    <a:lnTo>
                      <a:pt x="5" y="10"/>
                    </a:lnTo>
                    <a:lnTo>
                      <a:pt x="9" y="13"/>
                    </a:lnTo>
                    <a:lnTo>
                      <a:pt x="11" y="3"/>
                    </a:lnTo>
                    <a:lnTo>
                      <a:pt x="9" y="0"/>
                    </a:lnTo>
                    <a:lnTo>
                      <a:pt x="2" y="0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6" name="Google Shape;642;p50">
                <a:extLst>
                  <a:ext uri="{FF2B5EF4-FFF2-40B4-BE49-F238E27FC236}">
                    <a16:creationId xmlns:a16="http://schemas.microsoft.com/office/drawing/2014/main" id="{FBCFE396-4CBE-4F16-9729-C1561FACCDD8}"/>
                  </a:ext>
                </a:extLst>
              </p:cNvPr>
              <p:cNvSpPr/>
              <p:nvPr/>
            </p:nvSpPr>
            <p:spPr>
              <a:xfrm>
                <a:off x="2373312" y="5538788"/>
                <a:ext cx="11112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7" h="13" extrusionOk="0">
                    <a:moveTo>
                      <a:pt x="7" y="3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7" y="10"/>
                    </a:lnTo>
                    <a:lnTo>
                      <a:pt x="7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7" name="Google Shape;643;p50">
                <a:extLst>
                  <a:ext uri="{FF2B5EF4-FFF2-40B4-BE49-F238E27FC236}">
                    <a16:creationId xmlns:a16="http://schemas.microsoft.com/office/drawing/2014/main" id="{BF9C3064-0D1F-430B-9BE9-4378E8F5C70E}"/>
                  </a:ext>
                </a:extLst>
              </p:cNvPr>
              <p:cNvSpPr/>
              <p:nvPr/>
            </p:nvSpPr>
            <p:spPr>
              <a:xfrm>
                <a:off x="2384425" y="5610225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6" h="15" extrusionOk="0">
                    <a:moveTo>
                      <a:pt x="6" y="2"/>
                    </a:moveTo>
                    <a:lnTo>
                      <a:pt x="3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3" y="15"/>
                    </a:lnTo>
                    <a:lnTo>
                      <a:pt x="6" y="12"/>
                    </a:lnTo>
                    <a:lnTo>
                      <a:pt x="6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8" name="Google Shape;644;p50">
                <a:extLst>
                  <a:ext uri="{FF2B5EF4-FFF2-40B4-BE49-F238E27FC236}">
                    <a16:creationId xmlns:a16="http://schemas.microsoft.com/office/drawing/2014/main" id="{FAF83DA9-0133-469B-A0C8-E9B968023639}"/>
                  </a:ext>
                </a:extLst>
              </p:cNvPr>
              <p:cNvSpPr/>
              <p:nvPr/>
            </p:nvSpPr>
            <p:spPr>
              <a:xfrm>
                <a:off x="2416175" y="5722938"/>
                <a:ext cx="23812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0" extrusionOk="0">
                    <a:moveTo>
                      <a:pt x="0" y="4"/>
                    </a:moveTo>
                    <a:lnTo>
                      <a:pt x="5" y="10"/>
                    </a:lnTo>
                    <a:lnTo>
                      <a:pt x="12" y="10"/>
                    </a:lnTo>
                    <a:lnTo>
                      <a:pt x="15" y="7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9" name="Google Shape;645;p50">
                <a:extLst>
                  <a:ext uri="{FF2B5EF4-FFF2-40B4-BE49-F238E27FC236}">
                    <a16:creationId xmlns:a16="http://schemas.microsoft.com/office/drawing/2014/main" id="{2A5A8BE3-9DA3-4FDC-9144-F7068A200179}"/>
                  </a:ext>
                </a:extLst>
              </p:cNvPr>
              <p:cNvSpPr/>
              <p:nvPr/>
            </p:nvSpPr>
            <p:spPr>
              <a:xfrm>
                <a:off x="2446337" y="5738813"/>
                <a:ext cx="17462" cy="14287"/>
              </a:xfrm>
              <a:custGeom>
                <a:avLst/>
                <a:gdLst/>
                <a:ahLst/>
                <a:cxnLst/>
                <a:rect l="l" t="t" r="r" b="b"/>
                <a:pathLst>
                  <a:path w="11" h="9" extrusionOk="0">
                    <a:moveTo>
                      <a:pt x="0" y="6"/>
                    </a:moveTo>
                    <a:lnTo>
                      <a:pt x="0" y="9"/>
                    </a:lnTo>
                    <a:lnTo>
                      <a:pt x="10" y="9"/>
                    </a:lnTo>
                    <a:lnTo>
                      <a:pt x="11" y="2"/>
                    </a:lnTo>
                    <a:lnTo>
                      <a:pt x="1" y="0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0" name="Google Shape;646;p50">
                <a:extLst>
                  <a:ext uri="{FF2B5EF4-FFF2-40B4-BE49-F238E27FC236}">
                    <a16:creationId xmlns:a16="http://schemas.microsoft.com/office/drawing/2014/main" id="{CDB78821-1001-4B9E-8FC1-A7E841650DBE}"/>
                  </a:ext>
                </a:extLst>
              </p:cNvPr>
              <p:cNvSpPr/>
              <p:nvPr/>
            </p:nvSpPr>
            <p:spPr>
              <a:xfrm>
                <a:off x="2393950" y="5653088"/>
                <a:ext cx="14287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" h="12" extrusionOk="0">
                    <a:moveTo>
                      <a:pt x="9" y="7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" y="12"/>
                    </a:lnTo>
                    <a:lnTo>
                      <a:pt x="9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1" name="Google Shape;647;p50">
                <a:extLst>
                  <a:ext uri="{FF2B5EF4-FFF2-40B4-BE49-F238E27FC236}">
                    <a16:creationId xmlns:a16="http://schemas.microsoft.com/office/drawing/2014/main" id="{73C126F6-1754-4F25-AA6A-A6E464C78344}"/>
                  </a:ext>
                </a:extLst>
              </p:cNvPr>
              <p:cNvSpPr/>
              <p:nvPr/>
            </p:nvSpPr>
            <p:spPr>
              <a:xfrm>
                <a:off x="2393950" y="5688013"/>
                <a:ext cx="222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14" h="19" extrusionOk="0">
                    <a:moveTo>
                      <a:pt x="6" y="0"/>
                    </a:moveTo>
                    <a:lnTo>
                      <a:pt x="0" y="7"/>
                    </a:lnTo>
                    <a:lnTo>
                      <a:pt x="9" y="19"/>
                    </a:lnTo>
                    <a:lnTo>
                      <a:pt x="14" y="16"/>
                    </a:lnTo>
                    <a:lnTo>
                      <a:pt x="11" y="5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2" name="Google Shape;648;p50">
                <a:extLst>
                  <a:ext uri="{FF2B5EF4-FFF2-40B4-BE49-F238E27FC236}">
                    <a16:creationId xmlns:a16="http://schemas.microsoft.com/office/drawing/2014/main" id="{530B1705-E2AC-4573-868A-5AAEC9B3E570}"/>
                  </a:ext>
                </a:extLst>
              </p:cNvPr>
              <p:cNvSpPr/>
              <p:nvPr/>
            </p:nvSpPr>
            <p:spPr>
              <a:xfrm>
                <a:off x="2370137" y="4564063"/>
                <a:ext cx="209550" cy="1162050"/>
              </a:xfrm>
              <a:custGeom>
                <a:avLst/>
                <a:gdLst/>
                <a:ahLst/>
                <a:cxnLst/>
                <a:rect l="l" t="t" r="r" b="b"/>
                <a:pathLst>
                  <a:path w="78" h="433" extrusionOk="0">
                    <a:moveTo>
                      <a:pt x="32" y="399"/>
                    </a:moveTo>
                    <a:cubicBezTo>
                      <a:pt x="26" y="399"/>
                      <a:pt x="26" y="399"/>
                      <a:pt x="26" y="399"/>
                    </a:cubicBezTo>
                    <a:cubicBezTo>
                      <a:pt x="24" y="390"/>
                      <a:pt x="24" y="390"/>
                      <a:pt x="24" y="390"/>
                    </a:cubicBezTo>
                    <a:cubicBezTo>
                      <a:pt x="26" y="379"/>
                      <a:pt x="26" y="379"/>
                      <a:pt x="26" y="379"/>
                    </a:cubicBezTo>
                    <a:cubicBezTo>
                      <a:pt x="27" y="372"/>
                      <a:pt x="27" y="372"/>
                      <a:pt x="27" y="372"/>
                    </a:cubicBezTo>
                    <a:cubicBezTo>
                      <a:pt x="27" y="370"/>
                      <a:pt x="27" y="370"/>
                      <a:pt x="27" y="370"/>
                    </a:cubicBezTo>
                    <a:cubicBezTo>
                      <a:pt x="25" y="363"/>
                      <a:pt x="25" y="363"/>
                      <a:pt x="25" y="363"/>
                    </a:cubicBezTo>
                    <a:cubicBezTo>
                      <a:pt x="21" y="351"/>
                      <a:pt x="21" y="351"/>
                      <a:pt x="21" y="351"/>
                    </a:cubicBezTo>
                    <a:cubicBezTo>
                      <a:pt x="26" y="334"/>
                      <a:pt x="26" y="334"/>
                      <a:pt x="26" y="334"/>
                    </a:cubicBezTo>
                    <a:cubicBezTo>
                      <a:pt x="33" y="327"/>
                      <a:pt x="33" y="327"/>
                      <a:pt x="33" y="327"/>
                    </a:cubicBezTo>
                    <a:cubicBezTo>
                      <a:pt x="35" y="310"/>
                      <a:pt x="35" y="310"/>
                      <a:pt x="35" y="310"/>
                    </a:cubicBezTo>
                    <a:cubicBezTo>
                      <a:pt x="31" y="301"/>
                      <a:pt x="31" y="301"/>
                      <a:pt x="31" y="301"/>
                    </a:cubicBezTo>
                    <a:cubicBezTo>
                      <a:pt x="32" y="266"/>
                      <a:pt x="32" y="266"/>
                      <a:pt x="32" y="266"/>
                    </a:cubicBezTo>
                    <a:cubicBezTo>
                      <a:pt x="35" y="260"/>
                      <a:pt x="35" y="260"/>
                      <a:pt x="35" y="260"/>
                    </a:cubicBezTo>
                    <a:cubicBezTo>
                      <a:pt x="35" y="254"/>
                      <a:pt x="35" y="254"/>
                      <a:pt x="35" y="254"/>
                    </a:cubicBezTo>
                    <a:cubicBezTo>
                      <a:pt x="40" y="232"/>
                      <a:pt x="40" y="232"/>
                      <a:pt x="40" y="232"/>
                    </a:cubicBezTo>
                    <a:cubicBezTo>
                      <a:pt x="40" y="225"/>
                      <a:pt x="40" y="225"/>
                      <a:pt x="40" y="225"/>
                    </a:cubicBezTo>
                    <a:cubicBezTo>
                      <a:pt x="50" y="186"/>
                      <a:pt x="50" y="186"/>
                      <a:pt x="50" y="186"/>
                    </a:cubicBezTo>
                    <a:cubicBezTo>
                      <a:pt x="44" y="161"/>
                      <a:pt x="44" y="161"/>
                      <a:pt x="44" y="161"/>
                    </a:cubicBezTo>
                    <a:cubicBezTo>
                      <a:pt x="55" y="134"/>
                      <a:pt x="55" y="134"/>
                      <a:pt x="55" y="134"/>
                    </a:cubicBezTo>
                    <a:cubicBezTo>
                      <a:pt x="63" y="128"/>
                      <a:pt x="63" y="128"/>
                      <a:pt x="63" y="128"/>
                    </a:cubicBezTo>
                    <a:cubicBezTo>
                      <a:pt x="64" y="98"/>
                      <a:pt x="64" y="98"/>
                      <a:pt x="64" y="98"/>
                    </a:cubicBezTo>
                    <a:cubicBezTo>
                      <a:pt x="77" y="85"/>
                      <a:pt x="77" y="85"/>
                      <a:pt x="77" y="85"/>
                    </a:cubicBezTo>
                    <a:cubicBezTo>
                      <a:pt x="78" y="67"/>
                      <a:pt x="78" y="67"/>
                      <a:pt x="78" y="67"/>
                    </a:cubicBezTo>
                    <a:cubicBezTo>
                      <a:pt x="72" y="62"/>
                      <a:pt x="72" y="62"/>
                      <a:pt x="72" y="62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6" y="20"/>
                      <a:pt x="48" y="26"/>
                      <a:pt x="50" y="32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35" y="152"/>
                      <a:pt x="35" y="152"/>
                      <a:pt x="35" y="152"/>
                    </a:cubicBezTo>
                    <a:cubicBezTo>
                      <a:pt x="32" y="150"/>
                      <a:pt x="32" y="150"/>
                      <a:pt x="32" y="150"/>
                    </a:cubicBezTo>
                    <a:cubicBezTo>
                      <a:pt x="31" y="166"/>
                      <a:pt x="31" y="181"/>
                      <a:pt x="31" y="196"/>
                    </a:cubicBezTo>
                    <a:cubicBezTo>
                      <a:pt x="20" y="228"/>
                      <a:pt x="20" y="228"/>
                      <a:pt x="20" y="228"/>
                    </a:cubicBezTo>
                    <a:cubicBezTo>
                      <a:pt x="17" y="228"/>
                      <a:pt x="17" y="228"/>
                      <a:pt x="17" y="228"/>
                    </a:cubicBezTo>
                    <a:cubicBezTo>
                      <a:pt x="17" y="223"/>
                      <a:pt x="17" y="223"/>
                      <a:pt x="17" y="223"/>
                    </a:cubicBezTo>
                    <a:cubicBezTo>
                      <a:pt x="17" y="229"/>
                      <a:pt x="17" y="236"/>
                      <a:pt x="18" y="242"/>
                    </a:cubicBezTo>
                    <a:cubicBezTo>
                      <a:pt x="18" y="247"/>
                      <a:pt x="19" y="251"/>
                      <a:pt x="20" y="256"/>
                    </a:cubicBezTo>
                    <a:cubicBezTo>
                      <a:pt x="17" y="262"/>
                      <a:pt x="16" y="267"/>
                      <a:pt x="14" y="273"/>
                    </a:cubicBezTo>
                    <a:cubicBezTo>
                      <a:pt x="14" y="276"/>
                      <a:pt x="14" y="279"/>
                      <a:pt x="14" y="282"/>
                    </a:cubicBezTo>
                    <a:cubicBezTo>
                      <a:pt x="18" y="282"/>
                      <a:pt x="18" y="282"/>
                      <a:pt x="18" y="282"/>
                    </a:cubicBezTo>
                    <a:cubicBezTo>
                      <a:pt x="19" y="277"/>
                      <a:pt x="19" y="277"/>
                      <a:pt x="19" y="277"/>
                    </a:cubicBezTo>
                    <a:cubicBezTo>
                      <a:pt x="23" y="280"/>
                      <a:pt x="23" y="280"/>
                      <a:pt x="23" y="280"/>
                    </a:cubicBezTo>
                    <a:cubicBezTo>
                      <a:pt x="22" y="290"/>
                      <a:pt x="20" y="300"/>
                      <a:pt x="18" y="309"/>
                    </a:cubicBezTo>
                    <a:cubicBezTo>
                      <a:pt x="20" y="312"/>
                      <a:pt x="20" y="312"/>
                      <a:pt x="20" y="312"/>
                    </a:cubicBezTo>
                    <a:cubicBezTo>
                      <a:pt x="19" y="319"/>
                      <a:pt x="18" y="326"/>
                      <a:pt x="17" y="332"/>
                    </a:cubicBezTo>
                    <a:cubicBezTo>
                      <a:pt x="17" y="335"/>
                      <a:pt x="16" y="337"/>
                      <a:pt x="15" y="339"/>
                    </a:cubicBezTo>
                    <a:cubicBezTo>
                      <a:pt x="10" y="342"/>
                      <a:pt x="10" y="342"/>
                      <a:pt x="10" y="342"/>
                    </a:cubicBezTo>
                    <a:cubicBezTo>
                      <a:pt x="7" y="341"/>
                      <a:pt x="7" y="341"/>
                      <a:pt x="7" y="341"/>
                    </a:cubicBezTo>
                    <a:cubicBezTo>
                      <a:pt x="10" y="338"/>
                      <a:pt x="10" y="338"/>
                      <a:pt x="10" y="338"/>
                    </a:cubicBezTo>
                    <a:cubicBezTo>
                      <a:pt x="9" y="336"/>
                      <a:pt x="9" y="336"/>
                      <a:pt x="9" y="336"/>
                    </a:cubicBezTo>
                    <a:cubicBezTo>
                      <a:pt x="4" y="335"/>
                      <a:pt x="4" y="335"/>
                      <a:pt x="4" y="335"/>
                    </a:cubicBezTo>
                    <a:cubicBezTo>
                      <a:pt x="3" y="339"/>
                      <a:pt x="2" y="343"/>
                      <a:pt x="1" y="347"/>
                    </a:cubicBezTo>
                    <a:cubicBezTo>
                      <a:pt x="0" y="348"/>
                      <a:pt x="0" y="350"/>
                      <a:pt x="0" y="352"/>
                    </a:cubicBezTo>
                    <a:cubicBezTo>
                      <a:pt x="3" y="351"/>
                      <a:pt x="3" y="351"/>
                      <a:pt x="3" y="351"/>
                    </a:cubicBezTo>
                    <a:cubicBezTo>
                      <a:pt x="5" y="347"/>
                      <a:pt x="5" y="347"/>
                      <a:pt x="5" y="347"/>
                    </a:cubicBezTo>
                    <a:cubicBezTo>
                      <a:pt x="9" y="349"/>
                      <a:pt x="9" y="349"/>
                      <a:pt x="9" y="349"/>
                    </a:cubicBezTo>
                    <a:cubicBezTo>
                      <a:pt x="13" y="348"/>
                      <a:pt x="13" y="348"/>
                      <a:pt x="13" y="348"/>
                    </a:cubicBezTo>
                    <a:cubicBezTo>
                      <a:pt x="10" y="356"/>
                      <a:pt x="10" y="356"/>
                      <a:pt x="10" y="356"/>
                    </a:cubicBezTo>
                    <a:cubicBezTo>
                      <a:pt x="12" y="361"/>
                      <a:pt x="12" y="361"/>
                      <a:pt x="12" y="361"/>
                    </a:cubicBezTo>
                    <a:cubicBezTo>
                      <a:pt x="9" y="364"/>
                      <a:pt x="9" y="364"/>
                      <a:pt x="9" y="364"/>
                    </a:cubicBezTo>
                    <a:cubicBezTo>
                      <a:pt x="12" y="368"/>
                      <a:pt x="12" y="368"/>
                      <a:pt x="12" y="368"/>
                    </a:cubicBezTo>
                    <a:cubicBezTo>
                      <a:pt x="11" y="373"/>
                      <a:pt x="11" y="373"/>
                      <a:pt x="11" y="373"/>
                    </a:cubicBezTo>
                    <a:cubicBezTo>
                      <a:pt x="6" y="371"/>
                      <a:pt x="6" y="371"/>
                      <a:pt x="6" y="371"/>
                    </a:cubicBezTo>
                    <a:cubicBezTo>
                      <a:pt x="3" y="376"/>
                      <a:pt x="3" y="376"/>
                      <a:pt x="3" y="376"/>
                    </a:cubicBezTo>
                    <a:cubicBezTo>
                      <a:pt x="6" y="386"/>
                      <a:pt x="6" y="386"/>
                      <a:pt x="6" y="386"/>
                    </a:cubicBezTo>
                    <a:cubicBezTo>
                      <a:pt x="12" y="381"/>
                      <a:pt x="12" y="381"/>
                      <a:pt x="12" y="381"/>
                    </a:cubicBezTo>
                    <a:cubicBezTo>
                      <a:pt x="13" y="385"/>
                      <a:pt x="13" y="385"/>
                      <a:pt x="13" y="385"/>
                    </a:cubicBezTo>
                    <a:cubicBezTo>
                      <a:pt x="11" y="389"/>
                      <a:pt x="11" y="389"/>
                      <a:pt x="11" y="389"/>
                    </a:cubicBezTo>
                    <a:cubicBezTo>
                      <a:pt x="13" y="393"/>
                      <a:pt x="15" y="398"/>
                      <a:pt x="17" y="403"/>
                    </a:cubicBezTo>
                    <a:cubicBezTo>
                      <a:pt x="17" y="411"/>
                      <a:pt x="17" y="411"/>
                      <a:pt x="17" y="411"/>
                    </a:cubicBezTo>
                    <a:cubicBezTo>
                      <a:pt x="21" y="416"/>
                      <a:pt x="21" y="416"/>
                      <a:pt x="21" y="416"/>
                    </a:cubicBezTo>
                    <a:cubicBezTo>
                      <a:pt x="20" y="420"/>
                      <a:pt x="20" y="420"/>
                      <a:pt x="20" y="420"/>
                    </a:cubicBezTo>
                    <a:cubicBezTo>
                      <a:pt x="25" y="418"/>
                      <a:pt x="25" y="418"/>
                      <a:pt x="25" y="418"/>
                    </a:cubicBezTo>
                    <a:cubicBezTo>
                      <a:pt x="27" y="420"/>
                      <a:pt x="27" y="420"/>
                      <a:pt x="27" y="420"/>
                    </a:cubicBezTo>
                    <a:cubicBezTo>
                      <a:pt x="21" y="424"/>
                      <a:pt x="21" y="424"/>
                      <a:pt x="21" y="424"/>
                    </a:cubicBezTo>
                    <a:cubicBezTo>
                      <a:pt x="25" y="430"/>
                      <a:pt x="25" y="430"/>
                      <a:pt x="25" y="430"/>
                    </a:cubicBezTo>
                    <a:cubicBezTo>
                      <a:pt x="25" y="429"/>
                      <a:pt x="25" y="428"/>
                      <a:pt x="26" y="428"/>
                    </a:cubicBezTo>
                    <a:cubicBezTo>
                      <a:pt x="27" y="425"/>
                      <a:pt x="28" y="423"/>
                      <a:pt x="29" y="421"/>
                    </a:cubicBezTo>
                    <a:cubicBezTo>
                      <a:pt x="32" y="424"/>
                      <a:pt x="32" y="424"/>
                      <a:pt x="32" y="424"/>
                    </a:cubicBezTo>
                    <a:cubicBezTo>
                      <a:pt x="29" y="429"/>
                      <a:pt x="29" y="429"/>
                      <a:pt x="29" y="429"/>
                    </a:cubicBezTo>
                    <a:cubicBezTo>
                      <a:pt x="29" y="432"/>
                      <a:pt x="29" y="432"/>
                      <a:pt x="29" y="432"/>
                    </a:cubicBezTo>
                    <a:cubicBezTo>
                      <a:pt x="37" y="433"/>
                      <a:pt x="37" y="433"/>
                      <a:pt x="37" y="433"/>
                    </a:cubicBezTo>
                    <a:cubicBezTo>
                      <a:pt x="38" y="419"/>
                      <a:pt x="38" y="419"/>
                      <a:pt x="38" y="419"/>
                    </a:cubicBezTo>
                    <a:cubicBezTo>
                      <a:pt x="43" y="416"/>
                      <a:pt x="43" y="416"/>
                      <a:pt x="43" y="416"/>
                    </a:cubicBezTo>
                    <a:cubicBezTo>
                      <a:pt x="38" y="410"/>
                      <a:pt x="38" y="410"/>
                      <a:pt x="38" y="410"/>
                    </a:cubicBezTo>
                    <a:lnTo>
                      <a:pt x="32" y="39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3" name="Google Shape;649;p50">
                <a:extLst>
                  <a:ext uri="{FF2B5EF4-FFF2-40B4-BE49-F238E27FC236}">
                    <a16:creationId xmlns:a16="http://schemas.microsoft.com/office/drawing/2014/main" id="{17067D2A-6231-438A-B108-6B3BB19A9572}"/>
                  </a:ext>
                </a:extLst>
              </p:cNvPr>
              <p:cNvSpPr/>
              <p:nvPr/>
            </p:nvSpPr>
            <p:spPr>
              <a:xfrm>
                <a:off x="2474912" y="5688013"/>
                <a:ext cx="66675" cy="84137"/>
              </a:xfrm>
              <a:custGeom>
                <a:avLst/>
                <a:gdLst/>
                <a:ahLst/>
                <a:cxnLst/>
                <a:rect l="l" t="t" r="r" b="b"/>
                <a:pathLst>
                  <a:path w="25" h="31" extrusionOk="0">
                    <a:moveTo>
                      <a:pt x="22" y="5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6" y="27"/>
                      <a:pt x="13" y="28"/>
                      <a:pt x="19" y="29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5" y="15"/>
                      <a:pt x="25" y="15"/>
                      <a:pt x="25" y="15"/>
                    </a:cubicBezTo>
                    <a:lnTo>
                      <a:pt x="22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06" name="Google Shape;650;p50">
              <a:extLst>
                <a:ext uri="{FF2B5EF4-FFF2-40B4-BE49-F238E27FC236}">
                  <a16:creationId xmlns:a16="http://schemas.microsoft.com/office/drawing/2014/main" id="{31A025A8-3A5D-4EB6-862E-D2AE9C075E7F}"/>
                </a:ext>
              </a:extLst>
            </p:cNvPr>
            <p:cNvSpPr/>
            <p:nvPr/>
          </p:nvSpPr>
          <p:spPr>
            <a:xfrm>
              <a:off x="2416175" y="3940175"/>
              <a:ext cx="936625" cy="1138238"/>
            </a:xfrm>
            <a:custGeom>
              <a:avLst/>
              <a:gdLst/>
              <a:ahLst/>
              <a:cxnLst/>
              <a:rect l="l" t="t" r="r" b="b"/>
              <a:pathLst>
                <a:path w="349" h="424" extrusionOk="0">
                  <a:moveTo>
                    <a:pt x="349" y="127"/>
                  </a:moveTo>
                  <a:cubicBezTo>
                    <a:pt x="347" y="118"/>
                    <a:pt x="347" y="118"/>
                    <a:pt x="347" y="118"/>
                  </a:cubicBezTo>
                  <a:cubicBezTo>
                    <a:pt x="342" y="114"/>
                    <a:pt x="342" y="114"/>
                    <a:pt x="342" y="114"/>
                  </a:cubicBezTo>
                  <a:cubicBezTo>
                    <a:pt x="323" y="106"/>
                    <a:pt x="323" y="106"/>
                    <a:pt x="323" y="106"/>
                  </a:cubicBezTo>
                  <a:cubicBezTo>
                    <a:pt x="313" y="99"/>
                    <a:pt x="313" y="99"/>
                    <a:pt x="313" y="99"/>
                  </a:cubicBezTo>
                  <a:cubicBezTo>
                    <a:pt x="304" y="89"/>
                    <a:pt x="304" y="89"/>
                    <a:pt x="304" y="89"/>
                  </a:cubicBezTo>
                  <a:cubicBezTo>
                    <a:pt x="300" y="87"/>
                    <a:pt x="300" y="87"/>
                    <a:pt x="300" y="87"/>
                  </a:cubicBezTo>
                  <a:cubicBezTo>
                    <a:pt x="293" y="88"/>
                    <a:pt x="293" y="88"/>
                    <a:pt x="293" y="88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272" y="81"/>
                    <a:pt x="272" y="81"/>
                    <a:pt x="272" y="81"/>
                  </a:cubicBezTo>
                  <a:cubicBezTo>
                    <a:pt x="270" y="81"/>
                    <a:pt x="270" y="81"/>
                    <a:pt x="270" y="81"/>
                  </a:cubicBezTo>
                  <a:cubicBezTo>
                    <a:pt x="267" y="85"/>
                    <a:pt x="267" y="85"/>
                    <a:pt x="267" y="85"/>
                  </a:cubicBezTo>
                  <a:cubicBezTo>
                    <a:pt x="266" y="76"/>
                    <a:pt x="266" y="76"/>
                    <a:pt x="266" y="76"/>
                  </a:cubicBezTo>
                  <a:cubicBezTo>
                    <a:pt x="262" y="73"/>
                    <a:pt x="262" y="73"/>
                    <a:pt x="262" y="73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36" y="66"/>
                    <a:pt x="236" y="66"/>
                    <a:pt x="236" y="66"/>
                  </a:cubicBezTo>
                  <a:cubicBezTo>
                    <a:pt x="232" y="69"/>
                    <a:pt x="232" y="69"/>
                    <a:pt x="232" y="69"/>
                  </a:cubicBezTo>
                  <a:cubicBezTo>
                    <a:pt x="224" y="75"/>
                    <a:pt x="224" y="75"/>
                    <a:pt x="224" y="75"/>
                  </a:cubicBezTo>
                  <a:cubicBezTo>
                    <a:pt x="222" y="77"/>
                    <a:pt x="222" y="77"/>
                    <a:pt x="222" y="77"/>
                  </a:cubicBezTo>
                  <a:cubicBezTo>
                    <a:pt x="217" y="76"/>
                    <a:pt x="217" y="76"/>
                    <a:pt x="217" y="76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8" y="64"/>
                    <a:pt x="228" y="64"/>
                    <a:pt x="228" y="64"/>
                  </a:cubicBezTo>
                  <a:cubicBezTo>
                    <a:pt x="227" y="59"/>
                    <a:pt x="227" y="59"/>
                    <a:pt x="227" y="59"/>
                  </a:cubicBezTo>
                  <a:cubicBezTo>
                    <a:pt x="218" y="57"/>
                    <a:pt x="218" y="57"/>
                    <a:pt x="218" y="57"/>
                  </a:cubicBezTo>
                  <a:cubicBezTo>
                    <a:pt x="215" y="58"/>
                    <a:pt x="215" y="58"/>
                    <a:pt x="215" y="58"/>
                  </a:cubicBezTo>
                  <a:cubicBezTo>
                    <a:pt x="209" y="61"/>
                    <a:pt x="209" y="61"/>
                    <a:pt x="209" y="61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04" y="54"/>
                    <a:pt x="204" y="54"/>
                    <a:pt x="204" y="54"/>
                  </a:cubicBezTo>
                  <a:cubicBezTo>
                    <a:pt x="210" y="48"/>
                    <a:pt x="210" y="48"/>
                    <a:pt x="210" y="48"/>
                  </a:cubicBezTo>
                  <a:cubicBezTo>
                    <a:pt x="212" y="41"/>
                    <a:pt x="212" y="41"/>
                    <a:pt x="212" y="41"/>
                  </a:cubicBezTo>
                  <a:cubicBezTo>
                    <a:pt x="211" y="36"/>
                    <a:pt x="211" y="36"/>
                    <a:pt x="211" y="36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0" y="11"/>
                    <a:pt x="200" y="11"/>
                    <a:pt x="200" y="11"/>
                  </a:cubicBezTo>
                  <a:cubicBezTo>
                    <a:pt x="198" y="9"/>
                    <a:pt x="198" y="9"/>
                    <a:pt x="198" y="9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84" y="32"/>
                    <a:pt x="184" y="32"/>
                    <a:pt x="184" y="32"/>
                  </a:cubicBezTo>
                  <a:cubicBezTo>
                    <a:pt x="180" y="27"/>
                    <a:pt x="180" y="27"/>
                    <a:pt x="180" y="27"/>
                  </a:cubicBezTo>
                  <a:cubicBezTo>
                    <a:pt x="167" y="28"/>
                    <a:pt x="167" y="28"/>
                    <a:pt x="167" y="28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54" y="29"/>
                    <a:pt x="154" y="29"/>
                    <a:pt x="154" y="29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5" y="42"/>
                    <a:pt x="135" y="42"/>
                    <a:pt x="135" y="42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9" y="36"/>
                    <a:pt x="129" y="36"/>
                    <a:pt x="129" y="36"/>
                  </a:cubicBezTo>
                  <a:cubicBezTo>
                    <a:pt x="128" y="35"/>
                    <a:pt x="128" y="34"/>
                    <a:pt x="127" y="33"/>
                  </a:cubicBezTo>
                  <a:cubicBezTo>
                    <a:pt x="124" y="29"/>
                    <a:pt x="124" y="29"/>
                    <a:pt x="124" y="29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2" y="11"/>
                    <a:pt x="122" y="11"/>
                    <a:pt x="122" y="11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21"/>
                    <a:pt x="85" y="22"/>
                    <a:pt x="86" y="22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9"/>
                    <a:pt x="91" y="29"/>
                    <a:pt x="91" y="29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2" y="35"/>
                    <a:pt x="82" y="35"/>
                    <a:pt x="82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6" y="40"/>
                    <a:pt x="76" y="40"/>
                    <a:pt x="76" y="40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0" y="42"/>
                    <a:pt x="70" y="42"/>
                    <a:pt x="70" y="42"/>
                  </a:cubicBezTo>
                  <a:cubicBezTo>
                    <a:pt x="66" y="37"/>
                    <a:pt x="66" y="37"/>
                    <a:pt x="66" y="37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31" y="96"/>
                    <a:pt x="31" y="96"/>
                    <a:pt x="31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6" y="110"/>
                    <a:pt x="6" y="110"/>
                    <a:pt x="6" y="110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5" y="114"/>
                    <a:pt x="5" y="114"/>
                    <a:pt x="5" y="114"/>
                  </a:cubicBezTo>
                  <a:cubicBezTo>
                    <a:pt x="1" y="120"/>
                    <a:pt x="1" y="120"/>
                    <a:pt x="1" y="12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3" y="141"/>
                    <a:pt x="3" y="141"/>
                    <a:pt x="3" y="141"/>
                  </a:cubicBezTo>
                  <a:cubicBezTo>
                    <a:pt x="3" y="147"/>
                    <a:pt x="3" y="147"/>
                    <a:pt x="3" y="147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9" y="170"/>
                    <a:pt x="29" y="170"/>
                    <a:pt x="29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8" y="168"/>
                    <a:pt x="41" y="168"/>
                    <a:pt x="44" y="167"/>
                  </a:cubicBezTo>
                  <a:cubicBezTo>
                    <a:pt x="52" y="165"/>
                    <a:pt x="60" y="163"/>
                    <a:pt x="68" y="160"/>
                  </a:cubicBezTo>
                  <a:cubicBezTo>
                    <a:pt x="79" y="161"/>
                    <a:pt x="79" y="161"/>
                    <a:pt x="79" y="161"/>
                  </a:cubicBezTo>
                  <a:cubicBezTo>
                    <a:pt x="78" y="179"/>
                    <a:pt x="78" y="179"/>
                    <a:pt x="78" y="179"/>
                  </a:cubicBezTo>
                  <a:cubicBezTo>
                    <a:pt x="82" y="185"/>
                    <a:pt x="82" y="185"/>
                    <a:pt x="82" y="185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9" y="197"/>
                    <a:pt x="109" y="197"/>
                    <a:pt x="109" y="197"/>
                  </a:cubicBezTo>
                  <a:cubicBezTo>
                    <a:pt x="116" y="199"/>
                    <a:pt x="116" y="199"/>
                    <a:pt x="116" y="199"/>
                  </a:cubicBezTo>
                  <a:cubicBezTo>
                    <a:pt x="118" y="223"/>
                    <a:pt x="118" y="223"/>
                    <a:pt x="118" y="223"/>
                  </a:cubicBezTo>
                  <a:cubicBezTo>
                    <a:pt x="135" y="225"/>
                    <a:pt x="135" y="225"/>
                    <a:pt x="135" y="225"/>
                  </a:cubicBezTo>
                  <a:cubicBezTo>
                    <a:pt x="136" y="237"/>
                    <a:pt x="136" y="237"/>
                    <a:pt x="136" y="237"/>
                  </a:cubicBezTo>
                  <a:cubicBezTo>
                    <a:pt x="141" y="242"/>
                    <a:pt x="141" y="242"/>
                    <a:pt x="141" y="242"/>
                  </a:cubicBezTo>
                  <a:cubicBezTo>
                    <a:pt x="142" y="244"/>
                    <a:pt x="142" y="244"/>
                    <a:pt x="142" y="244"/>
                  </a:cubicBezTo>
                  <a:cubicBezTo>
                    <a:pt x="144" y="254"/>
                    <a:pt x="144" y="254"/>
                    <a:pt x="144" y="254"/>
                  </a:cubicBezTo>
                  <a:cubicBezTo>
                    <a:pt x="142" y="262"/>
                    <a:pt x="142" y="262"/>
                    <a:pt x="142" y="262"/>
                  </a:cubicBezTo>
                  <a:cubicBezTo>
                    <a:pt x="142" y="263"/>
                    <a:pt x="142" y="263"/>
                    <a:pt x="142" y="263"/>
                  </a:cubicBezTo>
                  <a:cubicBezTo>
                    <a:pt x="144" y="266"/>
                    <a:pt x="144" y="266"/>
                    <a:pt x="144" y="266"/>
                  </a:cubicBezTo>
                  <a:cubicBezTo>
                    <a:pt x="140" y="269"/>
                    <a:pt x="140" y="269"/>
                    <a:pt x="140" y="269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2" y="273"/>
                    <a:pt x="143" y="276"/>
                    <a:pt x="143" y="279"/>
                  </a:cubicBezTo>
                  <a:cubicBezTo>
                    <a:pt x="144" y="282"/>
                    <a:pt x="145" y="285"/>
                    <a:pt x="145" y="288"/>
                  </a:cubicBezTo>
                  <a:cubicBezTo>
                    <a:pt x="145" y="290"/>
                    <a:pt x="145" y="290"/>
                    <a:pt x="145" y="290"/>
                  </a:cubicBezTo>
                  <a:cubicBezTo>
                    <a:pt x="157" y="290"/>
                    <a:pt x="157" y="290"/>
                    <a:pt x="157" y="290"/>
                  </a:cubicBezTo>
                  <a:cubicBezTo>
                    <a:pt x="162" y="294"/>
                    <a:pt x="162" y="294"/>
                    <a:pt x="162" y="294"/>
                  </a:cubicBezTo>
                  <a:cubicBezTo>
                    <a:pt x="164" y="312"/>
                    <a:pt x="164" y="312"/>
                    <a:pt x="164" y="312"/>
                  </a:cubicBezTo>
                  <a:cubicBezTo>
                    <a:pt x="170" y="310"/>
                    <a:pt x="170" y="310"/>
                    <a:pt x="170" y="310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1" y="330"/>
                    <a:pt x="171" y="330"/>
                    <a:pt x="171" y="330"/>
                  </a:cubicBezTo>
                  <a:cubicBezTo>
                    <a:pt x="178" y="341"/>
                    <a:pt x="178" y="341"/>
                    <a:pt x="178" y="341"/>
                  </a:cubicBezTo>
                  <a:cubicBezTo>
                    <a:pt x="177" y="353"/>
                    <a:pt x="177" y="353"/>
                    <a:pt x="177" y="353"/>
                  </a:cubicBezTo>
                  <a:cubicBezTo>
                    <a:pt x="171" y="357"/>
                    <a:pt x="159" y="367"/>
                    <a:pt x="158" y="367"/>
                  </a:cubicBezTo>
                  <a:cubicBezTo>
                    <a:pt x="142" y="383"/>
                    <a:pt x="142" y="383"/>
                    <a:pt x="142" y="383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50" y="384"/>
                    <a:pt x="150" y="384"/>
                    <a:pt x="150" y="384"/>
                  </a:cubicBezTo>
                  <a:cubicBezTo>
                    <a:pt x="151" y="384"/>
                    <a:pt x="151" y="384"/>
                    <a:pt x="151" y="384"/>
                  </a:cubicBezTo>
                  <a:cubicBezTo>
                    <a:pt x="151" y="384"/>
                    <a:pt x="151" y="384"/>
                    <a:pt x="151" y="384"/>
                  </a:cubicBezTo>
                  <a:cubicBezTo>
                    <a:pt x="158" y="388"/>
                    <a:pt x="158" y="388"/>
                    <a:pt x="158" y="388"/>
                  </a:cubicBezTo>
                  <a:cubicBezTo>
                    <a:pt x="160" y="393"/>
                    <a:pt x="160" y="393"/>
                    <a:pt x="160" y="393"/>
                  </a:cubicBezTo>
                  <a:cubicBezTo>
                    <a:pt x="163" y="391"/>
                    <a:pt x="163" y="391"/>
                    <a:pt x="163" y="391"/>
                  </a:cubicBezTo>
                  <a:cubicBezTo>
                    <a:pt x="165" y="393"/>
                    <a:pt x="165" y="393"/>
                    <a:pt x="165" y="393"/>
                  </a:cubicBezTo>
                  <a:cubicBezTo>
                    <a:pt x="176" y="403"/>
                    <a:pt x="176" y="403"/>
                    <a:pt x="176" y="403"/>
                  </a:cubicBezTo>
                  <a:cubicBezTo>
                    <a:pt x="181" y="410"/>
                    <a:pt x="181" y="410"/>
                    <a:pt x="181" y="410"/>
                  </a:cubicBezTo>
                  <a:cubicBezTo>
                    <a:pt x="179" y="418"/>
                    <a:pt x="179" y="418"/>
                    <a:pt x="179" y="418"/>
                  </a:cubicBezTo>
                  <a:cubicBezTo>
                    <a:pt x="182" y="424"/>
                    <a:pt x="182" y="424"/>
                    <a:pt x="182" y="424"/>
                  </a:cubicBezTo>
                  <a:cubicBezTo>
                    <a:pt x="190" y="411"/>
                    <a:pt x="190" y="411"/>
                    <a:pt x="190" y="411"/>
                  </a:cubicBezTo>
                  <a:cubicBezTo>
                    <a:pt x="191" y="407"/>
                    <a:pt x="191" y="407"/>
                    <a:pt x="191" y="407"/>
                  </a:cubicBezTo>
                  <a:cubicBezTo>
                    <a:pt x="189" y="402"/>
                    <a:pt x="189" y="402"/>
                    <a:pt x="189" y="402"/>
                  </a:cubicBezTo>
                  <a:cubicBezTo>
                    <a:pt x="196" y="390"/>
                    <a:pt x="196" y="390"/>
                    <a:pt x="196" y="390"/>
                  </a:cubicBezTo>
                  <a:cubicBezTo>
                    <a:pt x="203" y="383"/>
                    <a:pt x="203" y="383"/>
                    <a:pt x="203" y="383"/>
                  </a:cubicBezTo>
                  <a:cubicBezTo>
                    <a:pt x="206" y="384"/>
                    <a:pt x="206" y="384"/>
                    <a:pt x="206" y="384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199" y="396"/>
                    <a:pt x="199" y="396"/>
                    <a:pt x="199" y="396"/>
                  </a:cubicBezTo>
                  <a:cubicBezTo>
                    <a:pt x="194" y="402"/>
                    <a:pt x="193" y="405"/>
                    <a:pt x="193" y="404"/>
                  </a:cubicBezTo>
                  <a:cubicBezTo>
                    <a:pt x="201" y="396"/>
                    <a:pt x="201" y="396"/>
                    <a:pt x="201" y="396"/>
                  </a:cubicBezTo>
                  <a:cubicBezTo>
                    <a:pt x="220" y="362"/>
                    <a:pt x="220" y="362"/>
                    <a:pt x="220" y="362"/>
                  </a:cubicBezTo>
                  <a:cubicBezTo>
                    <a:pt x="219" y="356"/>
                    <a:pt x="219" y="356"/>
                    <a:pt x="219" y="356"/>
                  </a:cubicBezTo>
                  <a:cubicBezTo>
                    <a:pt x="220" y="338"/>
                    <a:pt x="220" y="338"/>
                    <a:pt x="220" y="338"/>
                  </a:cubicBezTo>
                  <a:cubicBezTo>
                    <a:pt x="222" y="333"/>
                    <a:pt x="222" y="333"/>
                    <a:pt x="222" y="333"/>
                  </a:cubicBezTo>
                  <a:cubicBezTo>
                    <a:pt x="246" y="315"/>
                    <a:pt x="246" y="315"/>
                    <a:pt x="246" y="315"/>
                  </a:cubicBezTo>
                  <a:cubicBezTo>
                    <a:pt x="251" y="315"/>
                    <a:pt x="251" y="315"/>
                    <a:pt x="251" y="315"/>
                  </a:cubicBezTo>
                  <a:cubicBezTo>
                    <a:pt x="258" y="308"/>
                    <a:pt x="258" y="308"/>
                    <a:pt x="258" y="308"/>
                  </a:cubicBezTo>
                  <a:cubicBezTo>
                    <a:pt x="256" y="306"/>
                    <a:pt x="256" y="306"/>
                    <a:pt x="256" y="306"/>
                  </a:cubicBezTo>
                  <a:cubicBezTo>
                    <a:pt x="260" y="303"/>
                    <a:pt x="260" y="303"/>
                    <a:pt x="260" y="303"/>
                  </a:cubicBezTo>
                  <a:cubicBezTo>
                    <a:pt x="263" y="303"/>
                    <a:pt x="263" y="303"/>
                    <a:pt x="263" y="303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70" y="304"/>
                    <a:pt x="270" y="304"/>
                    <a:pt x="270" y="304"/>
                  </a:cubicBezTo>
                  <a:cubicBezTo>
                    <a:pt x="278" y="305"/>
                    <a:pt x="278" y="305"/>
                    <a:pt x="278" y="305"/>
                  </a:cubicBezTo>
                  <a:cubicBezTo>
                    <a:pt x="280" y="302"/>
                    <a:pt x="280" y="302"/>
                    <a:pt x="280" y="302"/>
                  </a:cubicBezTo>
                  <a:cubicBezTo>
                    <a:pt x="281" y="297"/>
                    <a:pt x="281" y="297"/>
                    <a:pt x="281" y="297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85"/>
                    <a:pt x="288" y="285"/>
                    <a:pt x="288" y="285"/>
                  </a:cubicBezTo>
                  <a:cubicBezTo>
                    <a:pt x="292" y="279"/>
                    <a:pt x="292" y="279"/>
                    <a:pt x="292" y="279"/>
                  </a:cubicBezTo>
                  <a:cubicBezTo>
                    <a:pt x="293" y="271"/>
                    <a:pt x="293" y="271"/>
                    <a:pt x="293" y="271"/>
                  </a:cubicBezTo>
                  <a:cubicBezTo>
                    <a:pt x="298" y="264"/>
                    <a:pt x="298" y="264"/>
                    <a:pt x="298" y="264"/>
                  </a:cubicBezTo>
                  <a:cubicBezTo>
                    <a:pt x="299" y="257"/>
                    <a:pt x="299" y="257"/>
                    <a:pt x="299" y="257"/>
                  </a:cubicBezTo>
                  <a:cubicBezTo>
                    <a:pt x="306" y="249"/>
                    <a:pt x="306" y="249"/>
                    <a:pt x="306" y="249"/>
                  </a:cubicBezTo>
                  <a:cubicBezTo>
                    <a:pt x="304" y="239"/>
                    <a:pt x="304" y="239"/>
                    <a:pt x="304" y="239"/>
                  </a:cubicBezTo>
                  <a:cubicBezTo>
                    <a:pt x="308" y="234"/>
                    <a:pt x="308" y="234"/>
                    <a:pt x="308" y="234"/>
                  </a:cubicBezTo>
                  <a:cubicBezTo>
                    <a:pt x="307" y="229"/>
                    <a:pt x="307" y="229"/>
                    <a:pt x="307" y="229"/>
                  </a:cubicBezTo>
                  <a:cubicBezTo>
                    <a:pt x="306" y="223"/>
                    <a:pt x="306" y="223"/>
                    <a:pt x="306" y="223"/>
                  </a:cubicBezTo>
                  <a:cubicBezTo>
                    <a:pt x="309" y="217"/>
                    <a:pt x="309" y="217"/>
                    <a:pt x="309" y="217"/>
                  </a:cubicBezTo>
                  <a:cubicBezTo>
                    <a:pt x="309" y="204"/>
                    <a:pt x="309" y="204"/>
                    <a:pt x="309" y="204"/>
                  </a:cubicBezTo>
                  <a:cubicBezTo>
                    <a:pt x="309" y="203"/>
                    <a:pt x="310" y="200"/>
                    <a:pt x="312" y="194"/>
                  </a:cubicBezTo>
                  <a:cubicBezTo>
                    <a:pt x="314" y="194"/>
                    <a:pt x="314" y="194"/>
                    <a:pt x="314" y="194"/>
                  </a:cubicBezTo>
                  <a:cubicBezTo>
                    <a:pt x="315" y="197"/>
                    <a:pt x="315" y="197"/>
                    <a:pt x="315" y="197"/>
                  </a:cubicBezTo>
                  <a:cubicBezTo>
                    <a:pt x="317" y="192"/>
                    <a:pt x="317" y="192"/>
                    <a:pt x="317" y="192"/>
                  </a:cubicBezTo>
                  <a:cubicBezTo>
                    <a:pt x="330" y="170"/>
                    <a:pt x="330" y="170"/>
                    <a:pt x="330" y="170"/>
                  </a:cubicBezTo>
                  <a:cubicBezTo>
                    <a:pt x="337" y="163"/>
                    <a:pt x="337" y="163"/>
                    <a:pt x="337" y="163"/>
                  </a:cubicBezTo>
                  <a:cubicBezTo>
                    <a:pt x="344" y="153"/>
                    <a:pt x="344" y="153"/>
                    <a:pt x="344" y="153"/>
                  </a:cubicBezTo>
                  <a:cubicBezTo>
                    <a:pt x="349" y="139"/>
                    <a:pt x="349" y="139"/>
                    <a:pt x="349" y="139"/>
                  </a:cubicBezTo>
                  <a:cubicBezTo>
                    <a:pt x="347" y="139"/>
                    <a:pt x="347" y="139"/>
                    <a:pt x="347" y="139"/>
                  </a:cubicBezTo>
                  <a:lnTo>
                    <a:pt x="349" y="12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7" name="Google Shape;651;p50">
              <a:extLst>
                <a:ext uri="{FF2B5EF4-FFF2-40B4-BE49-F238E27FC236}">
                  <a16:creationId xmlns:a16="http://schemas.microsoft.com/office/drawing/2014/main" id="{E90E4FF8-A181-4838-B2DC-3F98E7BB2718}"/>
                </a:ext>
              </a:extLst>
            </p:cNvPr>
            <p:cNvSpPr/>
            <p:nvPr/>
          </p:nvSpPr>
          <p:spPr>
            <a:xfrm>
              <a:off x="2508250" y="4370388"/>
              <a:ext cx="295275" cy="376238"/>
            </a:xfrm>
            <a:custGeom>
              <a:avLst/>
              <a:gdLst/>
              <a:ahLst/>
              <a:cxnLst/>
              <a:rect l="l" t="t" r="r" b="b"/>
              <a:pathLst>
                <a:path w="110" h="140" extrusionOk="0">
                  <a:moveTo>
                    <a:pt x="4" y="43"/>
                  </a:moveTo>
                  <a:cubicBezTo>
                    <a:pt x="4" y="64"/>
                    <a:pt x="4" y="64"/>
                    <a:pt x="4" y="64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4" y="78"/>
                    <a:pt x="9" y="89"/>
                    <a:pt x="13" y="99"/>
                  </a:cubicBezTo>
                  <a:cubicBezTo>
                    <a:pt x="21" y="134"/>
                    <a:pt x="21" y="134"/>
                    <a:pt x="21" y="134"/>
                  </a:cubicBezTo>
                  <a:cubicBezTo>
                    <a:pt x="27" y="139"/>
                    <a:pt x="27" y="139"/>
                    <a:pt x="27" y="13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47" y="129"/>
                    <a:pt x="47" y="129"/>
                    <a:pt x="47" y="129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8" y="134"/>
                    <a:pt x="68" y="134"/>
                    <a:pt x="68" y="134"/>
                  </a:cubicBezTo>
                  <a:cubicBezTo>
                    <a:pt x="68" y="129"/>
                    <a:pt x="69" y="123"/>
                    <a:pt x="70" y="118"/>
                  </a:cubicBezTo>
                  <a:cubicBezTo>
                    <a:pt x="71" y="115"/>
                    <a:pt x="72" y="112"/>
                    <a:pt x="73" y="109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106" y="109"/>
                    <a:pt x="106" y="109"/>
                    <a:pt x="106" y="109"/>
                  </a:cubicBezTo>
                  <a:cubicBezTo>
                    <a:pt x="110" y="106"/>
                    <a:pt x="110" y="106"/>
                    <a:pt x="110" y="106"/>
                  </a:cubicBezTo>
                  <a:cubicBezTo>
                    <a:pt x="108" y="103"/>
                    <a:pt x="108" y="103"/>
                    <a:pt x="108" y="103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107" y="82"/>
                    <a:pt x="107" y="82"/>
                    <a:pt x="107" y="82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01" y="65"/>
                    <a:pt x="101" y="65"/>
                    <a:pt x="101" y="65"/>
                  </a:cubicBezTo>
                  <a:cubicBezTo>
                    <a:pt x="84" y="63"/>
                    <a:pt x="84" y="63"/>
                    <a:pt x="84" y="63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3"/>
                    <a:pt x="18" y="5"/>
                    <a:pt x="10" y="7"/>
                  </a:cubicBezTo>
                  <a:cubicBezTo>
                    <a:pt x="7" y="8"/>
                    <a:pt x="4" y="8"/>
                    <a:pt x="1" y="9"/>
                  </a:cubicBezTo>
                  <a:cubicBezTo>
                    <a:pt x="9" y="28"/>
                    <a:pt x="9" y="28"/>
                    <a:pt x="9" y="28"/>
                  </a:cubicBezTo>
                  <a:lnTo>
                    <a:pt x="4" y="43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08" name="Google Shape;652;p50">
              <a:extLst>
                <a:ext uri="{FF2B5EF4-FFF2-40B4-BE49-F238E27FC236}">
                  <a16:creationId xmlns:a16="http://schemas.microsoft.com/office/drawing/2014/main" id="{2CC95F0E-9F6D-4C4E-8994-81CEC0FAB849}"/>
                </a:ext>
              </a:extLst>
            </p:cNvPr>
            <p:cNvGrpSpPr/>
            <p:nvPr/>
          </p:nvGrpSpPr>
          <p:grpSpPr>
            <a:xfrm>
              <a:off x="2427288" y="4713289"/>
              <a:ext cx="466726" cy="1087438"/>
              <a:chOff x="2427287" y="4713288"/>
              <a:chExt cx="466725" cy="1087437"/>
            </a:xfrm>
            <a:grpFill/>
          </p:grpSpPr>
          <p:sp>
            <p:nvSpPr>
              <p:cNvPr id="260" name="Google Shape;653;p50">
                <a:extLst>
                  <a:ext uri="{FF2B5EF4-FFF2-40B4-BE49-F238E27FC236}">
                    <a16:creationId xmlns:a16="http://schemas.microsoft.com/office/drawing/2014/main" id="{7578ADDB-AED3-4883-AA16-E4F3C61D364A}"/>
                  </a:ext>
                </a:extLst>
              </p:cNvPr>
              <p:cNvSpPr/>
              <p:nvPr/>
            </p:nvSpPr>
            <p:spPr>
              <a:xfrm>
                <a:off x="2427287" y="4713288"/>
                <a:ext cx="466725" cy="973137"/>
              </a:xfrm>
              <a:custGeom>
                <a:avLst/>
                <a:gdLst/>
                <a:ahLst/>
                <a:cxnLst/>
                <a:rect l="l" t="t" r="r" b="b"/>
                <a:pathLst>
                  <a:path w="174" h="362" extrusionOk="0">
                    <a:moveTo>
                      <a:pt x="132" y="127"/>
                    </a:moveTo>
                    <a:cubicBezTo>
                      <a:pt x="132" y="125"/>
                      <a:pt x="132" y="125"/>
                      <a:pt x="132" y="125"/>
                    </a:cubicBezTo>
                    <a:cubicBezTo>
                      <a:pt x="132" y="105"/>
                      <a:pt x="132" y="105"/>
                      <a:pt x="132" y="105"/>
                    </a:cubicBezTo>
                    <a:cubicBezTo>
                      <a:pt x="138" y="95"/>
                      <a:pt x="138" y="95"/>
                      <a:pt x="138" y="95"/>
                    </a:cubicBezTo>
                    <a:cubicBezTo>
                      <a:pt x="138" y="95"/>
                      <a:pt x="154" y="79"/>
                      <a:pt x="154" y="79"/>
                    </a:cubicBezTo>
                    <a:cubicBezTo>
                      <a:pt x="173" y="65"/>
                      <a:pt x="173" y="65"/>
                      <a:pt x="173" y="65"/>
                    </a:cubicBezTo>
                    <a:cubicBezTo>
                      <a:pt x="174" y="53"/>
                      <a:pt x="174" y="53"/>
                      <a:pt x="174" y="53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164" y="54"/>
                      <a:pt x="164" y="54"/>
                      <a:pt x="164" y="54"/>
                    </a:cubicBezTo>
                    <a:cubicBezTo>
                      <a:pt x="155" y="57"/>
                      <a:pt x="144" y="59"/>
                      <a:pt x="135" y="62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98" y="6"/>
                      <a:pt x="98" y="6"/>
                      <a:pt x="98" y="6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82" y="12"/>
                      <a:pt x="82" y="12"/>
                      <a:pt x="82" y="12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63" y="1"/>
                      <a:pt x="63" y="1"/>
                      <a:pt x="63" y="1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43" y="42"/>
                      <a:pt x="43" y="42"/>
                      <a:pt x="43" y="4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23" y="105"/>
                      <a:pt x="23" y="105"/>
                      <a:pt x="23" y="105"/>
                    </a:cubicBezTo>
                    <a:cubicBezTo>
                      <a:pt x="29" y="130"/>
                      <a:pt x="29" y="130"/>
                      <a:pt x="29" y="130"/>
                    </a:cubicBezTo>
                    <a:cubicBezTo>
                      <a:pt x="19" y="169"/>
                      <a:pt x="19" y="169"/>
                      <a:pt x="19" y="169"/>
                    </a:cubicBezTo>
                    <a:cubicBezTo>
                      <a:pt x="20" y="176"/>
                      <a:pt x="20" y="176"/>
                      <a:pt x="20" y="176"/>
                    </a:cubicBezTo>
                    <a:cubicBezTo>
                      <a:pt x="14" y="198"/>
                      <a:pt x="14" y="198"/>
                      <a:pt x="14" y="198"/>
                    </a:cubicBezTo>
                    <a:cubicBezTo>
                      <a:pt x="14" y="204"/>
                      <a:pt x="14" y="204"/>
                      <a:pt x="14" y="204"/>
                    </a:cubicBezTo>
                    <a:cubicBezTo>
                      <a:pt x="11" y="210"/>
                      <a:pt x="11" y="210"/>
                      <a:pt x="11" y="210"/>
                    </a:cubicBezTo>
                    <a:cubicBezTo>
                      <a:pt x="10" y="245"/>
                      <a:pt x="10" y="245"/>
                      <a:pt x="10" y="245"/>
                    </a:cubicBezTo>
                    <a:cubicBezTo>
                      <a:pt x="14" y="254"/>
                      <a:pt x="14" y="254"/>
                      <a:pt x="14" y="254"/>
                    </a:cubicBezTo>
                    <a:cubicBezTo>
                      <a:pt x="12" y="271"/>
                      <a:pt x="12" y="271"/>
                      <a:pt x="12" y="271"/>
                    </a:cubicBezTo>
                    <a:cubicBezTo>
                      <a:pt x="5" y="278"/>
                      <a:pt x="5" y="278"/>
                      <a:pt x="5" y="278"/>
                    </a:cubicBezTo>
                    <a:cubicBezTo>
                      <a:pt x="0" y="295"/>
                      <a:pt x="0" y="295"/>
                      <a:pt x="0" y="295"/>
                    </a:cubicBezTo>
                    <a:cubicBezTo>
                      <a:pt x="4" y="307"/>
                      <a:pt x="4" y="307"/>
                      <a:pt x="4" y="307"/>
                    </a:cubicBezTo>
                    <a:cubicBezTo>
                      <a:pt x="6" y="314"/>
                      <a:pt x="6" y="314"/>
                      <a:pt x="6" y="314"/>
                    </a:cubicBezTo>
                    <a:cubicBezTo>
                      <a:pt x="6" y="316"/>
                      <a:pt x="6" y="316"/>
                      <a:pt x="6" y="316"/>
                    </a:cubicBezTo>
                    <a:cubicBezTo>
                      <a:pt x="5" y="323"/>
                      <a:pt x="5" y="323"/>
                      <a:pt x="5" y="323"/>
                    </a:cubicBezTo>
                    <a:cubicBezTo>
                      <a:pt x="3" y="334"/>
                      <a:pt x="3" y="334"/>
                      <a:pt x="3" y="334"/>
                    </a:cubicBezTo>
                    <a:cubicBezTo>
                      <a:pt x="5" y="343"/>
                      <a:pt x="5" y="343"/>
                      <a:pt x="5" y="343"/>
                    </a:cubicBezTo>
                    <a:cubicBezTo>
                      <a:pt x="11" y="343"/>
                      <a:pt x="11" y="343"/>
                      <a:pt x="11" y="343"/>
                    </a:cubicBezTo>
                    <a:cubicBezTo>
                      <a:pt x="17" y="354"/>
                      <a:pt x="17" y="354"/>
                      <a:pt x="17" y="354"/>
                    </a:cubicBezTo>
                    <a:cubicBezTo>
                      <a:pt x="20" y="358"/>
                      <a:pt x="20" y="358"/>
                      <a:pt x="20" y="358"/>
                    </a:cubicBezTo>
                    <a:cubicBezTo>
                      <a:pt x="22" y="360"/>
                      <a:pt x="22" y="360"/>
                      <a:pt x="22" y="360"/>
                    </a:cubicBezTo>
                    <a:cubicBezTo>
                      <a:pt x="25" y="358"/>
                      <a:pt x="25" y="358"/>
                      <a:pt x="25" y="358"/>
                    </a:cubicBezTo>
                    <a:cubicBezTo>
                      <a:pt x="25" y="362"/>
                      <a:pt x="25" y="362"/>
                      <a:pt x="25" y="362"/>
                    </a:cubicBezTo>
                    <a:cubicBezTo>
                      <a:pt x="28" y="362"/>
                      <a:pt x="28" y="362"/>
                      <a:pt x="28" y="362"/>
                    </a:cubicBezTo>
                    <a:cubicBezTo>
                      <a:pt x="31" y="356"/>
                      <a:pt x="31" y="356"/>
                      <a:pt x="31" y="356"/>
                    </a:cubicBezTo>
                    <a:cubicBezTo>
                      <a:pt x="35" y="356"/>
                      <a:pt x="35" y="356"/>
                      <a:pt x="35" y="356"/>
                    </a:cubicBezTo>
                    <a:cubicBezTo>
                      <a:pt x="38" y="360"/>
                      <a:pt x="38" y="360"/>
                      <a:pt x="38" y="360"/>
                    </a:cubicBezTo>
                    <a:cubicBezTo>
                      <a:pt x="42" y="359"/>
                      <a:pt x="42" y="359"/>
                      <a:pt x="42" y="359"/>
                    </a:cubicBezTo>
                    <a:cubicBezTo>
                      <a:pt x="38" y="350"/>
                      <a:pt x="38" y="350"/>
                      <a:pt x="38" y="350"/>
                    </a:cubicBezTo>
                    <a:cubicBezTo>
                      <a:pt x="40" y="335"/>
                      <a:pt x="40" y="335"/>
                      <a:pt x="40" y="335"/>
                    </a:cubicBezTo>
                    <a:cubicBezTo>
                      <a:pt x="42" y="330"/>
                      <a:pt x="42" y="330"/>
                      <a:pt x="42" y="330"/>
                    </a:cubicBezTo>
                    <a:cubicBezTo>
                      <a:pt x="47" y="331"/>
                      <a:pt x="47" y="331"/>
                      <a:pt x="47" y="331"/>
                    </a:cubicBezTo>
                    <a:cubicBezTo>
                      <a:pt x="49" y="326"/>
                      <a:pt x="49" y="326"/>
                      <a:pt x="49" y="326"/>
                    </a:cubicBezTo>
                    <a:cubicBezTo>
                      <a:pt x="49" y="320"/>
                      <a:pt x="49" y="320"/>
                      <a:pt x="49" y="320"/>
                    </a:cubicBezTo>
                    <a:cubicBezTo>
                      <a:pt x="58" y="310"/>
                      <a:pt x="58" y="310"/>
                      <a:pt x="58" y="310"/>
                    </a:cubicBezTo>
                    <a:cubicBezTo>
                      <a:pt x="66" y="308"/>
                      <a:pt x="66" y="308"/>
                      <a:pt x="66" y="308"/>
                    </a:cubicBezTo>
                    <a:cubicBezTo>
                      <a:pt x="66" y="305"/>
                      <a:pt x="66" y="305"/>
                      <a:pt x="66" y="305"/>
                    </a:cubicBezTo>
                    <a:cubicBezTo>
                      <a:pt x="64" y="303"/>
                      <a:pt x="64" y="303"/>
                      <a:pt x="64" y="303"/>
                    </a:cubicBezTo>
                    <a:cubicBezTo>
                      <a:pt x="66" y="299"/>
                      <a:pt x="66" y="299"/>
                      <a:pt x="66" y="299"/>
                    </a:cubicBezTo>
                    <a:cubicBezTo>
                      <a:pt x="66" y="294"/>
                      <a:pt x="66" y="294"/>
                      <a:pt x="66" y="294"/>
                    </a:cubicBezTo>
                    <a:cubicBezTo>
                      <a:pt x="59" y="293"/>
                      <a:pt x="59" y="293"/>
                      <a:pt x="59" y="293"/>
                    </a:cubicBezTo>
                    <a:cubicBezTo>
                      <a:pt x="54" y="288"/>
                      <a:pt x="54" y="288"/>
                      <a:pt x="54" y="288"/>
                    </a:cubicBezTo>
                    <a:cubicBezTo>
                      <a:pt x="56" y="279"/>
                      <a:pt x="56" y="279"/>
                      <a:pt x="56" y="279"/>
                    </a:cubicBezTo>
                    <a:cubicBezTo>
                      <a:pt x="67" y="271"/>
                      <a:pt x="67" y="271"/>
                      <a:pt x="67" y="271"/>
                    </a:cubicBezTo>
                    <a:cubicBezTo>
                      <a:pt x="64" y="270"/>
                      <a:pt x="64" y="270"/>
                      <a:pt x="64" y="270"/>
                    </a:cubicBezTo>
                    <a:cubicBezTo>
                      <a:pt x="65" y="267"/>
                      <a:pt x="65" y="267"/>
                      <a:pt x="65" y="267"/>
                    </a:cubicBezTo>
                    <a:cubicBezTo>
                      <a:pt x="69" y="261"/>
                      <a:pt x="69" y="261"/>
                      <a:pt x="69" y="261"/>
                    </a:cubicBezTo>
                    <a:cubicBezTo>
                      <a:pt x="69" y="251"/>
                      <a:pt x="69" y="251"/>
                      <a:pt x="69" y="251"/>
                    </a:cubicBezTo>
                    <a:cubicBezTo>
                      <a:pt x="79" y="243"/>
                      <a:pt x="79" y="243"/>
                      <a:pt x="79" y="243"/>
                    </a:cubicBezTo>
                    <a:cubicBezTo>
                      <a:pt x="74" y="242"/>
                      <a:pt x="74" y="242"/>
                      <a:pt x="74" y="242"/>
                    </a:cubicBezTo>
                    <a:cubicBezTo>
                      <a:pt x="74" y="238"/>
                      <a:pt x="74" y="238"/>
                      <a:pt x="74" y="238"/>
                    </a:cubicBezTo>
                    <a:cubicBezTo>
                      <a:pt x="78" y="236"/>
                      <a:pt x="78" y="236"/>
                      <a:pt x="78" y="236"/>
                    </a:cubicBezTo>
                    <a:cubicBezTo>
                      <a:pt x="80" y="239"/>
                      <a:pt x="80" y="239"/>
                      <a:pt x="80" y="239"/>
                    </a:cubicBezTo>
                    <a:cubicBezTo>
                      <a:pt x="83" y="239"/>
                      <a:pt x="83" y="239"/>
                      <a:pt x="83" y="239"/>
                    </a:cubicBezTo>
                    <a:cubicBezTo>
                      <a:pt x="84" y="234"/>
                      <a:pt x="84" y="234"/>
                      <a:pt x="84" y="234"/>
                    </a:cubicBezTo>
                    <a:cubicBezTo>
                      <a:pt x="82" y="231"/>
                      <a:pt x="82" y="231"/>
                      <a:pt x="82" y="231"/>
                    </a:cubicBezTo>
                    <a:cubicBezTo>
                      <a:pt x="77" y="233"/>
                      <a:pt x="77" y="233"/>
                      <a:pt x="77" y="233"/>
                    </a:cubicBezTo>
                    <a:cubicBezTo>
                      <a:pt x="72" y="216"/>
                      <a:pt x="72" y="216"/>
                      <a:pt x="72" y="216"/>
                    </a:cubicBezTo>
                    <a:cubicBezTo>
                      <a:pt x="79" y="221"/>
                      <a:pt x="79" y="221"/>
                      <a:pt x="79" y="221"/>
                    </a:cubicBezTo>
                    <a:cubicBezTo>
                      <a:pt x="85" y="221"/>
                      <a:pt x="85" y="221"/>
                      <a:pt x="85" y="221"/>
                    </a:cubicBezTo>
                    <a:cubicBezTo>
                      <a:pt x="92" y="217"/>
                      <a:pt x="92" y="217"/>
                      <a:pt x="92" y="217"/>
                    </a:cubicBezTo>
                    <a:cubicBezTo>
                      <a:pt x="92" y="215"/>
                      <a:pt x="92" y="213"/>
                      <a:pt x="92" y="213"/>
                    </a:cubicBezTo>
                    <a:cubicBezTo>
                      <a:pt x="93" y="212"/>
                      <a:pt x="94" y="210"/>
                      <a:pt x="96" y="205"/>
                    </a:cubicBezTo>
                    <a:cubicBezTo>
                      <a:pt x="94" y="199"/>
                      <a:pt x="94" y="199"/>
                      <a:pt x="94" y="199"/>
                    </a:cubicBezTo>
                    <a:cubicBezTo>
                      <a:pt x="95" y="196"/>
                      <a:pt x="95" y="196"/>
                      <a:pt x="95" y="196"/>
                    </a:cubicBezTo>
                    <a:cubicBezTo>
                      <a:pt x="99" y="200"/>
                      <a:pt x="99" y="200"/>
                      <a:pt x="99" y="200"/>
                    </a:cubicBezTo>
                    <a:cubicBezTo>
                      <a:pt x="108" y="199"/>
                      <a:pt x="108" y="199"/>
                      <a:pt x="108" y="199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32" y="189"/>
                      <a:pt x="132" y="189"/>
                      <a:pt x="132" y="189"/>
                    </a:cubicBezTo>
                    <a:cubicBezTo>
                      <a:pt x="140" y="182"/>
                      <a:pt x="140" y="182"/>
                      <a:pt x="140" y="182"/>
                    </a:cubicBezTo>
                    <a:cubicBezTo>
                      <a:pt x="144" y="171"/>
                      <a:pt x="144" y="171"/>
                      <a:pt x="144" y="171"/>
                    </a:cubicBezTo>
                    <a:cubicBezTo>
                      <a:pt x="144" y="166"/>
                      <a:pt x="144" y="166"/>
                      <a:pt x="144" y="166"/>
                    </a:cubicBezTo>
                    <a:cubicBezTo>
                      <a:pt x="139" y="166"/>
                      <a:pt x="139" y="166"/>
                      <a:pt x="139" y="166"/>
                    </a:cubicBezTo>
                    <a:cubicBezTo>
                      <a:pt x="138" y="163"/>
                      <a:pt x="138" y="163"/>
                      <a:pt x="138" y="163"/>
                    </a:cubicBezTo>
                    <a:cubicBezTo>
                      <a:pt x="141" y="158"/>
                      <a:pt x="141" y="158"/>
                      <a:pt x="141" y="158"/>
                    </a:cubicBezTo>
                    <a:cubicBezTo>
                      <a:pt x="138" y="154"/>
                      <a:pt x="138" y="154"/>
                      <a:pt x="138" y="154"/>
                    </a:cubicBezTo>
                    <a:cubicBezTo>
                      <a:pt x="131" y="146"/>
                      <a:pt x="131" y="146"/>
                      <a:pt x="131" y="146"/>
                    </a:cubicBezTo>
                    <a:cubicBezTo>
                      <a:pt x="130" y="140"/>
                      <a:pt x="130" y="140"/>
                      <a:pt x="130" y="140"/>
                    </a:cubicBezTo>
                    <a:cubicBezTo>
                      <a:pt x="131" y="137"/>
                      <a:pt x="131" y="137"/>
                      <a:pt x="131" y="137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0" y="130"/>
                      <a:pt x="130" y="130"/>
                      <a:pt x="130" y="130"/>
                    </a:cubicBezTo>
                    <a:lnTo>
                      <a:pt x="132" y="12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1" name="Google Shape;654;p50">
                <a:extLst>
                  <a:ext uri="{FF2B5EF4-FFF2-40B4-BE49-F238E27FC236}">
                    <a16:creationId xmlns:a16="http://schemas.microsoft.com/office/drawing/2014/main" id="{2D48EFDC-5716-4BCC-882C-EE4B9FD50ACB}"/>
                  </a:ext>
                </a:extLst>
              </p:cNvPr>
              <p:cNvSpPr/>
              <p:nvPr/>
            </p:nvSpPr>
            <p:spPr>
              <a:xfrm>
                <a:off x="2540000" y="5781675"/>
                <a:ext cx="285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2" extrusionOk="0">
                    <a:moveTo>
                      <a:pt x="0" y="2"/>
                    </a:moveTo>
                    <a:lnTo>
                      <a:pt x="10" y="12"/>
                    </a:lnTo>
                    <a:lnTo>
                      <a:pt x="18" y="6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2" name="Google Shape;655;p50">
                <a:extLst>
                  <a:ext uri="{FF2B5EF4-FFF2-40B4-BE49-F238E27FC236}">
                    <a16:creationId xmlns:a16="http://schemas.microsoft.com/office/drawing/2014/main" id="{6699CE14-D4AE-4206-B8C2-93D1D4E58DAC}"/>
                  </a:ext>
                </a:extLst>
              </p:cNvPr>
              <p:cNvSpPr/>
              <p:nvPr/>
            </p:nvSpPr>
            <p:spPr>
              <a:xfrm>
                <a:off x="2633662" y="5765800"/>
                <a:ext cx="26987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7" h="12" extrusionOk="0">
                    <a:moveTo>
                      <a:pt x="0" y="5"/>
                    </a:moveTo>
                    <a:lnTo>
                      <a:pt x="0" y="10"/>
                    </a:lnTo>
                    <a:lnTo>
                      <a:pt x="5" y="12"/>
                    </a:lnTo>
                    <a:lnTo>
                      <a:pt x="14" y="10"/>
                    </a:lnTo>
                    <a:lnTo>
                      <a:pt x="17" y="5"/>
                    </a:lnTo>
                    <a:lnTo>
                      <a:pt x="8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3" name="Google Shape;656;p50">
                <a:extLst>
                  <a:ext uri="{FF2B5EF4-FFF2-40B4-BE49-F238E27FC236}">
                    <a16:creationId xmlns:a16="http://schemas.microsoft.com/office/drawing/2014/main" id="{FFAB77CA-378A-450C-809C-68718289CFAC}"/>
                  </a:ext>
                </a:extLst>
              </p:cNvPr>
              <p:cNvSpPr/>
              <p:nvPr/>
            </p:nvSpPr>
            <p:spPr>
              <a:xfrm>
                <a:off x="2533650" y="5729288"/>
                <a:ext cx="80962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30" h="20" extrusionOk="0">
                    <a:moveTo>
                      <a:pt x="3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10" y="16"/>
                      <a:pt x="16" y="17"/>
                      <a:pt x="21" y="20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24" y="11"/>
                      <a:pt x="19" y="8"/>
                      <a:pt x="14" y="5"/>
                    </a:cubicBezTo>
                    <a:cubicBezTo>
                      <a:pt x="11" y="4"/>
                      <a:pt x="7" y="2"/>
                      <a:pt x="3" y="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09" name="Google Shape;657;p50">
              <a:extLst>
                <a:ext uri="{FF2B5EF4-FFF2-40B4-BE49-F238E27FC236}">
                  <a16:creationId xmlns:a16="http://schemas.microsoft.com/office/drawing/2014/main" id="{83F808CC-C1EE-450F-B31A-445820EEA201}"/>
                </a:ext>
              </a:extLst>
            </p:cNvPr>
            <p:cNvSpPr/>
            <p:nvPr/>
          </p:nvSpPr>
          <p:spPr>
            <a:xfrm>
              <a:off x="2463800" y="3505201"/>
              <a:ext cx="92076" cy="80961"/>
            </a:xfrm>
            <a:custGeom>
              <a:avLst/>
              <a:gdLst/>
              <a:ahLst/>
              <a:cxnLst/>
              <a:rect l="l" t="t" r="r" b="b"/>
              <a:pathLst>
                <a:path w="34" h="30" extrusionOk="0">
                  <a:moveTo>
                    <a:pt x="24" y="6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8" y="23"/>
                    <a:pt x="21" y="23"/>
                    <a:pt x="24" y="23"/>
                  </a:cubicBezTo>
                  <a:cubicBezTo>
                    <a:pt x="26" y="23"/>
                    <a:pt x="29" y="24"/>
                    <a:pt x="32" y="24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23" y="10"/>
                    <a:pt x="23" y="10"/>
                    <a:pt x="23" y="10"/>
                  </a:cubicBezTo>
                  <a:lnTo>
                    <a:pt x="24" y="6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0" name="Google Shape;658;p50">
              <a:extLst>
                <a:ext uri="{FF2B5EF4-FFF2-40B4-BE49-F238E27FC236}">
                  <a16:creationId xmlns:a16="http://schemas.microsoft.com/office/drawing/2014/main" id="{2D0F9F30-4BC7-41EC-8A36-F85B6A47DB0B}"/>
                </a:ext>
              </a:extLst>
            </p:cNvPr>
            <p:cNvSpPr/>
            <p:nvPr/>
          </p:nvSpPr>
          <p:spPr>
            <a:xfrm>
              <a:off x="2579688" y="3556001"/>
              <a:ext cx="46036" cy="15876"/>
            </a:xfrm>
            <a:custGeom>
              <a:avLst/>
              <a:gdLst/>
              <a:ahLst/>
              <a:cxnLst/>
              <a:rect l="l" t="t" r="r" b="b"/>
              <a:pathLst>
                <a:path w="29" h="10" extrusionOk="0">
                  <a:moveTo>
                    <a:pt x="0" y="0"/>
                  </a:moveTo>
                  <a:lnTo>
                    <a:pt x="0" y="9"/>
                  </a:lnTo>
                  <a:lnTo>
                    <a:pt x="15" y="7"/>
                  </a:lnTo>
                  <a:lnTo>
                    <a:pt x="26" y="10"/>
                  </a:lnTo>
                  <a:lnTo>
                    <a:pt x="29" y="0"/>
                  </a:lnTo>
                  <a:lnTo>
                    <a:pt x="14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1" name="Google Shape;659;p50">
              <a:extLst>
                <a:ext uri="{FF2B5EF4-FFF2-40B4-BE49-F238E27FC236}">
                  <a16:creationId xmlns:a16="http://schemas.microsoft.com/office/drawing/2014/main" id="{CECE7726-14D3-44B2-826E-3AA8CB45B91C}"/>
                </a:ext>
              </a:extLst>
            </p:cNvPr>
            <p:cNvSpPr/>
            <p:nvPr/>
          </p:nvSpPr>
          <p:spPr>
            <a:xfrm>
              <a:off x="2198688" y="3800476"/>
              <a:ext cx="147637" cy="80961"/>
            </a:xfrm>
            <a:custGeom>
              <a:avLst/>
              <a:gdLst/>
              <a:ahLst/>
              <a:cxnLst/>
              <a:rect l="l" t="t" r="r" b="b"/>
              <a:pathLst>
                <a:path w="55" h="30" extrusionOk="0">
                  <a:moveTo>
                    <a:pt x="52" y="17"/>
                  </a:moveTo>
                  <a:cubicBezTo>
                    <a:pt x="52" y="15"/>
                    <a:pt x="52" y="15"/>
                    <a:pt x="52" y="15"/>
                  </a:cubicBezTo>
                  <a:cubicBezTo>
                    <a:pt x="52" y="14"/>
                    <a:pt x="52" y="12"/>
                    <a:pt x="51" y="11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18" y="4"/>
                    <a:pt x="11" y="3"/>
                    <a:pt x="4" y="2"/>
                  </a:cubicBezTo>
                  <a:cubicBezTo>
                    <a:pt x="3" y="2"/>
                    <a:pt x="2" y="1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8"/>
                    <a:pt x="52" y="17"/>
                    <a:pt x="52" y="17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2" name="Google Shape;660;p50">
              <a:extLst>
                <a:ext uri="{FF2B5EF4-FFF2-40B4-BE49-F238E27FC236}">
                  <a16:creationId xmlns:a16="http://schemas.microsoft.com/office/drawing/2014/main" id="{3ABA305C-ED02-42C3-BB03-28F00E484739}"/>
                </a:ext>
              </a:extLst>
            </p:cNvPr>
            <p:cNvSpPr/>
            <p:nvPr/>
          </p:nvSpPr>
          <p:spPr>
            <a:xfrm>
              <a:off x="2098675" y="3644900"/>
              <a:ext cx="88901" cy="117475"/>
            </a:xfrm>
            <a:custGeom>
              <a:avLst/>
              <a:gdLst/>
              <a:ahLst/>
              <a:cxnLst/>
              <a:rect l="l" t="t" r="r" b="b"/>
              <a:pathLst>
                <a:path w="33" h="44" extrusionOk="0">
                  <a:moveTo>
                    <a:pt x="29" y="44"/>
                  </a:moveTo>
                  <a:cubicBezTo>
                    <a:pt x="27" y="42"/>
                    <a:pt x="27" y="42"/>
                    <a:pt x="27" y="42"/>
                  </a:cubicBezTo>
                  <a:cubicBezTo>
                    <a:pt x="29" y="30"/>
                    <a:pt x="31" y="18"/>
                    <a:pt x="32" y="6"/>
                  </a:cubicBezTo>
                  <a:cubicBezTo>
                    <a:pt x="32" y="4"/>
                    <a:pt x="32" y="2"/>
                    <a:pt x="33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8" y="15"/>
                    <a:pt x="5" y="17"/>
                    <a:pt x="3" y="20"/>
                  </a:cubicBezTo>
                  <a:cubicBezTo>
                    <a:pt x="1" y="20"/>
                    <a:pt x="0" y="21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22" y="43"/>
                    <a:pt x="25" y="44"/>
                    <a:pt x="29" y="44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3" name="Google Shape;661;p50">
              <a:extLst>
                <a:ext uri="{FF2B5EF4-FFF2-40B4-BE49-F238E27FC236}">
                  <a16:creationId xmlns:a16="http://schemas.microsoft.com/office/drawing/2014/main" id="{1D3B6E45-9DF7-4AB3-B7F2-63A7FE40D391}"/>
                </a:ext>
              </a:extLst>
            </p:cNvPr>
            <p:cNvSpPr/>
            <p:nvPr/>
          </p:nvSpPr>
          <p:spPr>
            <a:xfrm>
              <a:off x="1393826" y="3113090"/>
              <a:ext cx="727076" cy="523876"/>
            </a:xfrm>
            <a:custGeom>
              <a:avLst/>
              <a:gdLst/>
              <a:ahLst/>
              <a:cxnLst/>
              <a:rect l="l" t="t" r="r" b="b"/>
              <a:pathLst>
                <a:path w="271" h="195" extrusionOk="0">
                  <a:moveTo>
                    <a:pt x="232" y="187"/>
                  </a:moveTo>
                  <a:cubicBezTo>
                    <a:pt x="232" y="185"/>
                    <a:pt x="232" y="185"/>
                    <a:pt x="232" y="185"/>
                  </a:cubicBezTo>
                  <a:cubicBezTo>
                    <a:pt x="225" y="176"/>
                    <a:pt x="225" y="176"/>
                    <a:pt x="225" y="176"/>
                  </a:cubicBezTo>
                  <a:cubicBezTo>
                    <a:pt x="228" y="176"/>
                    <a:pt x="228" y="176"/>
                    <a:pt x="228" y="176"/>
                  </a:cubicBezTo>
                  <a:cubicBezTo>
                    <a:pt x="228" y="170"/>
                    <a:pt x="228" y="170"/>
                    <a:pt x="228" y="170"/>
                  </a:cubicBezTo>
                  <a:cubicBezTo>
                    <a:pt x="244" y="170"/>
                    <a:pt x="244" y="170"/>
                    <a:pt x="244" y="170"/>
                  </a:cubicBezTo>
                  <a:cubicBezTo>
                    <a:pt x="246" y="166"/>
                    <a:pt x="246" y="166"/>
                    <a:pt x="246" y="166"/>
                  </a:cubicBezTo>
                  <a:cubicBezTo>
                    <a:pt x="249" y="166"/>
                    <a:pt x="249" y="166"/>
                    <a:pt x="249" y="166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58" y="160"/>
                    <a:pt x="258" y="160"/>
                    <a:pt x="258" y="160"/>
                  </a:cubicBezTo>
                  <a:cubicBezTo>
                    <a:pt x="258" y="157"/>
                    <a:pt x="258" y="157"/>
                    <a:pt x="258" y="157"/>
                  </a:cubicBezTo>
                  <a:cubicBezTo>
                    <a:pt x="261" y="162"/>
                    <a:pt x="261" y="162"/>
                    <a:pt x="261" y="162"/>
                  </a:cubicBezTo>
                  <a:cubicBezTo>
                    <a:pt x="262" y="160"/>
                    <a:pt x="262" y="159"/>
                    <a:pt x="263" y="157"/>
                  </a:cubicBezTo>
                  <a:cubicBezTo>
                    <a:pt x="263" y="153"/>
                    <a:pt x="264" y="149"/>
                    <a:pt x="266" y="144"/>
                  </a:cubicBezTo>
                  <a:cubicBezTo>
                    <a:pt x="267" y="140"/>
                    <a:pt x="268" y="137"/>
                    <a:pt x="271" y="134"/>
                  </a:cubicBezTo>
                  <a:cubicBezTo>
                    <a:pt x="270" y="129"/>
                    <a:pt x="270" y="129"/>
                    <a:pt x="270" y="129"/>
                  </a:cubicBezTo>
                  <a:cubicBezTo>
                    <a:pt x="267" y="129"/>
                    <a:pt x="263" y="129"/>
                    <a:pt x="260" y="130"/>
                  </a:cubicBezTo>
                  <a:cubicBezTo>
                    <a:pt x="257" y="130"/>
                    <a:pt x="254" y="131"/>
                    <a:pt x="251" y="132"/>
                  </a:cubicBezTo>
                  <a:cubicBezTo>
                    <a:pt x="239" y="131"/>
                    <a:pt x="239" y="131"/>
                    <a:pt x="239" y="131"/>
                  </a:cubicBezTo>
                  <a:cubicBezTo>
                    <a:pt x="235" y="134"/>
                    <a:pt x="235" y="134"/>
                    <a:pt x="235" y="134"/>
                  </a:cubicBezTo>
                  <a:cubicBezTo>
                    <a:pt x="234" y="138"/>
                    <a:pt x="233" y="141"/>
                    <a:pt x="232" y="145"/>
                  </a:cubicBezTo>
                  <a:cubicBezTo>
                    <a:pt x="231" y="148"/>
                    <a:pt x="231" y="151"/>
                    <a:pt x="230" y="153"/>
                  </a:cubicBezTo>
                  <a:cubicBezTo>
                    <a:pt x="229" y="156"/>
                    <a:pt x="228" y="158"/>
                    <a:pt x="227" y="160"/>
                  </a:cubicBezTo>
                  <a:cubicBezTo>
                    <a:pt x="225" y="161"/>
                    <a:pt x="222" y="161"/>
                    <a:pt x="219" y="162"/>
                  </a:cubicBezTo>
                  <a:cubicBezTo>
                    <a:pt x="213" y="162"/>
                    <a:pt x="213" y="162"/>
                    <a:pt x="213" y="162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0" y="166"/>
                    <a:pt x="200" y="166"/>
                    <a:pt x="200" y="166"/>
                  </a:cubicBezTo>
                  <a:cubicBezTo>
                    <a:pt x="198" y="163"/>
                    <a:pt x="195" y="160"/>
                    <a:pt x="192" y="158"/>
                  </a:cubicBezTo>
                  <a:cubicBezTo>
                    <a:pt x="190" y="156"/>
                    <a:pt x="187" y="154"/>
                    <a:pt x="184" y="152"/>
                  </a:cubicBezTo>
                  <a:cubicBezTo>
                    <a:pt x="179" y="143"/>
                    <a:pt x="176" y="134"/>
                    <a:pt x="173" y="125"/>
                  </a:cubicBezTo>
                  <a:cubicBezTo>
                    <a:pt x="171" y="115"/>
                    <a:pt x="169" y="105"/>
                    <a:pt x="169" y="94"/>
                  </a:cubicBezTo>
                  <a:cubicBezTo>
                    <a:pt x="175" y="86"/>
                    <a:pt x="175" y="86"/>
                    <a:pt x="175" y="86"/>
                  </a:cubicBezTo>
                  <a:cubicBezTo>
                    <a:pt x="175" y="82"/>
                    <a:pt x="175" y="82"/>
                    <a:pt x="175" y="82"/>
                  </a:cubicBezTo>
                  <a:cubicBezTo>
                    <a:pt x="172" y="80"/>
                    <a:pt x="172" y="80"/>
                    <a:pt x="172" y="80"/>
                  </a:cubicBezTo>
                  <a:cubicBezTo>
                    <a:pt x="167" y="78"/>
                    <a:pt x="163" y="75"/>
                    <a:pt x="158" y="72"/>
                  </a:cubicBezTo>
                  <a:cubicBezTo>
                    <a:pt x="156" y="70"/>
                    <a:pt x="154" y="68"/>
                    <a:pt x="151" y="66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0" y="65"/>
                    <a:pt x="150" y="65"/>
                    <a:pt x="150" y="65"/>
                  </a:cubicBezTo>
                  <a:cubicBezTo>
                    <a:pt x="146" y="56"/>
                    <a:pt x="142" y="46"/>
                    <a:pt x="138" y="38"/>
                  </a:cubicBezTo>
                  <a:cubicBezTo>
                    <a:pt x="136" y="36"/>
                    <a:pt x="135" y="35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60" y="12"/>
                    <a:pt x="44" y="8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10"/>
                    <a:pt x="4" y="17"/>
                    <a:pt x="6" y="24"/>
                  </a:cubicBezTo>
                  <a:cubicBezTo>
                    <a:pt x="7" y="26"/>
                    <a:pt x="7" y="29"/>
                    <a:pt x="7" y="31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26" y="66"/>
                    <a:pt x="34" y="73"/>
                    <a:pt x="43" y="81"/>
                  </a:cubicBezTo>
                  <a:cubicBezTo>
                    <a:pt x="43" y="94"/>
                    <a:pt x="43" y="94"/>
                    <a:pt x="43" y="94"/>
                  </a:cubicBezTo>
                  <a:cubicBezTo>
                    <a:pt x="46" y="96"/>
                    <a:pt x="49" y="97"/>
                    <a:pt x="52" y="99"/>
                  </a:cubicBezTo>
                  <a:cubicBezTo>
                    <a:pt x="57" y="102"/>
                    <a:pt x="60" y="105"/>
                    <a:pt x="64" y="108"/>
                  </a:cubicBezTo>
                  <a:cubicBezTo>
                    <a:pt x="68" y="104"/>
                    <a:pt x="68" y="104"/>
                    <a:pt x="68" y="104"/>
                  </a:cubicBezTo>
                  <a:cubicBezTo>
                    <a:pt x="66" y="97"/>
                    <a:pt x="66" y="97"/>
                    <a:pt x="66" y="97"/>
                  </a:cubicBezTo>
                  <a:cubicBezTo>
                    <a:pt x="58" y="97"/>
                    <a:pt x="58" y="97"/>
                    <a:pt x="58" y="97"/>
                  </a:cubicBezTo>
                  <a:cubicBezTo>
                    <a:pt x="53" y="87"/>
                    <a:pt x="48" y="77"/>
                    <a:pt x="42" y="68"/>
                  </a:cubicBezTo>
                  <a:cubicBezTo>
                    <a:pt x="35" y="56"/>
                    <a:pt x="28" y="43"/>
                    <a:pt x="21" y="3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41" y="30"/>
                    <a:pt x="46" y="41"/>
                    <a:pt x="52" y="51"/>
                  </a:cubicBezTo>
                  <a:cubicBezTo>
                    <a:pt x="57" y="60"/>
                    <a:pt x="64" y="69"/>
                    <a:pt x="71" y="77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102" y="118"/>
                    <a:pt x="102" y="118"/>
                    <a:pt x="102" y="118"/>
                  </a:cubicBezTo>
                  <a:cubicBezTo>
                    <a:pt x="104" y="129"/>
                    <a:pt x="104" y="129"/>
                    <a:pt x="104" y="129"/>
                  </a:cubicBezTo>
                  <a:cubicBezTo>
                    <a:pt x="98" y="135"/>
                    <a:pt x="98" y="135"/>
                    <a:pt x="98" y="135"/>
                  </a:cubicBezTo>
                  <a:cubicBezTo>
                    <a:pt x="101" y="143"/>
                    <a:pt x="101" y="143"/>
                    <a:pt x="101" y="143"/>
                  </a:cubicBezTo>
                  <a:cubicBezTo>
                    <a:pt x="129" y="168"/>
                    <a:pt x="129" y="168"/>
                    <a:pt x="129" y="168"/>
                  </a:cubicBezTo>
                  <a:cubicBezTo>
                    <a:pt x="135" y="168"/>
                    <a:pt x="135" y="168"/>
                    <a:pt x="135" y="168"/>
                  </a:cubicBezTo>
                  <a:cubicBezTo>
                    <a:pt x="142" y="175"/>
                    <a:pt x="142" y="175"/>
                    <a:pt x="142" y="175"/>
                  </a:cubicBezTo>
                  <a:cubicBezTo>
                    <a:pt x="176" y="192"/>
                    <a:pt x="176" y="192"/>
                    <a:pt x="176" y="192"/>
                  </a:cubicBezTo>
                  <a:cubicBezTo>
                    <a:pt x="181" y="192"/>
                    <a:pt x="186" y="192"/>
                    <a:pt x="191" y="191"/>
                  </a:cubicBezTo>
                  <a:cubicBezTo>
                    <a:pt x="195" y="190"/>
                    <a:pt x="198" y="189"/>
                    <a:pt x="202" y="188"/>
                  </a:cubicBezTo>
                  <a:cubicBezTo>
                    <a:pt x="212" y="195"/>
                    <a:pt x="212" y="195"/>
                    <a:pt x="212" y="195"/>
                  </a:cubicBezTo>
                  <a:cubicBezTo>
                    <a:pt x="221" y="187"/>
                    <a:pt x="221" y="187"/>
                    <a:pt x="221" y="187"/>
                  </a:cubicBezTo>
                  <a:lnTo>
                    <a:pt x="232" y="18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4" name="Google Shape;662;p50">
              <a:extLst>
                <a:ext uri="{FF2B5EF4-FFF2-40B4-BE49-F238E27FC236}">
                  <a16:creationId xmlns:a16="http://schemas.microsoft.com/office/drawing/2014/main" id="{DD4C8423-FC9C-4860-89A7-FE9CFC3A6388}"/>
                </a:ext>
              </a:extLst>
            </p:cNvPr>
            <p:cNvSpPr/>
            <p:nvPr/>
          </p:nvSpPr>
          <p:spPr>
            <a:xfrm>
              <a:off x="2298701" y="3551240"/>
              <a:ext cx="60324" cy="20637"/>
            </a:xfrm>
            <a:custGeom>
              <a:avLst/>
              <a:gdLst/>
              <a:ahLst/>
              <a:cxnLst/>
              <a:rect l="l" t="t" r="r" b="b"/>
              <a:pathLst>
                <a:path w="38" h="13" extrusionOk="0">
                  <a:moveTo>
                    <a:pt x="28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3" y="10"/>
                  </a:lnTo>
                  <a:lnTo>
                    <a:pt x="11" y="8"/>
                  </a:lnTo>
                  <a:lnTo>
                    <a:pt x="16" y="13"/>
                  </a:lnTo>
                  <a:lnTo>
                    <a:pt x="38" y="12"/>
                  </a:lnTo>
                  <a:lnTo>
                    <a:pt x="38" y="5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5" name="Google Shape;663;p50">
              <a:extLst>
                <a:ext uri="{FF2B5EF4-FFF2-40B4-BE49-F238E27FC236}">
                  <a16:creationId xmlns:a16="http://schemas.microsoft.com/office/drawing/2014/main" id="{AD2D8697-B491-4B1D-AA75-CD435D019857}"/>
                </a:ext>
              </a:extLst>
            </p:cNvPr>
            <p:cNvSpPr/>
            <p:nvPr/>
          </p:nvSpPr>
          <p:spPr>
            <a:xfrm>
              <a:off x="2389189" y="3502027"/>
              <a:ext cx="84136" cy="69850"/>
            </a:xfrm>
            <a:custGeom>
              <a:avLst/>
              <a:gdLst/>
              <a:ahLst/>
              <a:cxnLst/>
              <a:rect l="l" t="t" r="r" b="b"/>
              <a:pathLst>
                <a:path w="31" h="26" extrusionOk="0">
                  <a:moveTo>
                    <a:pt x="30" y="4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9" y="23"/>
                    <a:pt x="19" y="24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31" y="4"/>
                    <a:pt x="31" y="4"/>
                    <a:pt x="31" y="4"/>
                  </a:cubicBezTo>
                  <a:lnTo>
                    <a:pt x="30" y="4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6" name="Google Shape;664;p50">
              <a:extLst>
                <a:ext uri="{FF2B5EF4-FFF2-40B4-BE49-F238E27FC236}">
                  <a16:creationId xmlns:a16="http://schemas.microsoft.com/office/drawing/2014/main" id="{42CE26F7-E5BE-4B48-9460-B59AE4AF2665}"/>
                </a:ext>
              </a:extLst>
            </p:cNvPr>
            <p:cNvSpPr/>
            <p:nvPr/>
          </p:nvSpPr>
          <p:spPr>
            <a:xfrm>
              <a:off x="1962151" y="3570289"/>
              <a:ext cx="120650" cy="106362"/>
            </a:xfrm>
            <a:custGeom>
              <a:avLst/>
              <a:gdLst/>
              <a:ahLst/>
              <a:cxnLst/>
              <a:rect l="l" t="t" r="r" b="b"/>
              <a:pathLst>
                <a:path w="45" h="40" extrusionOk="0">
                  <a:moveTo>
                    <a:pt x="27" y="34"/>
                  </a:moveTo>
                  <a:cubicBezTo>
                    <a:pt x="29" y="33"/>
                    <a:pt x="29" y="33"/>
                    <a:pt x="29" y="33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1" y="29"/>
                    <a:pt x="31" y="29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6" y="26"/>
                    <a:pt x="40" y="25"/>
                    <a:pt x="45" y="24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2" y="38"/>
                    <a:pt x="25" y="36"/>
                    <a:pt x="27" y="34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7" name="Google Shape;665;p50">
              <a:extLst>
                <a:ext uri="{FF2B5EF4-FFF2-40B4-BE49-F238E27FC236}">
                  <a16:creationId xmlns:a16="http://schemas.microsoft.com/office/drawing/2014/main" id="{0D16877F-BBB9-4DA0-B3E4-1A4FA428E5CB}"/>
                </a:ext>
              </a:extLst>
            </p:cNvPr>
            <p:cNvSpPr/>
            <p:nvPr/>
          </p:nvSpPr>
          <p:spPr>
            <a:xfrm>
              <a:off x="2039939" y="3621088"/>
              <a:ext cx="147637" cy="82550"/>
            </a:xfrm>
            <a:custGeom>
              <a:avLst/>
              <a:gdLst/>
              <a:ahLst/>
              <a:cxnLst/>
              <a:rect l="l" t="t" r="r" b="b"/>
              <a:pathLst>
                <a:path w="55" h="31" extrusionOk="0">
                  <a:moveTo>
                    <a:pt x="50" y="4"/>
                  </a:moveTo>
                  <a:cubicBezTo>
                    <a:pt x="48" y="4"/>
                    <a:pt x="46" y="3"/>
                    <a:pt x="44" y="3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4" y="1"/>
                    <a:pt x="28" y="2"/>
                    <a:pt x="22" y="3"/>
                  </a:cubicBezTo>
                  <a:cubicBezTo>
                    <a:pt x="20" y="4"/>
                    <a:pt x="18" y="4"/>
                    <a:pt x="16" y="5"/>
                  </a:cubicBezTo>
                  <a:cubicBezTo>
                    <a:pt x="11" y="6"/>
                    <a:pt x="7" y="7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3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1"/>
                    <a:pt x="17" y="31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0"/>
                    <a:pt x="23" y="29"/>
                    <a:pt x="25" y="29"/>
                  </a:cubicBezTo>
                  <a:cubicBezTo>
                    <a:pt x="27" y="26"/>
                    <a:pt x="30" y="24"/>
                    <a:pt x="32" y="22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3" y="5"/>
                    <a:pt x="51" y="4"/>
                    <a:pt x="50" y="4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8" name="Google Shape;666;p50">
              <a:extLst>
                <a:ext uri="{FF2B5EF4-FFF2-40B4-BE49-F238E27FC236}">
                  <a16:creationId xmlns:a16="http://schemas.microsoft.com/office/drawing/2014/main" id="{5826F88F-3100-4F56-A064-72FF79219E29}"/>
                </a:ext>
              </a:extLst>
            </p:cNvPr>
            <p:cNvSpPr/>
            <p:nvPr/>
          </p:nvSpPr>
          <p:spPr>
            <a:xfrm>
              <a:off x="2012950" y="3659188"/>
              <a:ext cx="77788" cy="44450"/>
            </a:xfrm>
            <a:custGeom>
              <a:avLst/>
              <a:gdLst/>
              <a:ahLst/>
              <a:cxnLst/>
              <a:rect l="l" t="t" r="r" b="b"/>
              <a:pathLst>
                <a:path w="29" h="17" extrusionOk="0">
                  <a:moveTo>
                    <a:pt x="29" y="7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9" y="0"/>
                    <a:pt x="8" y="1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6"/>
                    <a:pt x="27" y="16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9" y="8"/>
                    <a:pt x="29" y="8"/>
                    <a:pt x="29" y="8"/>
                  </a:cubicBezTo>
                  <a:lnTo>
                    <a:pt x="29" y="7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9" name="Google Shape;667;p50">
              <a:extLst>
                <a:ext uri="{FF2B5EF4-FFF2-40B4-BE49-F238E27FC236}">
                  <a16:creationId xmlns:a16="http://schemas.microsoft.com/office/drawing/2014/main" id="{2AD973B9-DBEC-4D8A-AED9-DB083EC06521}"/>
                </a:ext>
              </a:extLst>
            </p:cNvPr>
            <p:cNvSpPr/>
            <p:nvPr/>
          </p:nvSpPr>
          <p:spPr>
            <a:xfrm>
              <a:off x="2159000" y="3416300"/>
              <a:ext cx="257175" cy="88901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22" y="6"/>
                  </a:moveTo>
                  <a:cubicBezTo>
                    <a:pt x="24" y="5"/>
                    <a:pt x="25" y="5"/>
                    <a:pt x="27" y="5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7" y="27"/>
                    <a:pt x="67" y="27"/>
                    <a:pt x="67" y="27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70" y="32"/>
                    <a:pt x="82" y="33"/>
                    <a:pt x="93" y="33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3" y="30"/>
                    <a:pt x="93" y="30"/>
                    <a:pt x="93" y="30"/>
                  </a:cubicBezTo>
                  <a:cubicBezTo>
                    <a:pt x="89" y="27"/>
                    <a:pt x="89" y="27"/>
                    <a:pt x="89" y="27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77" y="23"/>
                    <a:pt x="77" y="23"/>
                    <a:pt x="77" y="23"/>
                  </a:cubicBezTo>
                  <a:cubicBezTo>
                    <a:pt x="70" y="19"/>
                    <a:pt x="63" y="15"/>
                    <a:pt x="56" y="11"/>
                  </a:cubicBezTo>
                  <a:cubicBezTo>
                    <a:pt x="50" y="7"/>
                    <a:pt x="44" y="4"/>
                    <a:pt x="3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4" y="10"/>
                    <a:pt x="18" y="8"/>
                    <a:pt x="22" y="6"/>
                  </a:cubicBez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0" name="Google Shape;668;p50">
              <a:extLst>
                <a:ext uri="{FF2B5EF4-FFF2-40B4-BE49-F238E27FC236}">
                  <a16:creationId xmlns:a16="http://schemas.microsoft.com/office/drawing/2014/main" id="{CB5B459D-AFFA-48A0-9D0B-697846E6CA72}"/>
                </a:ext>
              </a:extLst>
            </p:cNvPr>
            <p:cNvSpPr/>
            <p:nvPr/>
          </p:nvSpPr>
          <p:spPr>
            <a:xfrm>
              <a:off x="2120900" y="3760789"/>
              <a:ext cx="80961" cy="77788"/>
            </a:xfrm>
            <a:custGeom>
              <a:avLst/>
              <a:gdLst/>
              <a:ahLst/>
              <a:cxnLst/>
              <a:rect l="l" t="t" r="r" b="b"/>
              <a:pathLst>
                <a:path w="30" h="29" extrusionOk="0">
                  <a:moveTo>
                    <a:pt x="30" y="15"/>
                  </a:moveTo>
                  <a:cubicBezTo>
                    <a:pt x="27" y="11"/>
                    <a:pt x="24" y="6"/>
                    <a:pt x="21" y="1"/>
                  </a:cubicBezTo>
                  <a:cubicBezTo>
                    <a:pt x="17" y="1"/>
                    <a:pt x="14" y="0"/>
                    <a:pt x="1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5" y="16"/>
                    <a:pt x="20" y="22"/>
                    <a:pt x="25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29" y="16"/>
                    <a:pt x="29" y="16"/>
                    <a:pt x="29" y="16"/>
                  </a:cubicBezTo>
                  <a:lnTo>
                    <a:pt x="30" y="15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1" name="Google Shape;669;p50">
              <a:extLst>
                <a:ext uri="{FF2B5EF4-FFF2-40B4-BE49-F238E27FC236}">
                  <a16:creationId xmlns:a16="http://schemas.microsoft.com/office/drawing/2014/main" id="{7E8033D9-00F2-413B-8AC9-2800458D8479}"/>
                </a:ext>
              </a:extLst>
            </p:cNvPr>
            <p:cNvSpPr/>
            <p:nvPr/>
          </p:nvSpPr>
          <p:spPr>
            <a:xfrm>
              <a:off x="2046287" y="3536949"/>
              <a:ext cx="39688" cy="80961"/>
            </a:xfrm>
            <a:custGeom>
              <a:avLst/>
              <a:gdLst/>
              <a:ahLst/>
              <a:cxnLst/>
              <a:rect l="l" t="t" r="r" b="b"/>
              <a:pathLst>
                <a:path w="15" h="30" extrusionOk="0">
                  <a:moveTo>
                    <a:pt x="6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0" y="30"/>
                    <a:pt x="0" y="30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4" y="20"/>
                    <a:pt x="14" y="11"/>
                    <a:pt x="15" y="2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8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22" name="Google Shape;670;p50">
              <a:extLst>
                <a:ext uri="{FF2B5EF4-FFF2-40B4-BE49-F238E27FC236}">
                  <a16:creationId xmlns:a16="http://schemas.microsoft.com/office/drawing/2014/main" id="{B541025F-9356-4E83-AEAD-030E83FD9DE2}"/>
                </a:ext>
              </a:extLst>
            </p:cNvPr>
            <p:cNvGrpSpPr/>
            <p:nvPr/>
          </p:nvGrpSpPr>
          <p:grpSpPr>
            <a:xfrm>
              <a:off x="506412" y="2262188"/>
              <a:ext cx="2081212" cy="1100137"/>
              <a:chOff x="506412" y="2262188"/>
              <a:chExt cx="2081212" cy="1100137"/>
            </a:xfrm>
            <a:grpFill/>
          </p:grpSpPr>
          <p:sp>
            <p:nvSpPr>
              <p:cNvPr id="254" name="Google Shape;671;p50">
                <a:extLst>
                  <a:ext uri="{FF2B5EF4-FFF2-40B4-BE49-F238E27FC236}">
                    <a16:creationId xmlns:a16="http://schemas.microsoft.com/office/drawing/2014/main" id="{E5870979-48BB-493C-A4DC-A6D1057F9C10}"/>
                  </a:ext>
                </a:extLst>
              </p:cNvPr>
              <p:cNvSpPr/>
              <p:nvPr/>
            </p:nvSpPr>
            <p:spPr>
              <a:xfrm>
                <a:off x="506412" y="2266950"/>
                <a:ext cx="50800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32" h="29" extrusionOk="0">
                    <a:moveTo>
                      <a:pt x="0" y="12"/>
                    </a:moveTo>
                    <a:lnTo>
                      <a:pt x="4" y="29"/>
                    </a:lnTo>
                    <a:lnTo>
                      <a:pt x="19" y="22"/>
                    </a:lnTo>
                    <a:lnTo>
                      <a:pt x="29" y="14"/>
                    </a:lnTo>
                    <a:lnTo>
                      <a:pt x="32" y="2"/>
                    </a:lnTo>
                    <a:lnTo>
                      <a:pt x="19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5" name="Google Shape;672;p50">
                <a:extLst>
                  <a:ext uri="{FF2B5EF4-FFF2-40B4-BE49-F238E27FC236}">
                    <a16:creationId xmlns:a16="http://schemas.microsoft.com/office/drawing/2014/main" id="{B94F1B11-34B6-4DB4-88BF-E63F36DDECCC}"/>
                  </a:ext>
                </a:extLst>
              </p:cNvPr>
              <p:cNvSpPr/>
              <p:nvPr/>
            </p:nvSpPr>
            <p:spPr>
              <a:xfrm>
                <a:off x="966787" y="2262188"/>
                <a:ext cx="2063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3" h="22" extrusionOk="0">
                    <a:moveTo>
                      <a:pt x="0" y="12"/>
                    </a:moveTo>
                    <a:lnTo>
                      <a:pt x="8" y="22"/>
                    </a:lnTo>
                    <a:lnTo>
                      <a:pt x="13" y="17"/>
                    </a:lnTo>
                    <a:lnTo>
                      <a:pt x="1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6" name="Google Shape;673;p50">
                <a:extLst>
                  <a:ext uri="{FF2B5EF4-FFF2-40B4-BE49-F238E27FC236}">
                    <a16:creationId xmlns:a16="http://schemas.microsoft.com/office/drawing/2014/main" id="{178C27B0-08E9-425B-B54E-3C8D50430846}"/>
                  </a:ext>
                </a:extLst>
              </p:cNvPr>
              <p:cNvSpPr/>
              <p:nvPr/>
            </p:nvSpPr>
            <p:spPr>
              <a:xfrm>
                <a:off x="990600" y="2336800"/>
                <a:ext cx="428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32" extrusionOk="0">
                    <a:moveTo>
                      <a:pt x="27" y="26"/>
                    </a:moveTo>
                    <a:lnTo>
                      <a:pt x="22" y="16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24"/>
                    </a:lnTo>
                    <a:lnTo>
                      <a:pt x="23" y="32"/>
                    </a:lnTo>
                    <a:lnTo>
                      <a:pt x="27" y="2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7" name="Google Shape;674;p50">
                <a:extLst>
                  <a:ext uri="{FF2B5EF4-FFF2-40B4-BE49-F238E27FC236}">
                    <a16:creationId xmlns:a16="http://schemas.microsoft.com/office/drawing/2014/main" id="{57497B31-8B60-4175-AA17-09898A587F87}"/>
                  </a:ext>
                </a:extLst>
              </p:cNvPr>
              <p:cNvSpPr/>
              <p:nvPr/>
            </p:nvSpPr>
            <p:spPr>
              <a:xfrm>
                <a:off x="1014412" y="2401888"/>
                <a:ext cx="269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7" h="22" extrusionOk="0">
                    <a:moveTo>
                      <a:pt x="17" y="0"/>
                    </a:moveTo>
                    <a:lnTo>
                      <a:pt x="12" y="7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8" y="22"/>
                    </a:lnTo>
                    <a:lnTo>
                      <a:pt x="17" y="17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8" name="Google Shape;675;p50">
                <a:extLst>
                  <a:ext uri="{FF2B5EF4-FFF2-40B4-BE49-F238E27FC236}">
                    <a16:creationId xmlns:a16="http://schemas.microsoft.com/office/drawing/2014/main" id="{1E869751-A297-44DF-AD83-09219FBF3AA9}"/>
                  </a:ext>
                </a:extLst>
              </p:cNvPr>
              <p:cNvSpPr/>
              <p:nvPr/>
            </p:nvSpPr>
            <p:spPr>
              <a:xfrm>
                <a:off x="1033462" y="2444750"/>
                <a:ext cx="2698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4" extrusionOk="0">
                    <a:moveTo>
                      <a:pt x="8" y="0"/>
                    </a:moveTo>
                    <a:lnTo>
                      <a:pt x="0" y="2"/>
                    </a:lnTo>
                    <a:lnTo>
                      <a:pt x="0" y="15"/>
                    </a:lnTo>
                    <a:lnTo>
                      <a:pt x="12" y="24"/>
                    </a:lnTo>
                    <a:lnTo>
                      <a:pt x="17" y="22"/>
                    </a:lnTo>
                    <a:lnTo>
                      <a:pt x="12" y="1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9" name="Google Shape;676;p50">
                <a:extLst>
                  <a:ext uri="{FF2B5EF4-FFF2-40B4-BE49-F238E27FC236}">
                    <a16:creationId xmlns:a16="http://schemas.microsoft.com/office/drawing/2014/main" id="{FB9508A7-D3AD-4CA2-AB96-06757236046D}"/>
                  </a:ext>
                </a:extLst>
              </p:cNvPr>
              <p:cNvSpPr/>
              <p:nvPr/>
            </p:nvSpPr>
            <p:spPr>
              <a:xfrm>
                <a:off x="1204912" y="2570163"/>
                <a:ext cx="1382712" cy="792162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95" extrusionOk="0">
                    <a:moveTo>
                      <a:pt x="513" y="44"/>
                    </a:moveTo>
                    <a:cubicBezTo>
                      <a:pt x="508" y="38"/>
                      <a:pt x="508" y="38"/>
                      <a:pt x="508" y="38"/>
                    </a:cubicBezTo>
                    <a:cubicBezTo>
                      <a:pt x="503" y="29"/>
                      <a:pt x="503" y="29"/>
                      <a:pt x="503" y="29"/>
                    </a:cubicBezTo>
                    <a:cubicBezTo>
                      <a:pt x="488" y="37"/>
                      <a:pt x="488" y="37"/>
                      <a:pt x="488" y="37"/>
                    </a:cubicBezTo>
                    <a:cubicBezTo>
                      <a:pt x="474" y="51"/>
                      <a:pt x="474" y="51"/>
                      <a:pt x="474" y="51"/>
                    </a:cubicBezTo>
                    <a:cubicBezTo>
                      <a:pt x="439" y="52"/>
                      <a:pt x="439" y="52"/>
                      <a:pt x="439" y="52"/>
                    </a:cubicBezTo>
                    <a:cubicBezTo>
                      <a:pt x="429" y="67"/>
                      <a:pt x="429" y="67"/>
                      <a:pt x="429" y="67"/>
                    </a:cubicBezTo>
                    <a:cubicBezTo>
                      <a:pt x="432" y="66"/>
                      <a:pt x="432" y="66"/>
                      <a:pt x="432" y="66"/>
                    </a:cubicBezTo>
                    <a:cubicBezTo>
                      <a:pt x="431" y="70"/>
                      <a:pt x="431" y="70"/>
                      <a:pt x="431" y="70"/>
                    </a:cubicBezTo>
                    <a:cubicBezTo>
                      <a:pt x="431" y="73"/>
                      <a:pt x="431" y="73"/>
                      <a:pt x="431" y="73"/>
                    </a:cubicBezTo>
                    <a:cubicBezTo>
                      <a:pt x="428" y="78"/>
                      <a:pt x="428" y="78"/>
                      <a:pt x="428" y="78"/>
                    </a:cubicBezTo>
                    <a:cubicBezTo>
                      <a:pt x="406" y="80"/>
                      <a:pt x="406" y="80"/>
                      <a:pt x="406" y="80"/>
                    </a:cubicBezTo>
                    <a:cubicBezTo>
                      <a:pt x="402" y="84"/>
                      <a:pt x="402" y="84"/>
                      <a:pt x="402" y="84"/>
                    </a:cubicBezTo>
                    <a:cubicBezTo>
                      <a:pt x="404" y="84"/>
                      <a:pt x="404" y="84"/>
                      <a:pt x="404" y="84"/>
                    </a:cubicBezTo>
                    <a:cubicBezTo>
                      <a:pt x="408" y="85"/>
                      <a:pt x="408" y="85"/>
                      <a:pt x="408" y="85"/>
                    </a:cubicBezTo>
                    <a:cubicBezTo>
                      <a:pt x="405" y="88"/>
                      <a:pt x="405" y="88"/>
                      <a:pt x="405" y="88"/>
                    </a:cubicBezTo>
                    <a:cubicBezTo>
                      <a:pt x="399" y="89"/>
                      <a:pt x="399" y="89"/>
                      <a:pt x="399" y="89"/>
                    </a:cubicBezTo>
                    <a:cubicBezTo>
                      <a:pt x="393" y="95"/>
                      <a:pt x="393" y="95"/>
                      <a:pt x="393" y="95"/>
                    </a:cubicBezTo>
                    <a:cubicBezTo>
                      <a:pt x="376" y="102"/>
                      <a:pt x="376" y="102"/>
                      <a:pt x="376" y="102"/>
                    </a:cubicBezTo>
                    <a:cubicBezTo>
                      <a:pt x="370" y="99"/>
                      <a:pt x="370" y="99"/>
                      <a:pt x="370" y="99"/>
                    </a:cubicBezTo>
                    <a:cubicBezTo>
                      <a:pt x="372" y="95"/>
                      <a:pt x="372" y="95"/>
                      <a:pt x="372" y="95"/>
                    </a:cubicBezTo>
                    <a:cubicBezTo>
                      <a:pt x="370" y="93"/>
                      <a:pt x="370" y="93"/>
                      <a:pt x="370" y="93"/>
                    </a:cubicBezTo>
                    <a:cubicBezTo>
                      <a:pt x="368" y="88"/>
                      <a:pt x="368" y="88"/>
                      <a:pt x="368" y="88"/>
                    </a:cubicBezTo>
                    <a:cubicBezTo>
                      <a:pt x="373" y="82"/>
                      <a:pt x="373" y="82"/>
                      <a:pt x="373" y="82"/>
                    </a:cubicBezTo>
                    <a:cubicBezTo>
                      <a:pt x="373" y="69"/>
                      <a:pt x="373" y="69"/>
                      <a:pt x="373" y="69"/>
                    </a:cubicBezTo>
                    <a:cubicBezTo>
                      <a:pt x="368" y="71"/>
                      <a:pt x="368" y="71"/>
                      <a:pt x="368" y="71"/>
                    </a:cubicBezTo>
                    <a:cubicBezTo>
                      <a:pt x="363" y="77"/>
                      <a:pt x="363" y="77"/>
                      <a:pt x="363" y="77"/>
                    </a:cubicBezTo>
                    <a:cubicBezTo>
                      <a:pt x="361" y="76"/>
                      <a:pt x="360" y="75"/>
                      <a:pt x="360" y="74"/>
                    </a:cubicBezTo>
                    <a:cubicBezTo>
                      <a:pt x="360" y="73"/>
                      <a:pt x="362" y="71"/>
                      <a:pt x="366" y="67"/>
                    </a:cubicBezTo>
                    <a:cubicBezTo>
                      <a:pt x="369" y="60"/>
                      <a:pt x="369" y="60"/>
                      <a:pt x="369" y="60"/>
                    </a:cubicBezTo>
                    <a:cubicBezTo>
                      <a:pt x="366" y="50"/>
                      <a:pt x="366" y="50"/>
                      <a:pt x="366" y="50"/>
                    </a:cubicBezTo>
                    <a:cubicBezTo>
                      <a:pt x="362" y="48"/>
                      <a:pt x="362" y="48"/>
                      <a:pt x="362" y="48"/>
                    </a:cubicBezTo>
                    <a:cubicBezTo>
                      <a:pt x="356" y="49"/>
                      <a:pt x="356" y="49"/>
                      <a:pt x="356" y="49"/>
                    </a:cubicBezTo>
                    <a:cubicBezTo>
                      <a:pt x="352" y="54"/>
                      <a:pt x="352" y="54"/>
                      <a:pt x="352" y="54"/>
                    </a:cubicBezTo>
                    <a:cubicBezTo>
                      <a:pt x="349" y="52"/>
                      <a:pt x="349" y="52"/>
                      <a:pt x="349" y="52"/>
                    </a:cubicBezTo>
                    <a:cubicBezTo>
                      <a:pt x="342" y="65"/>
                      <a:pt x="342" y="65"/>
                      <a:pt x="342" y="65"/>
                    </a:cubicBezTo>
                    <a:cubicBezTo>
                      <a:pt x="344" y="78"/>
                      <a:pt x="344" y="78"/>
                      <a:pt x="344" y="78"/>
                    </a:cubicBezTo>
                    <a:cubicBezTo>
                      <a:pt x="342" y="88"/>
                      <a:pt x="342" y="88"/>
                      <a:pt x="342" y="88"/>
                    </a:cubicBezTo>
                    <a:cubicBezTo>
                      <a:pt x="337" y="93"/>
                      <a:pt x="337" y="93"/>
                      <a:pt x="337" y="93"/>
                    </a:cubicBezTo>
                    <a:cubicBezTo>
                      <a:pt x="333" y="92"/>
                      <a:pt x="333" y="92"/>
                      <a:pt x="333" y="92"/>
                    </a:cubicBezTo>
                    <a:cubicBezTo>
                      <a:pt x="330" y="87"/>
                      <a:pt x="330" y="87"/>
                      <a:pt x="330" y="87"/>
                    </a:cubicBezTo>
                    <a:cubicBezTo>
                      <a:pt x="330" y="70"/>
                      <a:pt x="330" y="70"/>
                      <a:pt x="330" y="70"/>
                    </a:cubicBezTo>
                    <a:cubicBezTo>
                      <a:pt x="331" y="62"/>
                      <a:pt x="331" y="62"/>
                      <a:pt x="331" y="62"/>
                    </a:cubicBezTo>
                    <a:cubicBezTo>
                      <a:pt x="335" y="54"/>
                      <a:pt x="335" y="54"/>
                      <a:pt x="335" y="54"/>
                    </a:cubicBezTo>
                    <a:cubicBezTo>
                      <a:pt x="331" y="56"/>
                      <a:pt x="331" y="56"/>
                      <a:pt x="331" y="56"/>
                    </a:cubicBezTo>
                    <a:cubicBezTo>
                      <a:pt x="327" y="61"/>
                      <a:pt x="327" y="61"/>
                      <a:pt x="327" y="61"/>
                    </a:cubicBezTo>
                    <a:cubicBezTo>
                      <a:pt x="329" y="53"/>
                      <a:pt x="329" y="53"/>
                      <a:pt x="329" y="53"/>
                    </a:cubicBezTo>
                    <a:cubicBezTo>
                      <a:pt x="332" y="48"/>
                      <a:pt x="332" y="48"/>
                      <a:pt x="332" y="48"/>
                    </a:cubicBezTo>
                    <a:cubicBezTo>
                      <a:pt x="340" y="45"/>
                      <a:pt x="340" y="45"/>
                      <a:pt x="340" y="45"/>
                    </a:cubicBezTo>
                    <a:cubicBezTo>
                      <a:pt x="345" y="47"/>
                      <a:pt x="345" y="47"/>
                      <a:pt x="345" y="47"/>
                    </a:cubicBezTo>
                    <a:cubicBezTo>
                      <a:pt x="350" y="42"/>
                      <a:pt x="350" y="42"/>
                      <a:pt x="350" y="42"/>
                    </a:cubicBezTo>
                    <a:cubicBezTo>
                      <a:pt x="359" y="42"/>
                      <a:pt x="359" y="42"/>
                      <a:pt x="359" y="42"/>
                    </a:cubicBezTo>
                    <a:cubicBezTo>
                      <a:pt x="353" y="37"/>
                      <a:pt x="353" y="37"/>
                      <a:pt x="353" y="37"/>
                    </a:cubicBezTo>
                    <a:cubicBezTo>
                      <a:pt x="352" y="32"/>
                      <a:pt x="352" y="32"/>
                      <a:pt x="352" y="32"/>
                    </a:cubicBezTo>
                    <a:cubicBezTo>
                      <a:pt x="343" y="36"/>
                      <a:pt x="343" y="36"/>
                      <a:pt x="343" y="36"/>
                    </a:cubicBezTo>
                    <a:cubicBezTo>
                      <a:pt x="337" y="37"/>
                      <a:pt x="337" y="37"/>
                      <a:pt x="337" y="37"/>
                    </a:cubicBezTo>
                    <a:cubicBezTo>
                      <a:pt x="334" y="32"/>
                      <a:pt x="334" y="32"/>
                      <a:pt x="334" y="32"/>
                    </a:cubicBezTo>
                    <a:cubicBezTo>
                      <a:pt x="325" y="31"/>
                      <a:pt x="325" y="31"/>
                      <a:pt x="325" y="31"/>
                    </a:cubicBezTo>
                    <a:cubicBezTo>
                      <a:pt x="331" y="24"/>
                      <a:pt x="331" y="24"/>
                      <a:pt x="331" y="24"/>
                    </a:cubicBezTo>
                    <a:cubicBezTo>
                      <a:pt x="311" y="35"/>
                      <a:pt x="311" y="35"/>
                      <a:pt x="311" y="35"/>
                    </a:cubicBezTo>
                    <a:cubicBezTo>
                      <a:pt x="307" y="35"/>
                      <a:pt x="307" y="35"/>
                      <a:pt x="307" y="35"/>
                    </a:cubicBezTo>
                    <a:cubicBezTo>
                      <a:pt x="306" y="31"/>
                      <a:pt x="306" y="31"/>
                      <a:pt x="306" y="31"/>
                    </a:cubicBezTo>
                    <a:cubicBezTo>
                      <a:pt x="301" y="31"/>
                      <a:pt x="301" y="31"/>
                      <a:pt x="301" y="31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2"/>
                      <a:pt x="293" y="32"/>
                      <a:pt x="293" y="32"/>
                    </a:cubicBezTo>
                    <a:cubicBezTo>
                      <a:pt x="297" y="27"/>
                      <a:pt x="297" y="27"/>
                      <a:pt x="297" y="27"/>
                    </a:cubicBezTo>
                    <a:cubicBezTo>
                      <a:pt x="307" y="23"/>
                      <a:pt x="307" y="23"/>
                      <a:pt x="307" y="23"/>
                    </a:cubicBezTo>
                    <a:cubicBezTo>
                      <a:pt x="308" y="22"/>
                      <a:pt x="308" y="22"/>
                      <a:pt x="308" y="22"/>
                    </a:cubicBezTo>
                    <a:cubicBezTo>
                      <a:pt x="293" y="15"/>
                      <a:pt x="293" y="15"/>
                      <a:pt x="293" y="15"/>
                    </a:cubicBezTo>
                    <a:cubicBezTo>
                      <a:pt x="286" y="15"/>
                      <a:pt x="286" y="15"/>
                      <a:pt x="286" y="15"/>
                    </a:cubicBezTo>
                    <a:cubicBezTo>
                      <a:pt x="276" y="9"/>
                      <a:pt x="276" y="9"/>
                      <a:pt x="276" y="9"/>
                    </a:cubicBezTo>
                    <a:cubicBezTo>
                      <a:pt x="272" y="1"/>
                      <a:pt x="272" y="1"/>
                      <a:pt x="272" y="1"/>
                    </a:cubicBezTo>
                    <a:cubicBezTo>
                      <a:pt x="266" y="0"/>
                      <a:pt x="266" y="0"/>
                      <a:pt x="266" y="0"/>
                    </a:cubicBezTo>
                    <a:cubicBezTo>
                      <a:pt x="264" y="3"/>
                      <a:pt x="264" y="3"/>
                      <a:pt x="264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3" y="84"/>
                      <a:pt x="3" y="84"/>
                      <a:pt x="3" y="84"/>
                    </a:cubicBezTo>
                    <a:cubicBezTo>
                      <a:pt x="8" y="97"/>
                      <a:pt x="8" y="97"/>
                      <a:pt x="8" y="97"/>
                    </a:cubicBezTo>
                    <a:cubicBezTo>
                      <a:pt x="8" y="105"/>
                      <a:pt x="8" y="105"/>
                      <a:pt x="8" y="105"/>
                    </a:cubicBezTo>
                    <a:cubicBezTo>
                      <a:pt x="5" y="112"/>
                      <a:pt x="5" y="112"/>
                      <a:pt x="5" y="112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27" y="161"/>
                      <a:pt x="27" y="161"/>
                      <a:pt x="27" y="161"/>
                    </a:cubicBezTo>
                    <a:cubicBezTo>
                      <a:pt x="37" y="170"/>
                      <a:pt x="37" y="170"/>
                      <a:pt x="37" y="170"/>
                    </a:cubicBezTo>
                    <a:cubicBezTo>
                      <a:pt x="38" y="179"/>
                      <a:pt x="38" y="179"/>
                      <a:pt x="38" y="179"/>
                    </a:cubicBezTo>
                    <a:cubicBezTo>
                      <a:pt x="57" y="187"/>
                      <a:pt x="57" y="187"/>
                      <a:pt x="57" y="187"/>
                    </a:cubicBezTo>
                    <a:cubicBezTo>
                      <a:pt x="66" y="194"/>
                      <a:pt x="66" y="194"/>
                      <a:pt x="66" y="194"/>
                    </a:cubicBezTo>
                    <a:cubicBezTo>
                      <a:pt x="70" y="206"/>
                      <a:pt x="70" y="206"/>
                      <a:pt x="70" y="206"/>
                    </a:cubicBezTo>
                    <a:cubicBezTo>
                      <a:pt x="98" y="202"/>
                      <a:pt x="98" y="202"/>
                      <a:pt x="98" y="202"/>
                    </a:cubicBezTo>
                    <a:cubicBezTo>
                      <a:pt x="98" y="206"/>
                      <a:pt x="98" y="206"/>
                      <a:pt x="98" y="206"/>
                    </a:cubicBezTo>
                    <a:cubicBezTo>
                      <a:pt x="114" y="210"/>
                      <a:pt x="130" y="214"/>
                      <a:pt x="145" y="218"/>
                    </a:cubicBezTo>
                    <a:cubicBezTo>
                      <a:pt x="145" y="215"/>
                      <a:pt x="145" y="215"/>
                      <a:pt x="145" y="215"/>
                    </a:cubicBezTo>
                    <a:cubicBezTo>
                      <a:pt x="163" y="215"/>
                      <a:pt x="163" y="215"/>
                      <a:pt x="163" y="215"/>
                    </a:cubicBezTo>
                    <a:cubicBezTo>
                      <a:pt x="177" y="227"/>
                      <a:pt x="177" y="227"/>
                      <a:pt x="177" y="227"/>
                    </a:cubicBezTo>
                    <a:cubicBezTo>
                      <a:pt x="178" y="235"/>
                      <a:pt x="178" y="235"/>
                      <a:pt x="178" y="235"/>
                    </a:cubicBezTo>
                    <a:cubicBezTo>
                      <a:pt x="189" y="244"/>
                      <a:pt x="189" y="244"/>
                      <a:pt x="189" y="244"/>
                    </a:cubicBezTo>
                    <a:cubicBezTo>
                      <a:pt x="195" y="235"/>
                      <a:pt x="195" y="235"/>
                      <a:pt x="195" y="235"/>
                    </a:cubicBezTo>
                    <a:cubicBezTo>
                      <a:pt x="203" y="235"/>
                      <a:pt x="203" y="235"/>
                      <a:pt x="203" y="235"/>
                    </a:cubicBezTo>
                    <a:cubicBezTo>
                      <a:pt x="203" y="235"/>
                      <a:pt x="203" y="235"/>
                      <a:pt x="203" y="235"/>
                    </a:cubicBezTo>
                    <a:cubicBezTo>
                      <a:pt x="208" y="240"/>
                      <a:pt x="208" y="240"/>
                      <a:pt x="208" y="240"/>
                    </a:cubicBezTo>
                    <a:cubicBezTo>
                      <a:pt x="220" y="267"/>
                      <a:pt x="220" y="267"/>
                      <a:pt x="220" y="267"/>
                    </a:cubicBezTo>
                    <a:cubicBezTo>
                      <a:pt x="221" y="267"/>
                      <a:pt x="221" y="267"/>
                      <a:pt x="221" y="267"/>
                    </a:cubicBezTo>
                    <a:cubicBezTo>
                      <a:pt x="221" y="268"/>
                      <a:pt x="221" y="268"/>
                      <a:pt x="221" y="268"/>
                    </a:cubicBezTo>
                    <a:cubicBezTo>
                      <a:pt x="224" y="270"/>
                      <a:pt x="226" y="272"/>
                      <a:pt x="228" y="274"/>
                    </a:cubicBezTo>
                    <a:cubicBezTo>
                      <a:pt x="233" y="277"/>
                      <a:pt x="237" y="280"/>
                      <a:pt x="242" y="282"/>
                    </a:cubicBezTo>
                    <a:cubicBezTo>
                      <a:pt x="245" y="284"/>
                      <a:pt x="245" y="284"/>
                      <a:pt x="245" y="284"/>
                    </a:cubicBezTo>
                    <a:cubicBezTo>
                      <a:pt x="246" y="265"/>
                      <a:pt x="246" y="265"/>
                      <a:pt x="246" y="265"/>
                    </a:cubicBezTo>
                    <a:cubicBezTo>
                      <a:pt x="250" y="259"/>
                      <a:pt x="250" y="259"/>
                      <a:pt x="250" y="259"/>
                    </a:cubicBezTo>
                    <a:cubicBezTo>
                      <a:pt x="265" y="246"/>
                      <a:pt x="265" y="246"/>
                      <a:pt x="265" y="246"/>
                    </a:cubicBezTo>
                    <a:cubicBezTo>
                      <a:pt x="271" y="244"/>
                      <a:pt x="271" y="244"/>
                      <a:pt x="271" y="244"/>
                    </a:cubicBezTo>
                    <a:cubicBezTo>
                      <a:pt x="277" y="239"/>
                      <a:pt x="277" y="239"/>
                      <a:pt x="277" y="239"/>
                    </a:cubicBezTo>
                    <a:cubicBezTo>
                      <a:pt x="288" y="235"/>
                      <a:pt x="288" y="235"/>
                      <a:pt x="288" y="235"/>
                    </a:cubicBezTo>
                    <a:cubicBezTo>
                      <a:pt x="298" y="238"/>
                      <a:pt x="298" y="238"/>
                      <a:pt x="298" y="238"/>
                    </a:cubicBezTo>
                    <a:cubicBezTo>
                      <a:pt x="303" y="243"/>
                      <a:pt x="303" y="243"/>
                      <a:pt x="303" y="243"/>
                    </a:cubicBezTo>
                    <a:cubicBezTo>
                      <a:pt x="308" y="243"/>
                      <a:pt x="308" y="243"/>
                      <a:pt x="308" y="243"/>
                    </a:cubicBezTo>
                    <a:cubicBezTo>
                      <a:pt x="309" y="239"/>
                      <a:pt x="309" y="239"/>
                      <a:pt x="309" y="239"/>
                    </a:cubicBezTo>
                    <a:cubicBezTo>
                      <a:pt x="313" y="240"/>
                      <a:pt x="313" y="240"/>
                      <a:pt x="313" y="240"/>
                    </a:cubicBezTo>
                    <a:cubicBezTo>
                      <a:pt x="318" y="243"/>
                      <a:pt x="318" y="243"/>
                      <a:pt x="318" y="243"/>
                    </a:cubicBezTo>
                    <a:cubicBezTo>
                      <a:pt x="319" y="240"/>
                      <a:pt x="319" y="240"/>
                      <a:pt x="319" y="240"/>
                    </a:cubicBezTo>
                    <a:cubicBezTo>
                      <a:pt x="316" y="238"/>
                      <a:pt x="316" y="238"/>
                      <a:pt x="316" y="238"/>
                    </a:cubicBezTo>
                    <a:cubicBezTo>
                      <a:pt x="317" y="235"/>
                      <a:pt x="317" y="235"/>
                      <a:pt x="317" y="235"/>
                    </a:cubicBezTo>
                    <a:cubicBezTo>
                      <a:pt x="310" y="231"/>
                      <a:pt x="310" y="231"/>
                      <a:pt x="310" y="231"/>
                    </a:cubicBezTo>
                    <a:cubicBezTo>
                      <a:pt x="307" y="227"/>
                      <a:pt x="307" y="227"/>
                      <a:pt x="307" y="227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11" y="226"/>
                      <a:pt x="311" y="226"/>
                      <a:pt x="311" y="226"/>
                    </a:cubicBezTo>
                    <a:cubicBezTo>
                      <a:pt x="314" y="229"/>
                      <a:pt x="314" y="229"/>
                      <a:pt x="314" y="229"/>
                    </a:cubicBezTo>
                    <a:cubicBezTo>
                      <a:pt x="321" y="231"/>
                      <a:pt x="321" y="231"/>
                      <a:pt x="321" y="231"/>
                    </a:cubicBezTo>
                    <a:cubicBezTo>
                      <a:pt x="327" y="229"/>
                      <a:pt x="327" y="229"/>
                      <a:pt x="327" y="229"/>
                    </a:cubicBezTo>
                    <a:cubicBezTo>
                      <a:pt x="333" y="229"/>
                      <a:pt x="333" y="229"/>
                      <a:pt x="333" y="229"/>
                    </a:cubicBezTo>
                    <a:cubicBezTo>
                      <a:pt x="337" y="231"/>
                      <a:pt x="337" y="231"/>
                      <a:pt x="337" y="231"/>
                    </a:cubicBezTo>
                    <a:cubicBezTo>
                      <a:pt x="341" y="230"/>
                      <a:pt x="341" y="230"/>
                      <a:pt x="341" y="230"/>
                    </a:cubicBezTo>
                    <a:cubicBezTo>
                      <a:pt x="345" y="228"/>
                      <a:pt x="345" y="228"/>
                      <a:pt x="345" y="228"/>
                    </a:cubicBezTo>
                    <a:cubicBezTo>
                      <a:pt x="351" y="230"/>
                      <a:pt x="351" y="230"/>
                      <a:pt x="351" y="230"/>
                    </a:cubicBezTo>
                    <a:cubicBezTo>
                      <a:pt x="353" y="236"/>
                      <a:pt x="353" y="236"/>
                      <a:pt x="353" y="236"/>
                    </a:cubicBezTo>
                    <a:cubicBezTo>
                      <a:pt x="356" y="238"/>
                      <a:pt x="356" y="238"/>
                      <a:pt x="356" y="238"/>
                    </a:cubicBezTo>
                    <a:cubicBezTo>
                      <a:pt x="364" y="234"/>
                      <a:pt x="364" y="234"/>
                      <a:pt x="364" y="234"/>
                    </a:cubicBezTo>
                    <a:cubicBezTo>
                      <a:pt x="366" y="234"/>
                      <a:pt x="366" y="234"/>
                      <a:pt x="366" y="234"/>
                    </a:cubicBezTo>
                    <a:cubicBezTo>
                      <a:pt x="372" y="243"/>
                      <a:pt x="372" y="243"/>
                      <a:pt x="372" y="243"/>
                    </a:cubicBezTo>
                    <a:cubicBezTo>
                      <a:pt x="373" y="250"/>
                      <a:pt x="373" y="250"/>
                      <a:pt x="373" y="250"/>
                    </a:cubicBezTo>
                    <a:cubicBezTo>
                      <a:pt x="371" y="261"/>
                      <a:pt x="371" y="261"/>
                      <a:pt x="371" y="261"/>
                    </a:cubicBezTo>
                    <a:cubicBezTo>
                      <a:pt x="373" y="268"/>
                      <a:pt x="373" y="268"/>
                      <a:pt x="373" y="268"/>
                    </a:cubicBezTo>
                    <a:cubicBezTo>
                      <a:pt x="378" y="271"/>
                      <a:pt x="378" y="271"/>
                      <a:pt x="378" y="271"/>
                    </a:cubicBezTo>
                    <a:cubicBezTo>
                      <a:pt x="385" y="285"/>
                      <a:pt x="385" y="285"/>
                      <a:pt x="385" y="285"/>
                    </a:cubicBezTo>
                    <a:cubicBezTo>
                      <a:pt x="391" y="288"/>
                      <a:pt x="391" y="288"/>
                      <a:pt x="391" y="288"/>
                    </a:cubicBezTo>
                    <a:cubicBezTo>
                      <a:pt x="392" y="290"/>
                      <a:pt x="392" y="290"/>
                      <a:pt x="392" y="290"/>
                    </a:cubicBezTo>
                    <a:cubicBezTo>
                      <a:pt x="389" y="295"/>
                      <a:pt x="389" y="295"/>
                      <a:pt x="389" y="295"/>
                    </a:cubicBezTo>
                    <a:cubicBezTo>
                      <a:pt x="395" y="289"/>
                      <a:pt x="395" y="289"/>
                      <a:pt x="395" y="289"/>
                    </a:cubicBezTo>
                    <a:cubicBezTo>
                      <a:pt x="398" y="279"/>
                      <a:pt x="398" y="279"/>
                      <a:pt x="398" y="279"/>
                    </a:cubicBezTo>
                    <a:cubicBezTo>
                      <a:pt x="397" y="261"/>
                      <a:pt x="397" y="261"/>
                      <a:pt x="397" y="261"/>
                    </a:cubicBezTo>
                    <a:cubicBezTo>
                      <a:pt x="387" y="232"/>
                      <a:pt x="387" y="232"/>
                      <a:pt x="387" y="232"/>
                    </a:cubicBezTo>
                    <a:cubicBezTo>
                      <a:pt x="387" y="221"/>
                      <a:pt x="387" y="221"/>
                      <a:pt x="387" y="221"/>
                    </a:cubicBezTo>
                    <a:cubicBezTo>
                      <a:pt x="391" y="206"/>
                      <a:pt x="391" y="206"/>
                      <a:pt x="391" y="206"/>
                    </a:cubicBezTo>
                    <a:cubicBezTo>
                      <a:pt x="401" y="201"/>
                      <a:pt x="401" y="201"/>
                      <a:pt x="401" y="201"/>
                    </a:cubicBezTo>
                    <a:cubicBezTo>
                      <a:pt x="415" y="191"/>
                      <a:pt x="415" y="191"/>
                      <a:pt x="415" y="191"/>
                    </a:cubicBezTo>
                    <a:cubicBezTo>
                      <a:pt x="433" y="170"/>
                      <a:pt x="433" y="170"/>
                      <a:pt x="433" y="170"/>
                    </a:cubicBezTo>
                    <a:cubicBezTo>
                      <a:pt x="434" y="156"/>
                      <a:pt x="434" y="156"/>
                      <a:pt x="434" y="156"/>
                    </a:cubicBezTo>
                    <a:cubicBezTo>
                      <a:pt x="428" y="152"/>
                      <a:pt x="428" y="152"/>
                      <a:pt x="428" y="152"/>
                    </a:cubicBezTo>
                    <a:cubicBezTo>
                      <a:pt x="426" y="147"/>
                      <a:pt x="426" y="147"/>
                      <a:pt x="426" y="147"/>
                    </a:cubicBezTo>
                    <a:cubicBezTo>
                      <a:pt x="426" y="133"/>
                      <a:pt x="426" y="133"/>
                      <a:pt x="426" y="133"/>
                    </a:cubicBezTo>
                    <a:cubicBezTo>
                      <a:pt x="431" y="122"/>
                      <a:pt x="431" y="122"/>
                      <a:pt x="431" y="122"/>
                    </a:cubicBezTo>
                    <a:cubicBezTo>
                      <a:pt x="431" y="130"/>
                      <a:pt x="431" y="130"/>
                      <a:pt x="431" y="130"/>
                    </a:cubicBezTo>
                    <a:cubicBezTo>
                      <a:pt x="432" y="133"/>
                      <a:pt x="432" y="133"/>
                      <a:pt x="432" y="133"/>
                    </a:cubicBezTo>
                    <a:cubicBezTo>
                      <a:pt x="431" y="137"/>
                      <a:pt x="431" y="137"/>
                      <a:pt x="431" y="137"/>
                    </a:cubicBezTo>
                    <a:cubicBezTo>
                      <a:pt x="435" y="143"/>
                      <a:pt x="435" y="143"/>
                      <a:pt x="435" y="143"/>
                    </a:cubicBezTo>
                    <a:cubicBezTo>
                      <a:pt x="434" y="150"/>
                      <a:pt x="434" y="150"/>
                      <a:pt x="434" y="150"/>
                    </a:cubicBezTo>
                    <a:cubicBezTo>
                      <a:pt x="442" y="136"/>
                      <a:pt x="442" y="136"/>
                      <a:pt x="442" y="136"/>
                    </a:cubicBezTo>
                    <a:cubicBezTo>
                      <a:pt x="443" y="130"/>
                      <a:pt x="443" y="130"/>
                      <a:pt x="443" y="130"/>
                    </a:cubicBezTo>
                    <a:cubicBezTo>
                      <a:pt x="438" y="125"/>
                      <a:pt x="438" y="125"/>
                      <a:pt x="438" y="125"/>
                    </a:cubicBezTo>
                    <a:cubicBezTo>
                      <a:pt x="439" y="115"/>
                      <a:pt x="439" y="115"/>
                      <a:pt x="439" y="115"/>
                    </a:cubicBezTo>
                    <a:cubicBezTo>
                      <a:pt x="443" y="121"/>
                      <a:pt x="443" y="121"/>
                      <a:pt x="443" y="121"/>
                    </a:cubicBezTo>
                    <a:cubicBezTo>
                      <a:pt x="445" y="127"/>
                      <a:pt x="445" y="127"/>
                      <a:pt x="445" y="127"/>
                    </a:cubicBezTo>
                    <a:cubicBezTo>
                      <a:pt x="455" y="108"/>
                      <a:pt x="455" y="108"/>
                      <a:pt x="455" y="108"/>
                    </a:cubicBezTo>
                    <a:cubicBezTo>
                      <a:pt x="451" y="107"/>
                      <a:pt x="451" y="107"/>
                      <a:pt x="451" y="107"/>
                    </a:cubicBezTo>
                    <a:cubicBezTo>
                      <a:pt x="452" y="104"/>
                      <a:pt x="452" y="104"/>
                      <a:pt x="452" y="104"/>
                    </a:cubicBezTo>
                    <a:cubicBezTo>
                      <a:pt x="458" y="97"/>
                      <a:pt x="458" y="97"/>
                      <a:pt x="458" y="97"/>
                    </a:cubicBezTo>
                    <a:cubicBezTo>
                      <a:pt x="473" y="93"/>
                      <a:pt x="473" y="93"/>
                      <a:pt x="473" y="93"/>
                    </a:cubicBezTo>
                    <a:cubicBezTo>
                      <a:pt x="484" y="91"/>
                      <a:pt x="484" y="91"/>
                      <a:pt x="484" y="91"/>
                    </a:cubicBezTo>
                    <a:cubicBezTo>
                      <a:pt x="485" y="88"/>
                      <a:pt x="485" y="88"/>
                      <a:pt x="485" y="88"/>
                    </a:cubicBezTo>
                    <a:cubicBezTo>
                      <a:pt x="481" y="84"/>
                      <a:pt x="481" y="84"/>
                      <a:pt x="481" y="84"/>
                    </a:cubicBezTo>
                    <a:cubicBezTo>
                      <a:pt x="482" y="77"/>
                      <a:pt x="482" y="77"/>
                      <a:pt x="482" y="77"/>
                    </a:cubicBezTo>
                    <a:cubicBezTo>
                      <a:pt x="494" y="69"/>
                      <a:pt x="494" y="69"/>
                      <a:pt x="494" y="69"/>
                    </a:cubicBezTo>
                    <a:cubicBezTo>
                      <a:pt x="496" y="64"/>
                      <a:pt x="496" y="64"/>
                      <a:pt x="496" y="64"/>
                    </a:cubicBezTo>
                    <a:cubicBezTo>
                      <a:pt x="498" y="66"/>
                      <a:pt x="498" y="66"/>
                      <a:pt x="498" y="66"/>
                    </a:cubicBezTo>
                    <a:cubicBezTo>
                      <a:pt x="498" y="69"/>
                      <a:pt x="498" y="69"/>
                      <a:pt x="498" y="69"/>
                    </a:cubicBezTo>
                    <a:cubicBezTo>
                      <a:pt x="511" y="61"/>
                      <a:pt x="511" y="61"/>
                      <a:pt x="511" y="61"/>
                    </a:cubicBezTo>
                    <a:cubicBezTo>
                      <a:pt x="511" y="54"/>
                      <a:pt x="511" y="54"/>
                      <a:pt x="511" y="54"/>
                    </a:cubicBezTo>
                    <a:cubicBezTo>
                      <a:pt x="515" y="54"/>
                      <a:pt x="515" y="54"/>
                      <a:pt x="515" y="54"/>
                    </a:cubicBezTo>
                    <a:lnTo>
                      <a:pt x="513" y="4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23" name="Google Shape;677;p50">
              <a:extLst>
                <a:ext uri="{FF2B5EF4-FFF2-40B4-BE49-F238E27FC236}">
                  <a16:creationId xmlns:a16="http://schemas.microsoft.com/office/drawing/2014/main" id="{5470AF1D-BA05-4090-AA64-8BA447F89432}"/>
                </a:ext>
              </a:extLst>
            </p:cNvPr>
            <p:cNvSpPr/>
            <p:nvPr/>
          </p:nvSpPr>
          <p:spPr>
            <a:xfrm>
              <a:off x="184150" y="1636712"/>
              <a:ext cx="877887" cy="735013"/>
            </a:xfrm>
            <a:custGeom>
              <a:avLst/>
              <a:gdLst/>
              <a:ahLst/>
              <a:cxnLst/>
              <a:rect l="l" t="t" r="r" b="b"/>
              <a:pathLst>
                <a:path w="327" h="274" extrusionOk="0">
                  <a:moveTo>
                    <a:pt x="321" y="240"/>
                  </a:moveTo>
                  <a:cubicBezTo>
                    <a:pt x="314" y="227"/>
                    <a:pt x="314" y="227"/>
                    <a:pt x="314" y="227"/>
                  </a:cubicBezTo>
                  <a:cubicBezTo>
                    <a:pt x="307" y="215"/>
                    <a:pt x="307" y="215"/>
                    <a:pt x="307" y="215"/>
                  </a:cubicBezTo>
                  <a:cubicBezTo>
                    <a:pt x="273" y="206"/>
                    <a:pt x="273" y="206"/>
                    <a:pt x="273" y="206"/>
                  </a:cubicBezTo>
                  <a:cubicBezTo>
                    <a:pt x="255" y="194"/>
                    <a:pt x="255" y="194"/>
                    <a:pt x="255" y="194"/>
                  </a:cubicBezTo>
                  <a:cubicBezTo>
                    <a:pt x="243" y="194"/>
                    <a:pt x="243" y="194"/>
                    <a:pt x="243" y="194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3" y="35"/>
                    <a:pt x="230" y="35"/>
                    <a:pt x="227" y="34"/>
                  </a:cubicBezTo>
                  <a:cubicBezTo>
                    <a:pt x="218" y="33"/>
                    <a:pt x="209" y="30"/>
                    <a:pt x="200" y="28"/>
                  </a:cubicBezTo>
                  <a:cubicBezTo>
                    <a:pt x="200" y="23"/>
                    <a:pt x="200" y="23"/>
                    <a:pt x="200" y="23"/>
                  </a:cubicBezTo>
                  <a:cubicBezTo>
                    <a:pt x="197" y="21"/>
                    <a:pt x="195" y="21"/>
                    <a:pt x="193" y="20"/>
                  </a:cubicBezTo>
                  <a:cubicBezTo>
                    <a:pt x="188" y="19"/>
                    <a:pt x="184" y="18"/>
                    <a:pt x="180" y="18"/>
                  </a:cubicBezTo>
                  <a:cubicBezTo>
                    <a:pt x="179" y="11"/>
                    <a:pt x="179" y="11"/>
                    <a:pt x="179" y="11"/>
                  </a:cubicBezTo>
                  <a:cubicBezTo>
                    <a:pt x="160" y="10"/>
                    <a:pt x="160" y="10"/>
                    <a:pt x="160" y="10"/>
                  </a:cubicBezTo>
                  <a:cubicBezTo>
                    <a:pt x="165" y="4"/>
                    <a:pt x="165" y="4"/>
                    <a:pt x="165" y="4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137" y="4"/>
                    <a:pt x="137" y="4"/>
                    <a:pt x="137" y="4"/>
                  </a:cubicBezTo>
                  <a:cubicBezTo>
                    <a:pt x="134" y="4"/>
                    <a:pt x="131" y="3"/>
                    <a:pt x="129" y="3"/>
                  </a:cubicBezTo>
                  <a:cubicBezTo>
                    <a:pt x="122" y="3"/>
                    <a:pt x="116" y="3"/>
                    <a:pt x="110" y="4"/>
                  </a:cubicBezTo>
                  <a:cubicBezTo>
                    <a:pt x="76" y="26"/>
                    <a:pt x="76" y="26"/>
                    <a:pt x="76" y="26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5" y="63"/>
                    <a:pt x="36" y="66"/>
                    <a:pt x="38" y="68"/>
                  </a:cubicBezTo>
                  <a:cubicBezTo>
                    <a:pt x="42" y="76"/>
                    <a:pt x="46" y="82"/>
                    <a:pt x="50" y="89"/>
                  </a:cubicBezTo>
                  <a:cubicBezTo>
                    <a:pt x="63" y="100"/>
                    <a:pt x="63" y="100"/>
                    <a:pt x="63" y="100"/>
                  </a:cubicBezTo>
                  <a:cubicBezTo>
                    <a:pt x="53" y="99"/>
                    <a:pt x="53" y="99"/>
                    <a:pt x="53" y="99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9" y="109"/>
                    <a:pt x="59" y="109"/>
                    <a:pt x="59" y="109"/>
                  </a:cubicBezTo>
                  <a:cubicBezTo>
                    <a:pt x="55" y="109"/>
                    <a:pt x="51" y="110"/>
                    <a:pt x="47" y="109"/>
                  </a:cubicBezTo>
                  <a:cubicBezTo>
                    <a:pt x="44" y="109"/>
                    <a:pt x="40" y="108"/>
                    <a:pt x="37" y="10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2" y="123"/>
                    <a:pt x="2" y="123"/>
                    <a:pt x="2" y="12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23" y="136"/>
                    <a:pt x="23" y="136"/>
                    <a:pt x="23" y="136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54" y="131"/>
                    <a:pt x="54" y="131"/>
                    <a:pt x="54" y="131"/>
                  </a:cubicBezTo>
                  <a:cubicBezTo>
                    <a:pt x="62" y="125"/>
                    <a:pt x="62" y="125"/>
                    <a:pt x="62" y="125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59" y="137"/>
                    <a:pt x="59" y="137"/>
                    <a:pt x="59" y="137"/>
                  </a:cubicBezTo>
                  <a:cubicBezTo>
                    <a:pt x="63" y="138"/>
                    <a:pt x="63" y="138"/>
                    <a:pt x="63" y="138"/>
                  </a:cubicBezTo>
                  <a:cubicBezTo>
                    <a:pt x="63" y="150"/>
                    <a:pt x="63" y="150"/>
                    <a:pt x="63" y="150"/>
                  </a:cubicBezTo>
                  <a:cubicBezTo>
                    <a:pt x="45" y="158"/>
                    <a:pt x="45" y="158"/>
                    <a:pt x="45" y="158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37" y="162"/>
                    <a:pt x="33" y="166"/>
                    <a:pt x="31" y="171"/>
                  </a:cubicBezTo>
                  <a:cubicBezTo>
                    <a:pt x="29" y="173"/>
                    <a:pt x="28" y="176"/>
                    <a:pt x="27" y="179"/>
                  </a:cubicBezTo>
                  <a:cubicBezTo>
                    <a:pt x="20" y="182"/>
                    <a:pt x="20" y="182"/>
                    <a:pt x="20" y="182"/>
                  </a:cubicBezTo>
                  <a:cubicBezTo>
                    <a:pt x="20" y="187"/>
                    <a:pt x="20" y="187"/>
                    <a:pt x="20" y="187"/>
                  </a:cubicBezTo>
                  <a:cubicBezTo>
                    <a:pt x="28" y="189"/>
                    <a:pt x="28" y="189"/>
                    <a:pt x="28" y="189"/>
                  </a:cubicBezTo>
                  <a:cubicBezTo>
                    <a:pt x="32" y="194"/>
                    <a:pt x="32" y="194"/>
                    <a:pt x="32" y="194"/>
                  </a:cubicBezTo>
                  <a:cubicBezTo>
                    <a:pt x="32" y="201"/>
                    <a:pt x="32" y="201"/>
                    <a:pt x="32" y="201"/>
                  </a:cubicBezTo>
                  <a:cubicBezTo>
                    <a:pt x="42" y="211"/>
                    <a:pt x="42" y="211"/>
                    <a:pt x="42" y="211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59" y="213"/>
                    <a:pt x="59" y="213"/>
                    <a:pt x="59" y="213"/>
                  </a:cubicBezTo>
                  <a:cubicBezTo>
                    <a:pt x="54" y="224"/>
                    <a:pt x="54" y="224"/>
                    <a:pt x="54" y="224"/>
                  </a:cubicBezTo>
                  <a:cubicBezTo>
                    <a:pt x="59" y="227"/>
                    <a:pt x="59" y="227"/>
                    <a:pt x="59" y="227"/>
                  </a:cubicBezTo>
                  <a:cubicBezTo>
                    <a:pt x="71" y="218"/>
                    <a:pt x="71" y="218"/>
                    <a:pt x="71" y="218"/>
                  </a:cubicBezTo>
                  <a:cubicBezTo>
                    <a:pt x="83" y="229"/>
                    <a:pt x="83" y="229"/>
                    <a:pt x="83" y="229"/>
                  </a:cubicBezTo>
                  <a:cubicBezTo>
                    <a:pt x="87" y="219"/>
                    <a:pt x="87" y="219"/>
                    <a:pt x="87" y="219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103" y="217"/>
                    <a:pt x="103" y="217"/>
                    <a:pt x="103" y="217"/>
                  </a:cubicBezTo>
                  <a:cubicBezTo>
                    <a:pt x="100" y="220"/>
                    <a:pt x="97" y="223"/>
                    <a:pt x="95" y="227"/>
                  </a:cubicBezTo>
                  <a:cubicBezTo>
                    <a:pt x="91" y="232"/>
                    <a:pt x="88" y="238"/>
                    <a:pt x="85" y="244"/>
                  </a:cubicBezTo>
                  <a:cubicBezTo>
                    <a:pt x="70" y="253"/>
                    <a:pt x="70" y="253"/>
                    <a:pt x="70" y="253"/>
                  </a:cubicBezTo>
                  <a:cubicBezTo>
                    <a:pt x="65" y="261"/>
                    <a:pt x="65" y="261"/>
                    <a:pt x="65" y="261"/>
                  </a:cubicBezTo>
                  <a:cubicBezTo>
                    <a:pt x="61" y="257"/>
                    <a:pt x="61" y="257"/>
                    <a:pt x="61" y="257"/>
                  </a:cubicBezTo>
                  <a:cubicBezTo>
                    <a:pt x="54" y="260"/>
                    <a:pt x="54" y="260"/>
                    <a:pt x="54" y="260"/>
                  </a:cubicBezTo>
                  <a:cubicBezTo>
                    <a:pt x="51" y="266"/>
                    <a:pt x="51" y="266"/>
                    <a:pt x="51" y="266"/>
                  </a:cubicBezTo>
                  <a:cubicBezTo>
                    <a:pt x="44" y="269"/>
                    <a:pt x="44" y="269"/>
                    <a:pt x="44" y="269"/>
                  </a:cubicBezTo>
                  <a:cubicBezTo>
                    <a:pt x="44" y="274"/>
                    <a:pt x="44" y="274"/>
                    <a:pt x="44" y="274"/>
                  </a:cubicBezTo>
                  <a:cubicBezTo>
                    <a:pt x="53" y="271"/>
                    <a:pt x="53" y="271"/>
                    <a:pt x="53" y="271"/>
                  </a:cubicBezTo>
                  <a:cubicBezTo>
                    <a:pt x="57" y="266"/>
                    <a:pt x="57" y="266"/>
                    <a:pt x="57" y="266"/>
                  </a:cubicBezTo>
                  <a:cubicBezTo>
                    <a:pt x="59" y="270"/>
                    <a:pt x="59" y="270"/>
                    <a:pt x="59" y="270"/>
                  </a:cubicBezTo>
                  <a:cubicBezTo>
                    <a:pt x="89" y="257"/>
                    <a:pt x="89" y="257"/>
                    <a:pt x="89" y="257"/>
                  </a:cubicBezTo>
                  <a:cubicBezTo>
                    <a:pt x="88" y="251"/>
                    <a:pt x="88" y="251"/>
                    <a:pt x="88" y="251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130" y="221"/>
                    <a:pt x="130" y="221"/>
                    <a:pt x="130" y="221"/>
                  </a:cubicBezTo>
                  <a:cubicBezTo>
                    <a:pt x="124" y="218"/>
                    <a:pt x="124" y="218"/>
                    <a:pt x="124" y="218"/>
                  </a:cubicBezTo>
                  <a:cubicBezTo>
                    <a:pt x="135" y="204"/>
                    <a:pt x="135" y="204"/>
                    <a:pt x="135" y="204"/>
                  </a:cubicBezTo>
                  <a:cubicBezTo>
                    <a:pt x="139" y="203"/>
                    <a:pt x="139" y="203"/>
                    <a:pt x="139" y="203"/>
                  </a:cubicBezTo>
                  <a:cubicBezTo>
                    <a:pt x="154" y="186"/>
                    <a:pt x="154" y="186"/>
                    <a:pt x="154" y="186"/>
                  </a:cubicBezTo>
                  <a:cubicBezTo>
                    <a:pt x="164" y="184"/>
                    <a:pt x="164" y="184"/>
                    <a:pt x="164" y="184"/>
                  </a:cubicBezTo>
                  <a:cubicBezTo>
                    <a:pt x="164" y="192"/>
                    <a:pt x="164" y="192"/>
                    <a:pt x="164" y="192"/>
                  </a:cubicBezTo>
                  <a:cubicBezTo>
                    <a:pt x="157" y="192"/>
                    <a:pt x="157" y="192"/>
                    <a:pt x="157" y="192"/>
                  </a:cubicBezTo>
                  <a:cubicBezTo>
                    <a:pt x="145" y="207"/>
                    <a:pt x="145" y="207"/>
                    <a:pt x="145" y="207"/>
                  </a:cubicBezTo>
                  <a:cubicBezTo>
                    <a:pt x="147" y="212"/>
                    <a:pt x="147" y="212"/>
                    <a:pt x="147" y="212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77" y="207"/>
                    <a:pt x="177" y="207"/>
                    <a:pt x="177" y="207"/>
                  </a:cubicBezTo>
                  <a:cubicBezTo>
                    <a:pt x="175" y="196"/>
                    <a:pt x="175" y="196"/>
                    <a:pt x="175" y="196"/>
                  </a:cubicBezTo>
                  <a:cubicBezTo>
                    <a:pt x="180" y="192"/>
                    <a:pt x="180" y="192"/>
                    <a:pt x="180" y="192"/>
                  </a:cubicBezTo>
                  <a:cubicBezTo>
                    <a:pt x="186" y="193"/>
                    <a:pt x="186" y="193"/>
                    <a:pt x="186" y="193"/>
                  </a:cubicBezTo>
                  <a:cubicBezTo>
                    <a:pt x="193" y="190"/>
                    <a:pt x="193" y="190"/>
                    <a:pt x="193" y="190"/>
                  </a:cubicBezTo>
                  <a:cubicBezTo>
                    <a:pt x="192" y="196"/>
                    <a:pt x="192" y="196"/>
                    <a:pt x="192" y="196"/>
                  </a:cubicBezTo>
                  <a:cubicBezTo>
                    <a:pt x="194" y="198"/>
                    <a:pt x="196" y="199"/>
                    <a:pt x="197" y="200"/>
                  </a:cubicBezTo>
                  <a:cubicBezTo>
                    <a:pt x="199" y="201"/>
                    <a:pt x="201" y="202"/>
                    <a:pt x="203" y="202"/>
                  </a:cubicBezTo>
                  <a:cubicBezTo>
                    <a:pt x="207" y="204"/>
                    <a:pt x="212" y="206"/>
                    <a:pt x="216" y="207"/>
                  </a:cubicBezTo>
                  <a:cubicBezTo>
                    <a:pt x="222" y="204"/>
                    <a:pt x="222" y="204"/>
                    <a:pt x="222" y="204"/>
                  </a:cubicBezTo>
                  <a:cubicBezTo>
                    <a:pt x="224" y="210"/>
                    <a:pt x="224" y="210"/>
                    <a:pt x="224" y="210"/>
                  </a:cubicBezTo>
                  <a:cubicBezTo>
                    <a:pt x="235" y="209"/>
                    <a:pt x="235" y="209"/>
                    <a:pt x="235" y="209"/>
                  </a:cubicBezTo>
                  <a:cubicBezTo>
                    <a:pt x="237" y="209"/>
                    <a:pt x="237" y="209"/>
                    <a:pt x="237" y="209"/>
                  </a:cubicBezTo>
                  <a:cubicBezTo>
                    <a:pt x="248" y="218"/>
                    <a:pt x="248" y="218"/>
                    <a:pt x="248" y="218"/>
                  </a:cubicBezTo>
                  <a:cubicBezTo>
                    <a:pt x="257" y="215"/>
                    <a:pt x="257" y="215"/>
                    <a:pt x="257" y="215"/>
                  </a:cubicBezTo>
                  <a:cubicBezTo>
                    <a:pt x="258" y="223"/>
                    <a:pt x="258" y="223"/>
                    <a:pt x="258" y="223"/>
                  </a:cubicBezTo>
                  <a:cubicBezTo>
                    <a:pt x="276" y="232"/>
                    <a:pt x="276" y="232"/>
                    <a:pt x="276" y="232"/>
                  </a:cubicBezTo>
                  <a:cubicBezTo>
                    <a:pt x="279" y="229"/>
                    <a:pt x="279" y="229"/>
                    <a:pt x="279" y="229"/>
                  </a:cubicBezTo>
                  <a:cubicBezTo>
                    <a:pt x="287" y="228"/>
                    <a:pt x="287" y="228"/>
                    <a:pt x="287" y="228"/>
                  </a:cubicBezTo>
                  <a:cubicBezTo>
                    <a:pt x="290" y="223"/>
                    <a:pt x="290" y="223"/>
                    <a:pt x="290" y="223"/>
                  </a:cubicBezTo>
                  <a:cubicBezTo>
                    <a:pt x="302" y="235"/>
                    <a:pt x="302" y="235"/>
                    <a:pt x="302" y="235"/>
                  </a:cubicBezTo>
                  <a:cubicBezTo>
                    <a:pt x="304" y="242"/>
                    <a:pt x="304" y="242"/>
                    <a:pt x="304" y="242"/>
                  </a:cubicBezTo>
                  <a:cubicBezTo>
                    <a:pt x="309" y="249"/>
                    <a:pt x="309" y="249"/>
                    <a:pt x="309" y="249"/>
                  </a:cubicBezTo>
                  <a:cubicBezTo>
                    <a:pt x="316" y="261"/>
                    <a:pt x="316" y="261"/>
                    <a:pt x="316" y="261"/>
                  </a:cubicBezTo>
                  <a:cubicBezTo>
                    <a:pt x="320" y="267"/>
                    <a:pt x="320" y="267"/>
                    <a:pt x="320" y="267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1" y="252"/>
                    <a:pt x="321" y="252"/>
                    <a:pt x="321" y="252"/>
                  </a:cubicBezTo>
                  <a:lnTo>
                    <a:pt x="321" y="240"/>
                  </a:lnTo>
                  <a:close/>
                </a:path>
              </a:pathLst>
            </a:custGeom>
            <a:grpFill/>
            <a:ln w="12700" cap="rnd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GB" sz="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24" name="Google Shape;678;p50">
              <a:extLst>
                <a:ext uri="{FF2B5EF4-FFF2-40B4-BE49-F238E27FC236}">
                  <a16:creationId xmlns:a16="http://schemas.microsoft.com/office/drawing/2014/main" id="{151BF7B5-80CE-4A48-8437-9DF6A7107D9C}"/>
                </a:ext>
              </a:extLst>
            </p:cNvPr>
            <p:cNvGrpSpPr/>
            <p:nvPr/>
          </p:nvGrpSpPr>
          <p:grpSpPr>
            <a:xfrm>
              <a:off x="815975" y="1308100"/>
              <a:ext cx="2112962" cy="1517650"/>
              <a:chOff x="815975" y="1308100"/>
              <a:chExt cx="2112962" cy="1517650"/>
            </a:xfrm>
            <a:grpFill/>
          </p:grpSpPr>
          <p:sp>
            <p:nvSpPr>
              <p:cNvPr id="225" name="Google Shape;679;p50">
                <a:extLst>
                  <a:ext uri="{FF2B5EF4-FFF2-40B4-BE49-F238E27FC236}">
                    <a16:creationId xmlns:a16="http://schemas.microsoft.com/office/drawing/2014/main" id="{621F0367-C01E-46B9-A75B-AF5F0D79AA45}"/>
                  </a:ext>
                </a:extLst>
              </p:cNvPr>
              <p:cNvSpPr/>
              <p:nvPr/>
            </p:nvSpPr>
            <p:spPr>
              <a:xfrm>
                <a:off x="1123950" y="2522538"/>
                <a:ext cx="115887" cy="74612"/>
              </a:xfrm>
              <a:custGeom>
                <a:avLst/>
                <a:gdLst/>
                <a:ahLst/>
                <a:cxnLst/>
                <a:rect l="l" t="t" r="r" b="b"/>
                <a:pathLst>
                  <a:path w="43" h="28" extrusionOk="0">
                    <a:moveTo>
                      <a:pt x="37" y="17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9" y="11"/>
                      <a:pt x="19" y="18"/>
                      <a:pt x="29" y="24"/>
                    </a:cubicBezTo>
                    <a:cubicBezTo>
                      <a:pt x="33" y="26"/>
                      <a:pt x="38" y="27"/>
                      <a:pt x="43" y="28"/>
                    </a:cubicBezTo>
                    <a:lnTo>
                      <a:pt x="37" y="1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26" name="Google Shape;680;p50">
                <a:extLst>
                  <a:ext uri="{FF2B5EF4-FFF2-40B4-BE49-F238E27FC236}">
                    <a16:creationId xmlns:a16="http://schemas.microsoft.com/office/drawing/2014/main" id="{1BD888FB-C788-4035-BFEB-60A73BA14330}"/>
                  </a:ext>
                </a:extLst>
              </p:cNvPr>
              <p:cNvSpPr/>
              <p:nvPr/>
            </p:nvSpPr>
            <p:spPr>
              <a:xfrm>
                <a:off x="2074862" y="1354138"/>
                <a:ext cx="1238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6" h="47" extrusionOk="0">
                    <a:moveTo>
                      <a:pt x="2" y="40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21" y="41"/>
                      <a:pt x="34" y="36"/>
                      <a:pt x="46" y="30"/>
                    </a:cubicBezTo>
                    <a:cubicBezTo>
                      <a:pt x="43" y="26"/>
                      <a:pt x="43" y="26"/>
                      <a:pt x="43" y="26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5" y="39"/>
                      <a:pt x="5" y="39"/>
                      <a:pt x="5" y="39"/>
                    </a:cubicBezTo>
                    <a:lnTo>
                      <a:pt x="2" y="4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27" name="Google Shape;681;p50">
                <a:extLst>
                  <a:ext uri="{FF2B5EF4-FFF2-40B4-BE49-F238E27FC236}">
                    <a16:creationId xmlns:a16="http://schemas.microsoft.com/office/drawing/2014/main" id="{4E294CDC-F2C9-4229-99AF-9F87EE11F6B4}"/>
                  </a:ext>
                </a:extLst>
              </p:cNvPr>
              <p:cNvSpPr/>
              <p:nvPr/>
            </p:nvSpPr>
            <p:spPr>
              <a:xfrm>
                <a:off x="1997075" y="1408113"/>
                <a:ext cx="31750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20" y="17"/>
                    </a:moveTo>
                    <a:lnTo>
                      <a:pt x="17" y="8"/>
                    </a:lnTo>
                    <a:lnTo>
                      <a:pt x="20" y="2"/>
                    </a:lnTo>
                    <a:lnTo>
                      <a:pt x="7" y="0"/>
                    </a:lnTo>
                    <a:lnTo>
                      <a:pt x="0" y="7"/>
                    </a:lnTo>
                    <a:lnTo>
                      <a:pt x="10" y="19"/>
                    </a:lnTo>
                    <a:lnTo>
                      <a:pt x="20" y="1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28" name="Google Shape;682;p50">
                <a:extLst>
                  <a:ext uri="{FF2B5EF4-FFF2-40B4-BE49-F238E27FC236}">
                    <a16:creationId xmlns:a16="http://schemas.microsoft.com/office/drawing/2014/main" id="{C9CCBB19-0C34-43F1-BCCD-FFF50A763980}"/>
                  </a:ext>
                </a:extLst>
              </p:cNvPr>
              <p:cNvSpPr/>
              <p:nvPr/>
            </p:nvSpPr>
            <p:spPr>
              <a:xfrm>
                <a:off x="1903412" y="1447800"/>
                <a:ext cx="69850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44" h="33" extrusionOk="0">
                    <a:moveTo>
                      <a:pt x="12" y="22"/>
                    </a:moveTo>
                    <a:lnTo>
                      <a:pt x="19" y="17"/>
                    </a:lnTo>
                    <a:lnTo>
                      <a:pt x="25" y="17"/>
                    </a:lnTo>
                    <a:lnTo>
                      <a:pt x="22" y="26"/>
                    </a:lnTo>
                    <a:lnTo>
                      <a:pt x="24" y="33"/>
                    </a:lnTo>
                    <a:lnTo>
                      <a:pt x="35" y="29"/>
                    </a:lnTo>
                    <a:lnTo>
                      <a:pt x="35" y="17"/>
                    </a:lnTo>
                    <a:lnTo>
                      <a:pt x="44" y="11"/>
                    </a:lnTo>
                    <a:lnTo>
                      <a:pt x="44" y="2"/>
                    </a:lnTo>
                    <a:lnTo>
                      <a:pt x="20" y="9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7" y="14"/>
                    </a:lnTo>
                    <a:lnTo>
                      <a:pt x="12" y="2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29" name="Google Shape;683;p50">
                <a:extLst>
                  <a:ext uri="{FF2B5EF4-FFF2-40B4-BE49-F238E27FC236}">
                    <a16:creationId xmlns:a16="http://schemas.microsoft.com/office/drawing/2014/main" id="{16E4764F-5257-45F5-9E25-50A22984EFDF}"/>
                  </a:ext>
                </a:extLst>
              </p:cNvPr>
              <p:cNvSpPr/>
              <p:nvPr/>
            </p:nvSpPr>
            <p:spPr>
              <a:xfrm>
                <a:off x="1985962" y="1508125"/>
                <a:ext cx="312737" cy="109537"/>
              </a:xfrm>
              <a:custGeom>
                <a:avLst/>
                <a:gdLst/>
                <a:ahLst/>
                <a:cxnLst/>
                <a:rect l="l" t="t" r="r" b="b"/>
                <a:pathLst>
                  <a:path w="116" h="41" extrusionOk="0">
                    <a:moveTo>
                      <a:pt x="6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5" y="37"/>
                      <a:pt x="25" y="37"/>
                      <a:pt x="25" y="37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76" y="41"/>
                      <a:pt x="76" y="41"/>
                      <a:pt x="76" y="41"/>
                    </a:cubicBezTo>
                    <a:cubicBezTo>
                      <a:pt x="83" y="33"/>
                      <a:pt x="83" y="33"/>
                      <a:pt x="83" y="33"/>
                    </a:cubicBezTo>
                    <a:cubicBezTo>
                      <a:pt x="89" y="37"/>
                      <a:pt x="89" y="37"/>
                      <a:pt x="89" y="37"/>
                    </a:cubicBezTo>
                    <a:cubicBezTo>
                      <a:pt x="94" y="36"/>
                      <a:pt x="98" y="35"/>
                      <a:pt x="102" y="35"/>
                    </a:cubicBezTo>
                    <a:cubicBezTo>
                      <a:pt x="105" y="35"/>
                      <a:pt x="109" y="35"/>
                      <a:pt x="112" y="35"/>
                    </a:cubicBezTo>
                    <a:cubicBezTo>
                      <a:pt x="116" y="25"/>
                      <a:pt x="116" y="25"/>
                      <a:pt x="116" y="25"/>
                    </a:cubicBezTo>
                    <a:cubicBezTo>
                      <a:pt x="103" y="24"/>
                      <a:pt x="91" y="24"/>
                      <a:pt x="78" y="26"/>
                    </a:cubicBezTo>
                    <a:cubicBezTo>
                      <a:pt x="75" y="26"/>
                      <a:pt x="71" y="27"/>
                      <a:pt x="68" y="29"/>
                    </a:cubicBezTo>
                    <a:cubicBezTo>
                      <a:pt x="59" y="28"/>
                      <a:pt x="49" y="26"/>
                      <a:pt x="39" y="25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11" y="4"/>
                      <a:pt x="11" y="4"/>
                      <a:pt x="11" y="4"/>
                    </a:cubicBezTo>
                    <a:lnTo>
                      <a:pt x="6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0" name="Google Shape;684;p50">
                <a:extLst>
                  <a:ext uri="{FF2B5EF4-FFF2-40B4-BE49-F238E27FC236}">
                    <a16:creationId xmlns:a16="http://schemas.microsoft.com/office/drawing/2014/main" id="{B1FF47F4-0B5F-4A73-8E4D-4496F86747C7}"/>
                  </a:ext>
                </a:extLst>
              </p:cNvPr>
              <p:cNvSpPr/>
              <p:nvPr/>
            </p:nvSpPr>
            <p:spPr>
              <a:xfrm>
                <a:off x="1981200" y="1455738"/>
                <a:ext cx="42862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3" y="17"/>
                    </a:moveTo>
                    <a:cubicBezTo>
                      <a:pt x="16" y="13"/>
                      <a:pt x="16" y="13"/>
                      <a:pt x="16" y="13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5"/>
                      <a:pt x="1" y="9"/>
                      <a:pt x="0" y="13"/>
                    </a:cubicBezTo>
                    <a:cubicBezTo>
                      <a:pt x="5" y="13"/>
                      <a:pt x="5" y="13"/>
                      <a:pt x="5" y="13"/>
                    </a:cubicBezTo>
                    <a:lnTo>
                      <a:pt x="13" y="1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1" name="Google Shape;685;p50">
                <a:extLst>
                  <a:ext uri="{FF2B5EF4-FFF2-40B4-BE49-F238E27FC236}">
                    <a16:creationId xmlns:a16="http://schemas.microsoft.com/office/drawing/2014/main" id="{6441EB1D-B8EF-4788-A7C6-D226C39B4BF0}"/>
                  </a:ext>
                </a:extLst>
              </p:cNvPr>
              <p:cNvSpPr/>
              <p:nvPr/>
            </p:nvSpPr>
            <p:spPr>
              <a:xfrm>
                <a:off x="1949450" y="1571625"/>
                <a:ext cx="6350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0" h="26" extrusionOk="0">
                    <a:moveTo>
                      <a:pt x="0" y="9"/>
                    </a:moveTo>
                    <a:lnTo>
                      <a:pt x="3" y="12"/>
                    </a:lnTo>
                    <a:lnTo>
                      <a:pt x="10" y="10"/>
                    </a:lnTo>
                    <a:lnTo>
                      <a:pt x="5" y="22"/>
                    </a:lnTo>
                    <a:lnTo>
                      <a:pt x="34" y="26"/>
                    </a:lnTo>
                    <a:lnTo>
                      <a:pt x="40" y="19"/>
                    </a:lnTo>
                    <a:lnTo>
                      <a:pt x="37" y="12"/>
                    </a:lnTo>
                    <a:lnTo>
                      <a:pt x="20" y="0"/>
                    </a:lnTo>
                    <a:lnTo>
                      <a:pt x="5" y="2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2" name="Google Shape;686;p50">
                <a:extLst>
                  <a:ext uri="{FF2B5EF4-FFF2-40B4-BE49-F238E27FC236}">
                    <a16:creationId xmlns:a16="http://schemas.microsoft.com/office/drawing/2014/main" id="{208124C6-7D0A-4E8A-8F6B-628CA10E25EC}"/>
                  </a:ext>
                </a:extLst>
              </p:cNvPr>
              <p:cNvSpPr/>
              <p:nvPr/>
            </p:nvSpPr>
            <p:spPr>
              <a:xfrm>
                <a:off x="1943100" y="1630363"/>
                <a:ext cx="1158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73" h="38" extrusionOk="0">
                    <a:moveTo>
                      <a:pt x="10" y="0"/>
                    </a:moveTo>
                    <a:lnTo>
                      <a:pt x="0" y="26"/>
                    </a:lnTo>
                    <a:lnTo>
                      <a:pt x="10" y="36"/>
                    </a:lnTo>
                    <a:lnTo>
                      <a:pt x="26" y="38"/>
                    </a:lnTo>
                    <a:lnTo>
                      <a:pt x="26" y="31"/>
                    </a:lnTo>
                    <a:lnTo>
                      <a:pt x="21" y="26"/>
                    </a:lnTo>
                    <a:lnTo>
                      <a:pt x="34" y="21"/>
                    </a:lnTo>
                    <a:lnTo>
                      <a:pt x="56" y="27"/>
                    </a:lnTo>
                    <a:lnTo>
                      <a:pt x="66" y="24"/>
                    </a:lnTo>
                    <a:lnTo>
                      <a:pt x="66" y="12"/>
                    </a:lnTo>
                    <a:lnTo>
                      <a:pt x="73" y="4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3" name="Google Shape;687;p50">
                <a:extLst>
                  <a:ext uri="{FF2B5EF4-FFF2-40B4-BE49-F238E27FC236}">
                    <a16:creationId xmlns:a16="http://schemas.microsoft.com/office/drawing/2014/main" id="{9A0DF8FA-9E63-4311-A8A2-7CC6BB0623AA}"/>
                  </a:ext>
                </a:extLst>
              </p:cNvPr>
              <p:cNvSpPr/>
              <p:nvPr/>
            </p:nvSpPr>
            <p:spPr>
              <a:xfrm>
                <a:off x="2265362" y="1625600"/>
                <a:ext cx="889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4" extrusionOk="0">
                    <a:moveTo>
                      <a:pt x="33" y="8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5" y="1"/>
                      <a:pt x="9" y="2"/>
                      <a:pt x="4" y="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14" y="14"/>
                      <a:pt x="22" y="13"/>
                      <a:pt x="29" y="12"/>
                    </a:cubicBezTo>
                    <a:lnTo>
                      <a:pt x="33" y="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4" name="Google Shape;688;p50">
                <a:extLst>
                  <a:ext uri="{FF2B5EF4-FFF2-40B4-BE49-F238E27FC236}">
                    <a16:creationId xmlns:a16="http://schemas.microsoft.com/office/drawing/2014/main" id="{6EE9D34B-852C-409F-9034-F3914CB109F8}"/>
                  </a:ext>
                </a:extLst>
              </p:cNvPr>
              <p:cNvSpPr/>
              <p:nvPr/>
            </p:nvSpPr>
            <p:spPr>
              <a:xfrm>
                <a:off x="2109787" y="1944688"/>
                <a:ext cx="147637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5" h="41" extrusionOk="0">
                    <a:moveTo>
                      <a:pt x="55" y="30"/>
                    </a:moveTo>
                    <a:cubicBezTo>
                      <a:pt x="50" y="27"/>
                      <a:pt x="45" y="24"/>
                      <a:pt x="41" y="20"/>
                    </a:cubicBezTo>
                    <a:cubicBezTo>
                      <a:pt x="38" y="18"/>
                      <a:pt x="35" y="14"/>
                      <a:pt x="32" y="11"/>
                    </a:cubicBezTo>
                    <a:cubicBezTo>
                      <a:pt x="29" y="11"/>
                      <a:pt x="27" y="11"/>
                      <a:pt x="24" y="10"/>
                    </a:cubicBezTo>
                    <a:cubicBezTo>
                      <a:pt x="22" y="10"/>
                      <a:pt x="20" y="9"/>
                      <a:pt x="18" y="8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25" y="36"/>
                      <a:pt x="28" y="33"/>
                      <a:pt x="30" y="30"/>
                    </a:cubicBezTo>
                    <a:cubicBezTo>
                      <a:pt x="32" y="28"/>
                      <a:pt x="33" y="28"/>
                      <a:pt x="35" y="27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52" y="36"/>
                      <a:pt x="52" y="36"/>
                      <a:pt x="52" y="36"/>
                    </a:cubicBezTo>
                    <a:lnTo>
                      <a:pt x="55" y="3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5" name="Google Shape;689;p50">
                <a:extLst>
                  <a:ext uri="{FF2B5EF4-FFF2-40B4-BE49-F238E27FC236}">
                    <a16:creationId xmlns:a16="http://schemas.microsoft.com/office/drawing/2014/main" id="{E1A80217-4B2A-4DCF-B11E-0A3E1547F487}"/>
                  </a:ext>
                </a:extLst>
              </p:cNvPr>
              <p:cNvSpPr/>
              <p:nvPr/>
            </p:nvSpPr>
            <p:spPr>
              <a:xfrm>
                <a:off x="2190750" y="2055813"/>
                <a:ext cx="539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28" extrusionOk="0">
                    <a:moveTo>
                      <a:pt x="0" y="25"/>
                    </a:moveTo>
                    <a:lnTo>
                      <a:pt x="7" y="28"/>
                    </a:lnTo>
                    <a:lnTo>
                      <a:pt x="25" y="22"/>
                    </a:lnTo>
                    <a:lnTo>
                      <a:pt x="34" y="0"/>
                    </a:lnTo>
                    <a:lnTo>
                      <a:pt x="27" y="1"/>
                    </a:lnTo>
                    <a:lnTo>
                      <a:pt x="12" y="10"/>
                    </a:lnTo>
                    <a:lnTo>
                      <a:pt x="0" y="2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6" name="Google Shape;690;p50">
                <a:extLst>
                  <a:ext uri="{FF2B5EF4-FFF2-40B4-BE49-F238E27FC236}">
                    <a16:creationId xmlns:a16="http://schemas.microsoft.com/office/drawing/2014/main" id="{A932AE22-5BD3-4F07-BBD9-C9321ED15D0F}"/>
                  </a:ext>
                </a:extLst>
              </p:cNvPr>
              <p:cNvSpPr/>
              <p:nvPr/>
            </p:nvSpPr>
            <p:spPr>
              <a:xfrm>
                <a:off x="2611437" y="2111375"/>
                <a:ext cx="2698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4" extrusionOk="0">
                    <a:moveTo>
                      <a:pt x="0" y="10"/>
                    </a:moveTo>
                    <a:lnTo>
                      <a:pt x="12" y="24"/>
                    </a:lnTo>
                    <a:lnTo>
                      <a:pt x="17" y="4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0" y="1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7" name="Google Shape;691;p50">
                <a:extLst>
                  <a:ext uri="{FF2B5EF4-FFF2-40B4-BE49-F238E27FC236}">
                    <a16:creationId xmlns:a16="http://schemas.microsoft.com/office/drawing/2014/main" id="{FF9E7909-B7FE-418C-8557-30C67670276B}"/>
                  </a:ext>
                </a:extLst>
              </p:cNvPr>
              <p:cNvSpPr/>
              <p:nvPr/>
            </p:nvSpPr>
            <p:spPr>
              <a:xfrm>
                <a:off x="1465262" y="1454150"/>
                <a:ext cx="188912" cy="74612"/>
              </a:xfrm>
              <a:custGeom>
                <a:avLst/>
                <a:gdLst/>
                <a:ahLst/>
                <a:cxnLst/>
                <a:rect l="l" t="t" r="r" b="b"/>
                <a:pathLst>
                  <a:path w="70" h="28" extrusionOk="0">
                    <a:moveTo>
                      <a:pt x="8" y="21"/>
                    </a:moveTo>
                    <a:cubicBezTo>
                      <a:pt x="10" y="28"/>
                      <a:pt x="10" y="28"/>
                      <a:pt x="10" y="28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27" y="21"/>
                      <a:pt x="37" y="15"/>
                      <a:pt x="47" y="10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55" y="14"/>
                      <a:pt x="63" y="9"/>
                      <a:pt x="70" y="5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2" y="2"/>
                      <a:pt x="57" y="3"/>
                      <a:pt x="53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2" y="5"/>
                      <a:pt x="31" y="8"/>
                      <a:pt x="21" y="12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23"/>
                      <a:pt x="4" y="23"/>
                      <a:pt x="4" y="23"/>
                    </a:cubicBezTo>
                    <a:lnTo>
                      <a:pt x="8" y="2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8" name="Google Shape;692;p50">
                <a:extLst>
                  <a:ext uri="{FF2B5EF4-FFF2-40B4-BE49-F238E27FC236}">
                    <a16:creationId xmlns:a16="http://schemas.microsoft.com/office/drawing/2014/main" id="{479E01CC-6A3E-49B6-9B12-2FE592A6DABA}"/>
                  </a:ext>
                </a:extLst>
              </p:cNvPr>
              <p:cNvSpPr/>
              <p:nvPr/>
            </p:nvSpPr>
            <p:spPr>
              <a:xfrm>
                <a:off x="1516062" y="1520825"/>
                <a:ext cx="50800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32" h="17" extrusionOk="0">
                    <a:moveTo>
                      <a:pt x="14" y="0"/>
                    </a:moveTo>
                    <a:lnTo>
                      <a:pt x="0" y="7"/>
                    </a:lnTo>
                    <a:lnTo>
                      <a:pt x="5" y="17"/>
                    </a:lnTo>
                    <a:lnTo>
                      <a:pt x="32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9" name="Google Shape;693;p50">
                <a:extLst>
                  <a:ext uri="{FF2B5EF4-FFF2-40B4-BE49-F238E27FC236}">
                    <a16:creationId xmlns:a16="http://schemas.microsoft.com/office/drawing/2014/main" id="{8932EEB7-E92E-476C-A4C0-5D68C1095C1D}"/>
                  </a:ext>
                </a:extLst>
              </p:cNvPr>
              <p:cNvSpPr/>
              <p:nvPr/>
            </p:nvSpPr>
            <p:spPr>
              <a:xfrm>
                <a:off x="1290637" y="1577975"/>
                <a:ext cx="225425" cy="147637"/>
              </a:xfrm>
              <a:custGeom>
                <a:avLst/>
                <a:gdLst/>
                <a:ahLst/>
                <a:cxnLst/>
                <a:rect l="l" t="t" r="r" b="b"/>
                <a:pathLst>
                  <a:path w="84" h="55" extrusionOk="0">
                    <a:moveTo>
                      <a:pt x="4" y="53"/>
                    </a:moveTo>
                    <a:cubicBezTo>
                      <a:pt x="8" y="55"/>
                      <a:pt x="8" y="55"/>
                      <a:pt x="8" y="5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8" y="40"/>
                      <a:pt x="45" y="34"/>
                      <a:pt x="51" y="28"/>
                    </a:cubicBezTo>
                    <a:cubicBezTo>
                      <a:pt x="78" y="20"/>
                      <a:pt x="78" y="20"/>
                      <a:pt x="78" y="20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78" y="11"/>
                      <a:pt x="73" y="10"/>
                      <a:pt x="68" y="9"/>
                    </a:cubicBezTo>
                    <a:cubicBezTo>
                      <a:pt x="64" y="8"/>
                      <a:pt x="61" y="8"/>
                      <a:pt x="58" y="8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8" y="42"/>
                      <a:pt x="8" y="42"/>
                      <a:pt x="8" y="42"/>
                    </a:cubicBezTo>
                    <a:lnTo>
                      <a:pt x="4" y="5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0" name="Google Shape;694;p50">
                <a:extLst>
                  <a:ext uri="{FF2B5EF4-FFF2-40B4-BE49-F238E27FC236}">
                    <a16:creationId xmlns:a16="http://schemas.microsoft.com/office/drawing/2014/main" id="{BD35BC6E-FCC5-4791-88C8-CCC679C62877}"/>
                  </a:ext>
                </a:extLst>
              </p:cNvPr>
              <p:cNvSpPr/>
              <p:nvPr/>
            </p:nvSpPr>
            <p:spPr>
              <a:xfrm>
                <a:off x="1725612" y="1435100"/>
                <a:ext cx="857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2" h="15" extrusionOk="0">
                    <a:moveTo>
                      <a:pt x="29" y="8"/>
                    </a:moveTo>
                    <a:cubicBezTo>
                      <a:pt x="32" y="3"/>
                      <a:pt x="32" y="3"/>
                      <a:pt x="32" y="3"/>
                    </a:cubicBezTo>
                    <a:cubicBezTo>
                      <a:pt x="26" y="2"/>
                      <a:pt x="18" y="1"/>
                      <a:pt x="11" y="0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2" y="6"/>
                      <a:pt x="7" y="7"/>
                      <a:pt x="1" y="8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1" y="15"/>
                      <a:pt x="11" y="15"/>
                      <a:pt x="11" y="15"/>
                    </a:cubicBezTo>
                    <a:lnTo>
                      <a:pt x="29" y="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1" name="Google Shape;695;p50">
                <a:extLst>
                  <a:ext uri="{FF2B5EF4-FFF2-40B4-BE49-F238E27FC236}">
                    <a16:creationId xmlns:a16="http://schemas.microsoft.com/office/drawing/2014/main" id="{452361BB-211D-45AC-87D7-91FD1061FE90}"/>
                  </a:ext>
                </a:extLst>
              </p:cNvPr>
              <p:cNvSpPr/>
              <p:nvPr/>
            </p:nvSpPr>
            <p:spPr>
              <a:xfrm>
                <a:off x="1822450" y="1517650"/>
                <a:ext cx="12065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76" h="51" extrusionOk="0">
                    <a:moveTo>
                      <a:pt x="14" y="22"/>
                    </a:moveTo>
                    <a:lnTo>
                      <a:pt x="10" y="34"/>
                    </a:lnTo>
                    <a:lnTo>
                      <a:pt x="20" y="41"/>
                    </a:lnTo>
                    <a:lnTo>
                      <a:pt x="37" y="39"/>
                    </a:lnTo>
                    <a:lnTo>
                      <a:pt x="39" y="51"/>
                    </a:lnTo>
                    <a:lnTo>
                      <a:pt x="63" y="51"/>
                    </a:lnTo>
                    <a:lnTo>
                      <a:pt x="64" y="38"/>
                    </a:lnTo>
                    <a:lnTo>
                      <a:pt x="76" y="22"/>
                    </a:lnTo>
                    <a:lnTo>
                      <a:pt x="73" y="11"/>
                    </a:lnTo>
                    <a:lnTo>
                      <a:pt x="53" y="9"/>
                    </a:lnTo>
                    <a:lnTo>
                      <a:pt x="59" y="27"/>
                    </a:lnTo>
                    <a:lnTo>
                      <a:pt x="49" y="29"/>
                    </a:lnTo>
                    <a:lnTo>
                      <a:pt x="37" y="12"/>
                    </a:lnTo>
                    <a:lnTo>
                      <a:pt x="29" y="22"/>
                    </a:lnTo>
                    <a:lnTo>
                      <a:pt x="15" y="0"/>
                    </a:lnTo>
                    <a:lnTo>
                      <a:pt x="0" y="9"/>
                    </a:lnTo>
                    <a:lnTo>
                      <a:pt x="7" y="22"/>
                    </a:lnTo>
                    <a:lnTo>
                      <a:pt x="14" y="2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2" name="Google Shape;696;p50">
                <a:extLst>
                  <a:ext uri="{FF2B5EF4-FFF2-40B4-BE49-F238E27FC236}">
                    <a16:creationId xmlns:a16="http://schemas.microsoft.com/office/drawing/2014/main" id="{CE7E84FE-9F94-46DD-B37B-8E06B4B747F0}"/>
                  </a:ext>
                </a:extLst>
              </p:cNvPr>
              <p:cNvSpPr/>
              <p:nvPr/>
            </p:nvSpPr>
            <p:spPr>
              <a:xfrm>
                <a:off x="1782762" y="1630363"/>
                <a:ext cx="1333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50" h="41" extrusionOk="0">
                    <a:moveTo>
                      <a:pt x="5" y="9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33" y="38"/>
                      <a:pt x="40" y="34"/>
                      <a:pt x="48" y="31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39" y="0"/>
                      <a:pt x="31" y="0"/>
                      <a:pt x="22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0" y="11"/>
                      <a:pt x="10" y="11"/>
                      <a:pt x="10" y="11"/>
                    </a:cubicBezTo>
                    <a:lnTo>
                      <a:pt x="5" y="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3" name="Google Shape;697;p50">
                <a:extLst>
                  <a:ext uri="{FF2B5EF4-FFF2-40B4-BE49-F238E27FC236}">
                    <a16:creationId xmlns:a16="http://schemas.microsoft.com/office/drawing/2014/main" id="{50417F25-7254-4E39-B6DA-73D7F1386DE6}"/>
                  </a:ext>
                </a:extLst>
              </p:cNvPr>
              <p:cNvSpPr/>
              <p:nvPr/>
            </p:nvSpPr>
            <p:spPr>
              <a:xfrm>
                <a:off x="1814512" y="1770063"/>
                <a:ext cx="101600" cy="84137"/>
              </a:xfrm>
              <a:custGeom>
                <a:avLst/>
                <a:gdLst/>
                <a:ahLst/>
                <a:cxnLst/>
                <a:rect l="l" t="t" r="r" b="b"/>
                <a:pathLst>
                  <a:path w="64" h="53" extrusionOk="0">
                    <a:moveTo>
                      <a:pt x="32" y="2"/>
                    </a:moveTo>
                    <a:lnTo>
                      <a:pt x="0" y="34"/>
                    </a:lnTo>
                    <a:lnTo>
                      <a:pt x="3" y="39"/>
                    </a:lnTo>
                    <a:lnTo>
                      <a:pt x="17" y="39"/>
                    </a:lnTo>
                    <a:lnTo>
                      <a:pt x="27" y="51"/>
                    </a:lnTo>
                    <a:lnTo>
                      <a:pt x="46" y="53"/>
                    </a:lnTo>
                    <a:lnTo>
                      <a:pt x="64" y="36"/>
                    </a:lnTo>
                    <a:lnTo>
                      <a:pt x="51" y="17"/>
                    </a:lnTo>
                    <a:lnTo>
                      <a:pt x="42" y="19"/>
                    </a:lnTo>
                    <a:lnTo>
                      <a:pt x="37" y="0"/>
                    </a:lnTo>
                    <a:lnTo>
                      <a:pt x="32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4" name="Google Shape;698;p50">
                <a:extLst>
                  <a:ext uri="{FF2B5EF4-FFF2-40B4-BE49-F238E27FC236}">
                    <a16:creationId xmlns:a16="http://schemas.microsoft.com/office/drawing/2014/main" id="{B09DC151-A5EE-4D8E-9317-C67EB4F52939}"/>
                  </a:ext>
                </a:extLst>
              </p:cNvPr>
              <p:cNvSpPr/>
              <p:nvPr/>
            </p:nvSpPr>
            <p:spPr>
              <a:xfrm>
                <a:off x="2714625" y="2659063"/>
                <a:ext cx="317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2" h="16" extrusionOk="0">
                    <a:moveTo>
                      <a:pt x="10" y="0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4" y="5"/>
                      <a:pt x="2" y="8"/>
                      <a:pt x="0" y="11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2" y="2"/>
                      <a:pt x="12" y="2"/>
                      <a:pt x="12" y="2"/>
                    </a:cubicBezTo>
                    <a:lnTo>
                      <a:pt x="1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5" name="Google Shape;699;p50">
                <a:extLst>
                  <a:ext uri="{FF2B5EF4-FFF2-40B4-BE49-F238E27FC236}">
                    <a16:creationId xmlns:a16="http://schemas.microsoft.com/office/drawing/2014/main" id="{194CC04F-1D6F-4F45-B822-7A6071346C2D}"/>
                  </a:ext>
                </a:extLst>
              </p:cNvPr>
              <p:cNvSpPr/>
              <p:nvPr/>
            </p:nvSpPr>
            <p:spPr>
              <a:xfrm>
                <a:off x="2738437" y="2681288"/>
                <a:ext cx="127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3" y="5"/>
                    </a:moveTo>
                    <a:lnTo>
                      <a:pt x="0" y="13"/>
                    </a:lnTo>
                    <a:lnTo>
                      <a:pt x="3" y="18"/>
                    </a:lnTo>
                    <a:lnTo>
                      <a:pt x="8" y="7"/>
                    </a:lnTo>
                    <a:lnTo>
                      <a:pt x="7" y="0"/>
                    </a:lnTo>
                    <a:lnTo>
                      <a:pt x="3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6" name="Google Shape;700;p50">
                <a:extLst>
                  <a:ext uri="{FF2B5EF4-FFF2-40B4-BE49-F238E27FC236}">
                    <a16:creationId xmlns:a16="http://schemas.microsoft.com/office/drawing/2014/main" id="{95284F6A-FBB2-4710-A720-CF2D99D38ABD}"/>
                  </a:ext>
                </a:extLst>
              </p:cNvPr>
              <p:cNvSpPr/>
              <p:nvPr/>
            </p:nvSpPr>
            <p:spPr>
              <a:xfrm>
                <a:off x="2655887" y="2657475"/>
                <a:ext cx="476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0" h="25" extrusionOk="0">
                    <a:moveTo>
                      <a:pt x="16" y="13"/>
                    </a:moveTo>
                    <a:lnTo>
                      <a:pt x="11" y="11"/>
                    </a:lnTo>
                    <a:lnTo>
                      <a:pt x="8" y="1"/>
                    </a:lnTo>
                    <a:lnTo>
                      <a:pt x="3" y="0"/>
                    </a:lnTo>
                    <a:lnTo>
                      <a:pt x="0" y="8"/>
                    </a:lnTo>
                    <a:lnTo>
                      <a:pt x="5" y="18"/>
                    </a:lnTo>
                    <a:lnTo>
                      <a:pt x="13" y="18"/>
                    </a:lnTo>
                    <a:lnTo>
                      <a:pt x="15" y="25"/>
                    </a:lnTo>
                    <a:lnTo>
                      <a:pt x="20" y="25"/>
                    </a:lnTo>
                    <a:lnTo>
                      <a:pt x="30" y="13"/>
                    </a:lnTo>
                    <a:lnTo>
                      <a:pt x="25" y="10"/>
                    </a:lnTo>
                    <a:lnTo>
                      <a:pt x="16" y="1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7" name="Google Shape;701;p50">
                <a:extLst>
                  <a:ext uri="{FF2B5EF4-FFF2-40B4-BE49-F238E27FC236}">
                    <a16:creationId xmlns:a16="http://schemas.microsoft.com/office/drawing/2014/main" id="{6CB76207-1040-4375-855E-680071E6717E}"/>
                  </a:ext>
                </a:extLst>
              </p:cNvPr>
              <p:cNvSpPr/>
              <p:nvPr/>
            </p:nvSpPr>
            <p:spPr>
              <a:xfrm>
                <a:off x="2768600" y="2479675"/>
                <a:ext cx="160337" cy="195262"/>
              </a:xfrm>
              <a:custGeom>
                <a:avLst/>
                <a:gdLst/>
                <a:ahLst/>
                <a:cxnLst/>
                <a:rect l="l" t="t" r="r" b="b"/>
                <a:pathLst>
                  <a:path w="60" h="73" extrusionOk="0">
                    <a:moveTo>
                      <a:pt x="56" y="61"/>
                    </a:moveTo>
                    <a:cubicBezTo>
                      <a:pt x="56" y="56"/>
                      <a:pt x="56" y="56"/>
                      <a:pt x="56" y="56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4" y="43"/>
                      <a:pt x="54" y="43"/>
                      <a:pt x="54" y="43"/>
                    </a:cubicBezTo>
                    <a:cubicBezTo>
                      <a:pt x="48" y="46"/>
                      <a:pt x="48" y="46"/>
                      <a:pt x="48" y="46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9" y="37"/>
                      <a:pt x="49" y="37"/>
                      <a:pt x="49" y="37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5" y="29"/>
                      <a:pt x="35" y="29"/>
                      <a:pt x="35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9" y="5"/>
                      <a:pt x="29" y="5"/>
                      <a:pt x="29" y="5"/>
                    </a:cubicBezTo>
                    <a:cubicBezTo>
                      <a:pt x="20" y="22"/>
                      <a:pt x="14" y="31"/>
                      <a:pt x="14" y="31"/>
                    </a:cubicBezTo>
                    <a:cubicBezTo>
                      <a:pt x="13" y="32"/>
                      <a:pt x="10" y="37"/>
                      <a:pt x="5" y="45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5" y="53"/>
                      <a:pt x="5" y="53"/>
                      <a:pt x="5" y="53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10" y="59"/>
                      <a:pt x="10" y="59"/>
                      <a:pt x="10" y="59"/>
                    </a:cubicBezTo>
                    <a:cubicBezTo>
                      <a:pt x="19" y="59"/>
                      <a:pt x="19" y="59"/>
                      <a:pt x="19" y="59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6" y="62"/>
                      <a:pt x="46" y="62"/>
                      <a:pt x="46" y="62"/>
                    </a:cubicBezTo>
                    <a:cubicBezTo>
                      <a:pt x="45" y="69"/>
                      <a:pt x="45" y="69"/>
                      <a:pt x="45" y="69"/>
                    </a:cubicBezTo>
                    <a:cubicBezTo>
                      <a:pt x="46" y="71"/>
                      <a:pt x="46" y="71"/>
                      <a:pt x="46" y="71"/>
                    </a:cubicBezTo>
                    <a:cubicBezTo>
                      <a:pt x="50" y="67"/>
                      <a:pt x="50" y="67"/>
                      <a:pt x="50" y="67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60" y="63"/>
                      <a:pt x="60" y="63"/>
                      <a:pt x="60" y="63"/>
                    </a:cubicBezTo>
                    <a:cubicBezTo>
                      <a:pt x="59" y="61"/>
                      <a:pt x="59" y="61"/>
                      <a:pt x="59" y="61"/>
                    </a:cubicBezTo>
                    <a:lnTo>
                      <a:pt x="56" y="6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8" name="Google Shape;702;p50">
                <a:extLst>
                  <a:ext uri="{FF2B5EF4-FFF2-40B4-BE49-F238E27FC236}">
                    <a16:creationId xmlns:a16="http://schemas.microsoft.com/office/drawing/2014/main" id="{77CE48F1-1190-4B63-8622-3D97A46A43BE}"/>
                  </a:ext>
                </a:extLst>
              </p:cNvPr>
              <p:cNvSpPr/>
              <p:nvPr/>
            </p:nvSpPr>
            <p:spPr>
              <a:xfrm>
                <a:off x="2649537" y="2557463"/>
                <a:ext cx="6508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2" extrusionOk="0">
                    <a:moveTo>
                      <a:pt x="21" y="8"/>
                    </a:moveTo>
                    <a:cubicBezTo>
                      <a:pt x="20" y="7"/>
                      <a:pt x="18" y="6"/>
                      <a:pt x="18" y="6"/>
                    </a:cubicBezTo>
                    <a:cubicBezTo>
                      <a:pt x="15" y="4"/>
                      <a:pt x="12" y="2"/>
                      <a:pt x="1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4"/>
                      <a:pt x="8" y="8"/>
                      <a:pt x="12" y="10"/>
                    </a:cubicBezTo>
                    <a:cubicBezTo>
                      <a:pt x="13" y="11"/>
                      <a:pt x="15" y="12"/>
                      <a:pt x="18" y="12"/>
                    </a:cubicBezTo>
                    <a:cubicBezTo>
                      <a:pt x="24" y="9"/>
                      <a:pt x="24" y="9"/>
                      <a:pt x="24" y="9"/>
                    </a:cubicBezTo>
                    <a:lnTo>
                      <a:pt x="21" y="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9" name="Google Shape;703;p50">
                <a:extLst>
                  <a:ext uri="{FF2B5EF4-FFF2-40B4-BE49-F238E27FC236}">
                    <a16:creationId xmlns:a16="http://schemas.microsoft.com/office/drawing/2014/main" id="{72D6DC1C-2183-4FBE-B763-8D32A58403D3}"/>
                  </a:ext>
                </a:extLst>
              </p:cNvPr>
              <p:cNvSpPr/>
              <p:nvPr/>
            </p:nvSpPr>
            <p:spPr>
              <a:xfrm>
                <a:off x="2105025" y="1308100"/>
                <a:ext cx="357187" cy="239712"/>
              </a:xfrm>
              <a:custGeom>
                <a:avLst/>
                <a:gdLst/>
                <a:ahLst/>
                <a:cxnLst/>
                <a:rect l="l" t="t" r="r" b="b"/>
                <a:pathLst>
                  <a:path w="133" h="89" extrusionOk="0">
                    <a:moveTo>
                      <a:pt x="36" y="30"/>
                    </a:moveTo>
                    <a:cubicBezTo>
                      <a:pt x="39" y="30"/>
                      <a:pt x="42" y="30"/>
                      <a:pt x="45" y="29"/>
                    </a:cubicBezTo>
                    <a:cubicBezTo>
                      <a:pt x="53" y="27"/>
                      <a:pt x="60" y="24"/>
                      <a:pt x="67" y="21"/>
                    </a:cubicBezTo>
                    <a:cubicBezTo>
                      <a:pt x="66" y="22"/>
                      <a:pt x="64" y="24"/>
                      <a:pt x="63" y="25"/>
                    </a:cubicBezTo>
                    <a:cubicBezTo>
                      <a:pt x="60" y="28"/>
                      <a:pt x="56" y="31"/>
                      <a:pt x="53" y="33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5" y="38"/>
                      <a:pt x="51" y="37"/>
                      <a:pt x="48" y="37"/>
                    </a:cubicBezTo>
                    <a:cubicBezTo>
                      <a:pt x="45" y="36"/>
                      <a:pt x="42" y="36"/>
                      <a:pt x="38" y="36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39" y="50"/>
                      <a:pt x="39" y="50"/>
                      <a:pt x="39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5" y="62"/>
                      <a:pt x="35" y="62"/>
                      <a:pt x="35" y="62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36" y="71"/>
                      <a:pt x="36" y="71"/>
                      <a:pt x="36" y="71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1" y="74"/>
                      <a:pt x="21" y="74"/>
                      <a:pt x="21" y="74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2" y="83"/>
                      <a:pt x="4" y="84"/>
                      <a:pt x="6" y="86"/>
                    </a:cubicBezTo>
                    <a:cubicBezTo>
                      <a:pt x="7" y="87"/>
                      <a:pt x="8" y="88"/>
                      <a:pt x="9" y="89"/>
                    </a:cubicBezTo>
                    <a:cubicBezTo>
                      <a:pt x="13" y="86"/>
                      <a:pt x="13" y="86"/>
                      <a:pt x="13" y="86"/>
                    </a:cubicBezTo>
                    <a:cubicBezTo>
                      <a:pt x="29" y="88"/>
                      <a:pt x="29" y="88"/>
                      <a:pt x="29" y="88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51" y="82"/>
                      <a:pt x="51" y="82"/>
                      <a:pt x="51" y="82"/>
                    </a:cubicBezTo>
                    <a:cubicBezTo>
                      <a:pt x="51" y="87"/>
                      <a:pt x="51" y="87"/>
                      <a:pt x="51" y="87"/>
                    </a:cubicBezTo>
                    <a:cubicBezTo>
                      <a:pt x="64" y="86"/>
                      <a:pt x="64" y="86"/>
                      <a:pt x="64" y="86"/>
                    </a:cubicBezTo>
                    <a:cubicBezTo>
                      <a:pt x="77" y="77"/>
                      <a:pt x="77" y="77"/>
                      <a:pt x="77" y="77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1" y="71"/>
                      <a:pt x="61" y="71"/>
                      <a:pt x="61" y="71"/>
                    </a:cubicBezTo>
                    <a:cubicBezTo>
                      <a:pt x="66" y="67"/>
                      <a:pt x="66" y="67"/>
                      <a:pt x="66" y="67"/>
                    </a:cubicBezTo>
                    <a:cubicBezTo>
                      <a:pt x="70" y="66"/>
                      <a:pt x="75" y="66"/>
                      <a:pt x="79" y="65"/>
                    </a:cubicBezTo>
                    <a:cubicBezTo>
                      <a:pt x="82" y="65"/>
                      <a:pt x="84" y="65"/>
                      <a:pt x="86" y="66"/>
                    </a:cubicBezTo>
                    <a:cubicBezTo>
                      <a:pt x="90" y="62"/>
                      <a:pt x="90" y="62"/>
                      <a:pt x="90" y="62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96" y="57"/>
                      <a:pt x="96" y="57"/>
                      <a:pt x="96" y="57"/>
                    </a:cubicBezTo>
                    <a:cubicBezTo>
                      <a:pt x="102" y="51"/>
                      <a:pt x="102" y="51"/>
                      <a:pt x="102" y="51"/>
                    </a:cubicBezTo>
                    <a:cubicBezTo>
                      <a:pt x="93" y="49"/>
                      <a:pt x="93" y="49"/>
                      <a:pt x="93" y="49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3" y="44"/>
                      <a:pt x="115" y="42"/>
                      <a:pt x="117" y="40"/>
                    </a:cubicBezTo>
                    <a:cubicBezTo>
                      <a:pt x="122" y="34"/>
                      <a:pt x="128" y="29"/>
                      <a:pt x="133" y="23"/>
                    </a:cubicBezTo>
                    <a:cubicBezTo>
                      <a:pt x="124" y="19"/>
                      <a:pt x="124" y="19"/>
                      <a:pt x="124" y="19"/>
                    </a:cubicBezTo>
                    <a:cubicBezTo>
                      <a:pt x="133" y="15"/>
                      <a:pt x="133" y="15"/>
                      <a:pt x="133" y="15"/>
                    </a:cubicBezTo>
                    <a:cubicBezTo>
                      <a:pt x="132" y="8"/>
                      <a:pt x="132" y="8"/>
                      <a:pt x="132" y="8"/>
                    </a:cubicBezTo>
                    <a:cubicBezTo>
                      <a:pt x="130" y="7"/>
                      <a:pt x="128" y="6"/>
                      <a:pt x="125" y="5"/>
                    </a:cubicBezTo>
                    <a:cubicBezTo>
                      <a:pt x="117" y="3"/>
                      <a:pt x="109" y="1"/>
                      <a:pt x="101" y="0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4" y="8"/>
                      <a:pt x="60" y="10"/>
                      <a:pt x="56" y="11"/>
                    </a:cubicBezTo>
                    <a:cubicBezTo>
                      <a:pt x="53" y="12"/>
                      <a:pt x="51" y="12"/>
                      <a:pt x="48" y="13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39" y="16"/>
                      <a:pt x="35" y="16"/>
                      <a:pt x="29" y="16"/>
                    </a:cubicBezTo>
                    <a:cubicBezTo>
                      <a:pt x="28" y="16"/>
                      <a:pt x="26" y="17"/>
                      <a:pt x="24" y="18"/>
                    </a:cubicBezTo>
                    <a:cubicBezTo>
                      <a:pt x="29" y="26"/>
                      <a:pt x="29" y="26"/>
                      <a:pt x="29" y="26"/>
                    </a:cubicBezTo>
                    <a:lnTo>
                      <a:pt x="36" y="3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0" name="Google Shape;704;p50">
                <a:extLst>
                  <a:ext uri="{FF2B5EF4-FFF2-40B4-BE49-F238E27FC236}">
                    <a16:creationId xmlns:a16="http://schemas.microsoft.com/office/drawing/2014/main" id="{A7F2B756-2293-4F71-925E-AD41EB2BA625}"/>
                  </a:ext>
                </a:extLst>
              </p:cNvPr>
              <p:cNvSpPr/>
              <p:nvPr/>
            </p:nvSpPr>
            <p:spPr>
              <a:xfrm>
                <a:off x="2058987" y="1636713"/>
                <a:ext cx="649287" cy="47783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78" extrusionOk="0">
                    <a:moveTo>
                      <a:pt x="133" y="27"/>
                    </a:moveTo>
                    <a:cubicBezTo>
                      <a:pt x="128" y="21"/>
                      <a:pt x="128" y="21"/>
                      <a:pt x="128" y="21"/>
                    </a:cubicBezTo>
                    <a:cubicBezTo>
                      <a:pt x="123" y="22"/>
                      <a:pt x="123" y="22"/>
                      <a:pt x="123" y="22"/>
                    </a:cubicBezTo>
                    <a:cubicBezTo>
                      <a:pt x="123" y="14"/>
                      <a:pt x="123" y="14"/>
                      <a:pt x="123" y="14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0" y="12"/>
                      <a:pt x="101" y="13"/>
                      <a:pt x="93" y="15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77" y="22"/>
                      <a:pt x="77" y="22"/>
                      <a:pt x="77" y="22"/>
                    </a:cubicBezTo>
                    <a:cubicBezTo>
                      <a:pt x="70" y="25"/>
                      <a:pt x="70" y="25"/>
                      <a:pt x="70" y="25"/>
                    </a:cubicBezTo>
                    <a:cubicBezTo>
                      <a:pt x="72" y="21"/>
                      <a:pt x="72" y="15"/>
                      <a:pt x="72" y="10"/>
                    </a:cubicBezTo>
                    <a:cubicBezTo>
                      <a:pt x="72" y="7"/>
                      <a:pt x="71" y="4"/>
                      <a:pt x="70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0" y="27"/>
                      <a:pt x="38" y="23"/>
                      <a:pt x="35" y="19"/>
                    </a:cubicBezTo>
                    <a:cubicBezTo>
                      <a:pt x="34" y="18"/>
                      <a:pt x="33" y="15"/>
                      <a:pt x="32" y="13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8" y="4"/>
                      <a:pt x="20" y="8"/>
                      <a:pt x="12" y="13"/>
                    </a:cubicBezTo>
                    <a:cubicBezTo>
                      <a:pt x="7" y="15"/>
                      <a:pt x="4" y="18"/>
                      <a:pt x="0" y="22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24" y="41"/>
                      <a:pt x="32" y="44"/>
                      <a:pt x="39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9" y="51"/>
                      <a:pt x="56" y="52"/>
                      <a:pt x="63" y="53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9" y="53"/>
                      <a:pt x="69" y="53"/>
                      <a:pt x="69" y="53"/>
                    </a:cubicBezTo>
                    <a:cubicBezTo>
                      <a:pt x="77" y="49"/>
                      <a:pt x="77" y="49"/>
                      <a:pt x="77" y="49"/>
                    </a:cubicBezTo>
                    <a:cubicBezTo>
                      <a:pt x="87" y="53"/>
                      <a:pt x="87" y="53"/>
                      <a:pt x="87" y="53"/>
                    </a:cubicBezTo>
                    <a:cubicBezTo>
                      <a:pt x="93" y="51"/>
                      <a:pt x="93" y="51"/>
                      <a:pt x="93" y="51"/>
                    </a:cubicBezTo>
                    <a:cubicBezTo>
                      <a:pt x="92" y="44"/>
                      <a:pt x="92" y="44"/>
                      <a:pt x="92" y="44"/>
                    </a:cubicBezTo>
                    <a:cubicBezTo>
                      <a:pt x="98" y="46"/>
                      <a:pt x="98" y="46"/>
                      <a:pt x="98" y="46"/>
                    </a:cubicBezTo>
                    <a:cubicBezTo>
                      <a:pt x="100" y="56"/>
                      <a:pt x="100" y="56"/>
                      <a:pt x="100" y="56"/>
                    </a:cubicBezTo>
                    <a:cubicBezTo>
                      <a:pt x="107" y="60"/>
                      <a:pt x="107" y="60"/>
                      <a:pt x="107" y="60"/>
                    </a:cubicBezTo>
                    <a:cubicBezTo>
                      <a:pt x="110" y="67"/>
                      <a:pt x="110" y="67"/>
                      <a:pt x="110" y="67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17" y="68"/>
                      <a:pt x="117" y="68"/>
                      <a:pt x="117" y="68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23" y="70"/>
                      <a:pt x="123" y="70"/>
                      <a:pt x="123" y="70"/>
                    </a:cubicBezTo>
                    <a:cubicBezTo>
                      <a:pt x="130" y="82"/>
                      <a:pt x="136" y="94"/>
                      <a:pt x="143" y="107"/>
                    </a:cubicBezTo>
                    <a:cubicBezTo>
                      <a:pt x="134" y="117"/>
                      <a:pt x="134" y="117"/>
                      <a:pt x="134" y="117"/>
                    </a:cubicBezTo>
                    <a:cubicBezTo>
                      <a:pt x="136" y="123"/>
                      <a:pt x="136" y="123"/>
                      <a:pt x="136" y="123"/>
                    </a:cubicBezTo>
                    <a:cubicBezTo>
                      <a:pt x="113" y="122"/>
                      <a:pt x="113" y="122"/>
                      <a:pt x="113" y="122"/>
                    </a:cubicBezTo>
                    <a:cubicBezTo>
                      <a:pt x="111" y="118"/>
                      <a:pt x="111" y="118"/>
                      <a:pt x="111" y="118"/>
                    </a:cubicBezTo>
                    <a:cubicBezTo>
                      <a:pt x="104" y="116"/>
                      <a:pt x="104" y="116"/>
                      <a:pt x="104" y="116"/>
                    </a:cubicBezTo>
                    <a:cubicBezTo>
                      <a:pt x="102" y="120"/>
                      <a:pt x="102" y="120"/>
                      <a:pt x="102" y="120"/>
                    </a:cubicBezTo>
                    <a:cubicBezTo>
                      <a:pt x="103" y="125"/>
                      <a:pt x="103" y="125"/>
                      <a:pt x="103" y="125"/>
                    </a:cubicBezTo>
                    <a:cubicBezTo>
                      <a:pt x="97" y="131"/>
                      <a:pt x="97" y="131"/>
                      <a:pt x="97" y="131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9" y="139"/>
                      <a:pt x="102" y="140"/>
                      <a:pt x="105" y="141"/>
                    </a:cubicBezTo>
                    <a:cubicBezTo>
                      <a:pt x="107" y="142"/>
                      <a:pt x="110" y="142"/>
                      <a:pt x="112" y="142"/>
                    </a:cubicBezTo>
                    <a:cubicBezTo>
                      <a:pt x="116" y="137"/>
                      <a:pt x="116" y="137"/>
                      <a:pt x="116" y="137"/>
                    </a:cubicBezTo>
                    <a:cubicBezTo>
                      <a:pt x="119" y="137"/>
                      <a:pt x="122" y="137"/>
                      <a:pt x="124" y="137"/>
                    </a:cubicBezTo>
                    <a:cubicBezTo>
                      <a:pt x="126" y="137"/>
                      <a:pt x="128" y="136"/>
                      <a:pt x="129" y="136"/>
                    </a:cubicBezTo>
                    <a:cubicBezTo>
                      <a:pt x="136" y="144"/>
                      <a:pt x="144" y="152"/>
                      <a:pt x="151" y="160"/>
                    </a:cubicBezTo>
                    <a:cubicBezTo>
                      <a:pt x="153" y="160"/>
                      <a:pt x="154" y="160"/>
                      <a:pt x="156" y="161"/>
                    </a:cubicBezTo>
                    <a:cubicBezTo>
                      <a:pt x="159" y="163"/>
                      <a:pt x="162" y="164"/>
                      <a:pt x="165" y="166"/>
                    </a:cubicBezTo>
                    <a:cubicBezTo>
                      <a:pt x="168" y="164"/>
                      <a:pt x="168" y="164"/>
                      <a:pt x="168" y="164"/>
                    </a:cubicBezTo>
                    <a:cubicBezTo>
                      <a:pt x="175" y="169"/>
                      <a:pt x="181" y="173"/>
                      <a:pt x="187" y="178"/>
                    </a:cubicBezTo>
                    <a:cubicBezTo>
                      <a:pt x="190" y="177"/>
                      <a:pt x="192" y="177"/>
                      <a:pt x="194" y="177"/>
                    </a:cubicBezTo>
                    <a:cubicBezTo>
                      <a:pt x="197" y="177"/>
                      <a:pt x="200" y="178"/>
                      <a:pt x="203" y="178"/>
                    </a:cubicBezTo>
                    <a:cubicBezTo>
                      <a:pt x="203" y="173"/>
                      <a:pt x="203" y="173"/>
                      <a:pt x="203" y="173"/>
                    </a:cubicBezTo>
                    <a:cubicBezTo>
                      <a:pt x="197" y="166"/>
                      <a:pt x="190" y="160"/>
                      <a:pt x="184" y="152"/>
                    </a:cubicBezTo>
                    <a:cubicBezTo>
                      <a:pt x="197" y="157"/>
                      <a:pt x="197" y="157"/>
                      <a:pt x="197" y="157"/>
                    </a:cubicBezTo>
                    <a:cubicBezTo>
                      <a:pt x="199" y="162"/>
                      <a:pt x="199" y="162"/>
                      <a:pt x="199" y="162"/>
                    </a:cubicBezTo>
                    <a:cubicBezTo>
                      <a:pt x="217" y="172"/>
                      <a:pt x="217" y="172"/>
                      <a:pt x="217" y="172"/>
                    </a:cubicBezTo>
                    <a:cubicBezTo>
                      <a:pt x="217" y="171"/>
                      <a:pt x="217" y="170"/>
                      <a:pt x="217" y="169"/>
                    </a:cubicBezTo>
                    <a:cubicBezTo>
                      <a:pt x="217" y="167"/>
                      <a:pt x="217" y="166"/>
                      <a:pt x="217" y="164"/>
                    </a:cubicBezTo>
                    <a:cubicBezTo>
                      <a:pt x="221" y="163"/>
                      <a:pt x="221" y="163"/>
                      <a:pt x="221" y="163"/>
                    </a:cubicBezTo>
                    <a:cubicBezTo>
                      <a:pt x="215" y="155"/>
                      <a:pt x="215" y="155"/>
                      <a:pt x="215" y="155"/>
                    </a:cubicBezTo>
                    <a:cubicBezTo>
                      <a:pt x="215" y="150"/>
                      <a:pt x="215" y="150"/>
                      <a:pt x="215" y="150"/>
                    </a:cubicBezTo>
                    <a:cubicBezTo>
                      <a:pt x="211" y="147"/>
                      <a:pt x="211" y="147"/>
                      <a:pt x="211" y="147"/>
                    </a:cubicBezTo>
                    <a:cubicBezTo>
                      <a:pt x="206" y="147"/>
                      <a:pt x="206" y="147"/>
                      <a:pt x="206" y="147"/>
                    </a:cubicBezTo>
                    <a:cubicBezTo>
                      <a:pt x="206" y="142"/>
                      <a:pt x="206" y="142"/>
                      <a:pt x="206" y="142"/>
                    </a:cubicBezTo>
                    <a:cubicBezTo>
                      <a:pt x="191" y="129"/>
                      <a:pt x="191" y="129"/>
                      <a:pt x="191" y="129"/>
                    </a:cubicBezTo>
                    <a:cubicBezTo>
                      <a:pt x="184" y="108"/>
                      <a:pt x="184" y="108"/>
                      <a:pt x="184" y="108"/>
                    </a:cubicBezTo>
                    <a:cubicBezTo>
                      <a:pt x="189" y="108"/>
                      <a:pt x="189" y="108"/>
                      <a:pt x="189" y="108"/>
                    </a:cubicBezTo>
                    <a:cubicBezTo>
                      <a:pt x="197" y="114"/>
                      <a:pt x="206" y="120"/>
                      <a:pt x="214" y="125"/>
                    </a:cubicBezTo>
                    <a:cubicBezTo>
                      <a:pt x="222" y="129"/>
                      <a:pt x="229" y="131"/>
                      <a:pt x="238" y="134"/>
                    </a:cubicBezTo>
                    <a:cubicBezTo>
                      <a:pt x="240" y="128"/>
                      <a:pt x="240" y="128"/>
                      <a:pt x="240" y="128"/>
                    </a:cubicBezTo>
                    <a:cubicBezTo>
                      <a:pt x="233" y="123"/>
                      <a:pt x="233" y="123"/>
                      <a:pt x="233" y="123"/>
                    </a:cubicBezTo>
                    <a:cubicBezTo>
                      <a:pt x="242" y="113"/>
                      <a:pt x="242" y="113"/>
                      <a:pt x="242" y="113"/>
                    </a:cubicBezTo>
                    <a:cubicBezTo>
                      <a:pt x="241" y="108"/>
                      <a:pt x="241" y="108"/>
                      <a:pt x="241" y="108"/>
                    </a:cubicBezTo>
                    <a:cubicBezTo>
                      <a:pt x="227" y="107"/>
                      <a:pt x="227" y="107"/>
                      <a:pt x="227" y="107"/>
                    </a:cubicBezTo>
                    <a:cubicBezTo>
                      <a:pt x="228" y="101"/>
                      <a:pt x="228" y="101"/>
                      <a:pt x="228" y="101"/>
                    </a:cubicBezTo>
                    <a:cubicBezTo>
                      <a:pt x="233" y="100"/>
                      <a:pt x="233" y="100"/>
                      <a:pt x="233" y="100"/>
                    </a:cubicBezTo>
                    <a:cubicBezTo>
                      <a:pt x="227" y="94"/>
                      <a:pt x="227" y="94"/>
                      <a:pt x="227" y="94"/>
                    </a:cubicBezTo>
                    <a:cubicBezTo>
                      <a:pt x="221" y="97"/>
                      <a:pt x="221" y="97"/>
                      <a:pt x="221" y="97"/>
                    </a:cubicBezTo>
                    <a:cubicBezTo>
                      <a:pt x="214" y="95"/>
                      <a:pt x="208" y="92"/>
                      <a:pt x="202" y="88"/>
                    </a:cubicBezTo>
                    <a:cubicBezTo>
                      <a:pt x="198" y="86"/>
                      <a:pt x="194" y="82"/>
                      <a:pt x="191" y="78"/>
                    </a:cubicBezTo>
                    <a:cubicBezTo>
                      <a:pt x="198" y="78"/>
                      <a:pt x="198" y="78"/>
                      <a:pt x="198" y="78"/>
                    </a:cubicBezTo>
                    <a:cubicBezTo>
                      <a:pt x="198" y="73"/>
                      <a:pt x="198" y="73"/>
                      <a:pt x="198" y="73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5" y="71"/>
                      <a:pt x="185" y="71"/>
                      <a:pt x="185" y="71"/>
                    </a:cubicBezTo>
                    <a:cubicBezTo>
                      <a:pt x="180" y="65"/>
                      <a:pt x="180" y="65"/>
                      <a:pt x="180" y="65"/>
                    </a:cubicBezTo>
                    <a:cubicBezTo>
                      <a:pt x="188" y="59"/>
                      <a:pt x="188" y="59"/>
                      <a:pt x="188" y="59"/>
                    </a:cubicBezTo>
                    <a:cubicBezTo>
                      <a:pt x="185" y="56"/>
                      <a:pt x="184" y="53"/>
                      <a:pt x="182" y="50"/>
                    </a:cubicBezTo>
                    <a:cubicBezTo>
                      <a:pt x="180" y="48"/>
                      <a:pt x="180" y="46"/>
                      <a:pt x="179" y="43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5" y="39"/>
                      <a:pt x="175" y="39"/>
                      <a:pt x="175" y="39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54" y="31"/>
                      <a:pt x="154" y="31"/>
                      <a:pt x="154" y="31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5" y="30"/>
                      <a:pt x="138" y="31"/>
                      <a:pt x="131" y="32"/>
                    </a:cubicBezTo>
                    <a:lnTo>
                      <a:pt x="133" y="2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1" name="Google Shape;705;p50">
                <a:extLst>
                  <a:ext uri="{FF2B5EF4-FFF2-40B4-BE49-F238E27FC236}">
                    <a16:creationId xmlns:a16="http://schemas.microsoft.com/office/drawing/2014/main" id="{8DBEF068-2345-46E1-82E6-31FC391E45E6}"/>
                  </a:ext>
                </a:extLst>
              </p:cNvPr>
              <p:cNvSpPr/>
              <p:nvPr/>
            </p:nvSpPr>
            <p:spPr>
              <a:xfrm>
                <a:off x="1541462" y="1489075"/>
                <a:ext cx="252412" cy="109537"/>
              </a:xfrm>
              <a:custGeom>
                <a:avLst/>
                <a:gdLst/>
                <a:ahLst/>
                <a:cxnLst/>
                <a:rect l="l" t="t" r="r" b="b"/>
                <a:pathLst>
                  <a:path w="94" h="41" extrusionOk="0">
                    <a:moveTo>
                      <a:pt x="36" y="9"/>
                    </a:moveTo>
                    <a:cubicBezTo>
                      <a:pt x="36" y="4"/>
                      <a:pt x="36" y="4"/>
                      <a:pt x="36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7" y="26"/>
                      <a:pt x="14" y="28"/>
                      <a:pt x="22" y="31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0" y="31"/>
                      <a:pt x="32" y="34"/>
                      <a:pt x="25" y="36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34" y="41"/>
                      <a:pt x="41" y="39"/>
                      <a:pt x="48" y="37"/>
                    </a:cubicBezTo>
                    <a:cubicBezTo>
                      <a:pt x="53" y="36"/>
                      <a:pt x="57" y="34"/>
                      <a:pt x="61" y="31"/>
                    </a:cubicBezTo>
                    <a:cubicBezTo>
                      <a:pt x="63" y="36"/>
                      <a:pt x="63" y="36"/>
                      <a:pt x="63" y="36"/>
                    </a:cubicBezTo>
                    <a:cubicBezTo>
                      <a:pt x="80" y="36"/>
                      <a:pt x="80" y="36"/>
                      <a:pt x="80" y="36"/>
                    </a:cubicBezTo>
                    <a:cubicBezTo>
                      <a:pt x="83" y="28"/>
                      <a:pt x="83" y="28"/>
                      <a:pt x="83" y="28"/>
                    </a:cubicBezTo>
                    <a:cubicBezTo>
                      <a:pt x="89" y="26"/>
                      <a:pt x="89" y="26"/>
                      <a:pt x="89" y="26"/>
                    </a:cubicBezTo>
                    <a:cubicBezTo>
                      <a:pt x="94" y="19"/>
                      <a:pt x="94" y="19"/>
                      <a:pt x="94" y="19"/>
                    </a:cubicBezTo>
                    <a:cubicBezTo>
                      <a:pt x="89" y="13"/>
                      <a:pt x="89" y="13"/>
                      <a:pt x="89" y="13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69" y="5"/>
                      <a:pt x="69" y="5"/>
                      <a:pt x="69" y="5"/>
                    </a:cubicBezTo>
                    <a:cubicBezTo>
                      <a:pt x="69" y="10"/>
                      <a:pt x="69" y="10"/>
                      <a:pt x="69" y="1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42" y="10"/>
                      <a:pt x="42" y="10"/>
                      <a:pt x="42" y="10"/>
                    </a:cubicBezTo>
                    <a:lnTo>
                      <a:pt x="36" y="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2" name="Google Shape;706;p50">
                <a:extLst>
                  <a:ext uri="{FF2B5EF4-FFF2-40B4-BE49-F238E27FC236}">
                    <a16:creationId xmlns:a16="http://schemas.microsoft.com/office/drawing/2014/main" id="{0F159863-E024-47BE-B936-937F7B30F38B}"/>
                  </a:ext>
                </a:extLst>
              </p:cNvPr>
              <p:cNvSpPr/>
              <p:nvPr/>
            </p:nvSpPr>
            <p:spPr>
              <a:xfrm>
                <a:off x="1414462" y="1622425"/>
                <a:ext cx="3619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78" extrusionOk="0">
                    <a:moveTo>
                      <a:pt x="135" y="55"/>
                    </a:moveTo>
                    <a:cubicBezTo>
                      <a:pt x="129" y="48"/>
                      <a:pt x="124" y="41"/>
                      <a:pt x="121" y="32"/>
                    </a:cubicBezTo>
                    <a:cubicBezTo>
                      <a:pt x="119" y="27"/>
                      <a:pt x="118" y="21"/>
                      <a:pt x="119" y="15"/>
                    </a:cubicBezTo>
                    <a:cubicBezTo>
                      <a:pt x="108" y="3"/>
                      <a:pt x="108" y="3"/>
                      <a:pt x="108" y="3"/>
                    </a:cubicBezTo>
                    <a:cubicBezTo>
                      <a:pt x="104" y="7"/>
                      <a:pt x="104" y="7"/>
                      <a:pt x="104" y="7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89" y="21"/>
                      <a:pt x="89" y="21"/>
                      <a:pt x="89" y="21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2" y="13"/>
                      <a:pt x="91" y="12"/>
                      <a:pt x="90" y="10"/>
                    </a:cubicBezTo>
                    <a:cubicBezTo>
                      <a:pt x="89" y="9"/>
                      <a:pt x="87" y="8"/>
                      <a:pt x="86" y="7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57" y="13"/>
                      <a:pt x="57" y="13"/>
                      <a:pt x="57" y="13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35" y="5"/>
                      <a:pt x="25" y="9"/>
                      <a:pt x="14" y="14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7" y="40"/>
                      <a:pt x="12" y="40"/>
                      <a:pt x="17" y="40"/>
                    </a:cubicBezTo>
                    <a:cubicBezTo>
                      <a:pt x="20" y="40"/>
                      <a:pt x="22" y="39"/>
                      <a:pt x="25" y="38"/>
                    </a:cubicBezTo>
                    <a:cubicBezTo>
                      <a:pt x="38" y="40"/>
                      <a:pt x="50" y="42"/>
                      <a:pt x="63" y="43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57" y="49"/>
                      <a:pt x="50" y="50"/>
                      <a:pt x="43" y="50"/>
                    </a:cubicBezTo>
                    <a:cubicBezTo>
                      <a:pt x="37" y="50"/>
                      <a:pt x="32" y="50"/>
                      <a:pt x="26" y="48"/>
                    </a:cubicBezTo>
                    <a:cubicBezTo>
                      <a:pt x="22" y="51"/>
                      <a:pt x="22" y="51"/>
                      <a:pt x="22" y="51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6" y="65"/>
                      <a:pt x="26" y="65"/>
                      <a:pt x="26" y="65"/>
                    </a:cubicBezTo>
                    <a:cubicBezTo>
                      <a:pt x="31" y="68"/>
                      <a:pt x="31" y="68"/>
                      <a:pt x="31" y="6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36" y="78"/>
                      <a:pt x="46" y="77"/>
                      <a:pt x="56" y="76"/>
                    </a:cubicBezTo>
                    <a:cubicBezTo>
                      <a:pt x="70" y="74"/>
                      <a:pt x="84" y="72"/>
                      <a:pt x="97" y="68"/>
                    </a:cubicBezTo>
                    <a:cubicBezTo>
                      <a:pt x="104" y="59"/>
                      <a:pt x="104" y="59"/>
                      <a:pt x="104" y="59"/>
                    </a:cubicBezTo>
                    <a:cubicBezTo>
                      <a:pt x="107" y="60"/>
                      <a:pt x="107" y="60"/>
                      <a:pt x="107" y="60"/>
                    </a:cubicBezTo>
                    <a:cubicBezTo>
                      <a:pt x="104" y="67"/>
                      <a:pt x="104" y="67"/>
                      <a:pt x="104" y="67"/>
                    </a:cubicBezTo>
                    <a:cubicBezTo>
                      <a:pt x="110" y="70"/>
                      <a:pt x="116" y="71"/>
                      <a:pt x="121" y="73"/>
                    </a:cubicBezTo>
                    <a:cubicBezTo>
                      <a:pt x="123" y="73"/>
                      <a:pt x="126" y="73"/>
                      <a:pt x="129" y="73"/>
                    </a:cubicBezTo>
                    <a:cubicBezTo>
                      <a:pt x="130" y="66"/>
                      <a:pt x="130" y="66"/>
                      <a:pt x="130" y="66"/>
                    </a:cubicBezTo>
                    <a:cubicBezTo>
                      <a:pt x="123" y="64"/>
                      <a:pt x="123" y="64"/>
                      <a:pt x="123" y="64"/>
                    </a:cubicBezTo>
                    <a:cubicBezTo>
                      <a:pt x="123" y="60"/>
                      <a:pt x="123" y="60"/>
                      <a:pt x="123" y="60"/>
                    </a:cubicBezTo>
                    <a:cubicBezTo>
                      <a:pt x="135" y="61"/>
                      <a:pt x="135" y="61"/>
                      <a:pt x="135" y="61"/>
                    </a:cubicBezTo>
                    <a:lnTo>
                      <a:pt x="135" y="5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3" name="Google Shape;707;p50">
                <a:extLst>
                  <a:ext uri="{FF2B5EF4-FFF2-40B4-BE49-F238E27FC236}">
                    <a16:creationId xmlns:a16="http://schemas.microsoft.com/office/drawing/2014/main" id="{CFBC39F2-AFC1-4055-84F8-9661763F749D}"/>
                  </a:ext>
                </a:extLst>
              </p:cNvPr>
              <p:cNvSpPr/>
              <p:nvPr/>
            </p:nvSpPr>
            <p:spPr>
              <a:xfrm>
                <a:off x="815975" y="1700213"/>
                <a:ext cx="2024062" cy="1125537"/>
              </a:xfrm>
              <a:custGeom>
                <a:avLst/>
                <a:gdLst/>
                <a:ahLst/>
                <a:cxnLst/>
                <a:rect l="l" t="t" r="r" b="b"/>
                <a:pathLst>
                  <a:path w="754" h="419" extrusionOk="0">
                    <a:moveTo>
                      <a:pt x="732" y="299"/>
                    </a:moveTo>
                    <a:cubicBezTo>
                      <a:pt x="749" y="295"/>
                      <a:pt x="749" y="295"/>
                      <a:pt x="749" y="295"/>
                    </a:cubicBezTo>
                    <a:cubicBezTo>
                      <a:pt x="753" y="291"/>
                      <a:pt x="753" y="291"/>
                      <a:pt x="753" y="291"/>
                    </a:cubicBezTo>
                    <a:cubicBezTo>
                      <a:pt x="754" y="276"/>
                      <a:pt x="754" y="276"/>
                      <a:pt x="754" y="276"/>
                    </a:cubicBezTo>
                    <a:cubicBezTo>
                      <a:pt x="752" y="273"/>
                      <a:pt x="752" y="273"/>
                      <a:pt x="752" y="273"/>
                    </a:cubicBezTo>
                    <a:cubicBezTo>
                      <a:pt x="747" y="275"/>
                      <a:pt x="747" y="275"/>
                      <a:pt x="747" y="275"/>
                    </a:cubicBezTo>
                    <a:cubicBezTo>
                      <a:pt x="747" y="270"/>
                      <a:pt x="747" y="270"/>
                      <a:pt x="747" y="270"/>
                    </a:cubicBezTo>
                    <a:cubicBezTo>
                      <a:pt x="741" y="267"/>
                      <a:pt x="741" y="267"/>
                      <a:pt x="741" y="267"/>
                    </a:cubicBezTo>
                    <a:cubicBezTo>
                      <a:pt x="736" y="271"/>
                      <a:pt x="736" y="271"/>
                      <a:pt x="736" y="271"/>
                    </a:cubicBezTo>
                    <a:cubicBezTo>
                      <a:pt x="727" y="277"/>
                      <a:pt x="727" y="277"/>
                      <a:pt x="727" y="277"/>
                    </a:cubicBezTo>
                    <a:cubicBezTo>
                      <a:pt x="720" y="278"/>
                      <a:pt x="720" y="278"/>
                      <a:pt x="720" y="278"/>
                    </a:cubicBezTo>
                    <a:cubicBezTo>
                      <a:pt x="722" y="274"/>
                      <a:pt x="722" y="274"/>
                      <a:pt x="722" y="274"/>
                    </a:cubicBezTo>
                    <a:cubicBezTo>
                      <a:pt x="728" y="271"/>
                      <a:pt x="728" y="271"/>
                      <a:pt x="728" y="271"/>
                    </a:cubicBezTo>
                    <a:cubicBezTo>
                      <a:pt x="730" y="268"/>
                      <a:pt x="730" y="268"/>
                      <a:pt x="730" y="268"/>
                    </a:cubicBezTo>
                    <a:cubicBezTo>
                      <a:pt x="734" y="267"/>
                      <a:pt x="734" y="267"/>
                      <a:pt x="734" y="267"/>
                    </a:cubicBezTo>
                    <a:cubicBezTo>
                      <a:pt x="740" y="264"/>
                      <a:pt x="740" y="264"/>
                      <a:pt x="740" y="264"/>
                    </a:cubicBezTo>
                    <a:cubicBezTo>
                      <a:pt x="740" y="260"/>
                      <a:pt x="740" y="260"/>
                      <a:pt x="740" y="260"/>
                    </a:cubicBezTo>
                    <a:cubicBezTo>
                      <a:pt x="733" y="255"/>
                      <a:pt x="733" y="255"/>
                      <a:pt x="733" y="255"/>
                    </a:cubicBezTo>
                    <a:cubicBezTo>
                      <a:pt x="721" y="251"/>
                      <a:pt x="721" y="251"/>
                      <a:pt x="721" y="251"/>
                    </a:cubicBezTo>
                    <a:cubicBezTo>
                      <a:pt x="715" y="244"/>
                      <a:pt x="715" y="244"/>
                      <a:pt x="715" y="244"/>
                    </a:cubicBezTo>
                    <a:cubicBezTo>
                      <a:pt x="711" y="244"/>
                      <a:pt x="711" y="244"/>
                      <a:pt x="711" y="244"/>
                    </a:cubicBezTo>
                    <a:cubicBezTo>
                      <a:pt x="704" y="238"/>
                      <a:pt x="704" y="238"/>
                      <a:pt x="704" y="238"/>
                    </a:cubicBezTo>
                    <a:cubicBezTo>
                      <a:pt x="706" y="228"/>
                      <a:pt x="706" y="228"/>
                      <a:pt x="706" y="228"/>
                    </a:cubicBezTo>
                    <a:cubicBezTo>
                      <a:pt x="679" y="181"/>
                      <a:pt x="679" y="181"/>
                      <a:pt x="679" y="181"/>
                    </a:cubicBezTo>
                    <a:cubicBezTo>
                      <a:pt x="676" y="174"/>
                      <a:pt x="676" y="174"/>
                      <a:pt x="676" y="174"/>
                    </a:cubicBezTo>
                    <a:cubicBezTo>
                      <a:pt x="674" y="176"/>
                      <a:pt x="674" y="176"/>
                      <a:pt x="674" y="176"/>
                    </a:cubicBezTo>
                    <a:cubicBezTo>
                      <a:pt x="674" y="182"/>
                      <a:pt x="674" y="182"/>
                      <a:pt x="674" y="182"/>
                    </a:cubicBezTo>
                    <a:cubicBezTo>
                      <a:pt x="672" y="185"/>
                      <a:pt x="672" y="185"/>
                      <a:pt x="672" y="185"/>
                    </a:cubicBezTo>
                    <a:cubicBezTo>
                      <a:pt x="671" y="190"/>
                      <a:pt x="671" y="190"/>
                      <a:pt x="671" y="190"/>
                    </a:cubicBezTo>
                    <a:cubicBezTo>
                      <a:pt x="665" y="194"/>
                      <a:pt x="665" y="194"/>
                      <a:pt x="665" y="194"/>
                    </a:cubicBezTo>
                    <a:cubicBezTo>
                      <a:pt x="665" y="198"/>
                      <a:pt x="665" y="198"/>
                      <a:pt x="665" y="198"/>
                    </a:cubicBezTo>
                    <a:cubicBezTo>
                      <a:pt x="656" y="207"/>
                      <a:pt x="656" y="207"/>
                      <a:pt x="656" y="207"/>
                    </a:cubicBezTo>
                    <a:cubicBezTo>
                      <a:pt x="648" y="199"/>
                      <a:pt x="648" y="199"/>
                      <a:pt x="648" y="199"/>
                    </a:cubicBezTo>
                    <a:cubicBezTo>
                      <a:pt x="644" y="197"/>
                      <a:pt x="644" y="197"/>
                      <a:pt x="644" y="197"/>
                    </a:cubicBezTo>
                    <a:cubicBezTo>
                      <a:pt x="639" y="198"/>
                      <a:pt x="639" y="198"/>
                      <a:pt x="639" y="198"/>
                    </a:cubicBezTo>
                    <a:cubicBezTo>
                      <a:pt x="637" y="194"/>
                      <a:pt x="635" y="192"/>
                      <a:pt x="635" y="192"/>
                    </a:cubicBezTo>
                    <a:cubicBezTo>
                      <a:pt x="636" y="167"/>
                      <a:pt x="636" y="167"/>
                      <a:pt x="636" y="167"/>
                    </a:cubicBezTo>
                    <a:cubicBezTo>
                      <a:pt x="632" y="169"/>
                      <a:pt x="632" y="169"/>
                      <a:pt x="632" y="169"/>
                    </a:cubicBezTo>
                    <a:cubicBezTo>
                      <a:pt x="619" y="162"/>
                      <a:pt x="619" y="162"/>
                      <a:pt x="619" y="162"/>
                    </a:cubicBezTo>
                    <a:cubicBezTo>
                      <a:pt x="619" y="155"/>
                      <a:pt x="619" y="155"/>
                      <a:pt x="619" y="155"/>
                    </a:cubicBezTo>
                    <a:cubicBezTo>
                      <a:pt x="599" y="148"/>
                      <a:pt x="599" y="148"/>
                      <a:pt x="599" y="148"/>
                    </a:cubicBezTo>
                    <a:cubicBezTo>
                      <a:pt x="590" y="151"/>
                      <a:pt x="590" y="151"/>
                      <a:pt x="590" y="151"/>
                    </a:cubicBezTo>
                    <a:cubicBezTo>
                      <a:pt x="583" y="153"/>
                      <a:pt x="583" y="153"/>
                      <a:pt x="583" y="153"/>
                    </a:cubicBezTo>
                    <a:cubicBezTo>
                      <a:pt x="567" y="145"/>
                      <a:pt x="567" y="145"/>
                      <a:pt x="567" y="145"/>
                    </a:cubicBezTo>
                    <a:cubicBezTo>
                      <a:pt x="562" y="145"/>
                      <a:pt x="562" y="145"/>
                      <a:pt x="562" y="145"/>
                    </a:cubicBezTo>
                    <a:cubicBezTo>
                      <a:pt x="559" y="147"/>
                      <a:pt x="559" y="147"/>
                      <a:pt x="559" y="147"/>
                    </a:cubicBezTo>
                    <a:cubicBezTo>
                      <a:pt x="557" y="172"/>
                      <a:pt x="557" y="172"/>
                      <a:pt x="557" y="172"/>
                    </a:cubicBezTo>
                    <a:cubicBezTo>
                      <a:pt x="562" y="175"/>
                      <a:pt x="562" y="175"/>
                      <a:pt x="562" y="175"/>
                    </a:cubicBezTo>
                    <a:cubicBezTo>
                      <a:pt x="561" y="187"/>
                      <a:pt x="561" y="187"/>
                      <a:pt x="561" y="187"/>
                    </a:cubicBezTo>
                    <a:cubicBezTo>
                      <a:pt x="553" y="200"/>
                      <a:pt x="553" y="200"/>
                      <a:pt x="553" y="200"/>
                    </a:cubicBezTo>
                    <a:cubicBezTo>
                      <a:pt x="553" y="204"/>
                      <a:pt x="553" y="204"/>
                      <a:pt x="553" y="204"/>
                    </a:cubicBezTo>
                    <a:cubicBezTo>
                      <a:pt x="562" y="218"/>
                      <a:pt x="562" y="218"/>
                      <a:pt x="562" y="218"/>
                    </a:cubicBezTo>
                    <a:cubicBezTo>
                      <a:pt x="564" y="229"/>
                      <a:pt x="564" y="229"/>
                      <a:pt x="564" y="229"/>
                    </a:cubicBezTo>
                    <a:cubicBezTo>
                      <a:pt x="564" y="241"/>
                      <a:pt x="564" y="241"/>
                      <a:pt x="564" y="241"/>
                    </a:cubicBezTo>
                    <a:cubicBezTo>
                      <a:pt x="561" y="250"/>
                      <a:pt x="561" y="250"/>
                      <a:pt x="561" y="250"/>
                    </a:cubicBezTo>
                    <a:cubicBezTo>
                      <a:pt x="556" y="256"/>
                      <a:pt x="556" y="256"/>
                      <a:pt x="556" y="256"/>
                    </a:cubicBezTo>
                    <a:cubicBezTo>
                      <a:pt x="548" y="261"/>
                      <a:pt x="548" y="261"/>
                      <a:pt x="548" y="261"/>
                    </a:cubicBezTo>
                    <a:cubicBezTo>
                      <a:pt x="550" y="267"/>
                      <a:pt x="550" y="267"/>
                      <a:pt x="550" y="267"/>
                    </a:cubicBezTo>
                    <a:cubicBezTo>
                      <a:pt x="551" y="274"/>
                      <a:pt x="551" y="274"/>
                      <a:pt x="551" y="274"/>
                    </a:cubicBezTo>
                    <a:cubicBezTo>
                      <a:pt x="555" y="284"/>
                      <a:pt x="555" y="284"/>
                      <a:pt x="555" y="284"/>
                    </a:cubicBezTo>
                    <a:cubicBezTo>
                      <a:pt x="554" y="296"/>
                      <a:pt x="554" y="296"/>
                      <a:pt x="554" y="296"/>
                    </a:cubicBezTo>
                    <a:cubicBezTo>
                      <a:pt x="542" y="306"/>
                      <a:pt x="542" y="306"/>
                      <a:pt x="542" y="306"/>
                    </a:cubicBezTo>
                    <a:cubicBezTo>
                      <a:pt x="534" y="292"/>
                      <a:pt x="534" y="292"/>
                      <a:pt x="534" y="292"/>
                    </a:cubicBezTo>
                    <a:cubicBezTo>
                      <a:pt x="528" y="287"/>
                      <a:pt x="528" y="287"/>
                      <a:pt x="528" y="287"/>
                    </a:cubicBezTo>
                    <a:cubicBezTo>
                      <a:pt x="521" y="277"/>
                      <a:pt x="521" y="277"/>
                      <a:pt x="521" y="277"/>
                    </a:cubicBezTo>
                    <a:cubicBezTo>
                      <a:pt x="518" y="263"/>
                      <a:pt x="518" y="263"/>
                      <a:pt x="518" y="263"/>
                    </a:cubicBezTo>
                    <a:cubicBezTo>
                      <a:pt x="518" y="254"/>
                      <a:pt x="518" y="254"/>
                      <a:pt x="518" y="254"/>
                    </a:cubicBezTo>
                    <a:cubicBezTo>
                      <a:pt x="514" y="251"/>
                      <a:pt x="514" y="251"/>
                      <a:pt x="514" y="251"/>
                    </a:cubicBezTo>
                    <a:cubicBezTo>
                      <a:pt x="499" y="252"/>
                      <a:pt x="499" y="252"/>
                      <a:pt x="499" y="252"/>
                    </a:cubicBezTo>
                    <a:cubicBezTo>
                      <a:pt x="483" y="250"/>
                      <a:pt x="483" y="250"/>
                      <a:pt x="483" y="250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66" y="242"/>
                      <a:pt x="466" y="242"/>
                      <a:pt x="466" y="242"/>
                    </a:cubicBezTo>
                    <a:cubicBezTo>
                      <a:pt x="465" y="237"/>
                      <a:pt x="465" y="237"/>
                      <a:pt x="465" y="237"/>
                    </a:cubicBezTo>
                    <a:cubicBezTo>
                      <a:pt x="446" y="220"/>
                      <a:pt x="446" y="220"/>
                      <a:pt x="446" y="220"/>
                    </a:cubicBezTo>
                    <a:cubicBezTo>
                      <a:pt x="431" y="226"/>
                      <a:pt x="431" y="226"/>
                      <a:pt x="431" y="226"/>
                    </a:cubicBezTo>
                    <a:cubicBezTo>
                      <a:pt x="423" y="198"/>
                      <a:pt x="423" y="198"/>
                      <a:pt x="423" y="198"/>
                    </a:cubicBezTo>
                    <a:cubicBezTo>
                      <a:pt x="412" y="196"/>
                      <a:pt x="412" y="196"/>
                      <a:pt x="412" y="196"/>
                    </a:cubicBezTo>
                    <a:cubicBezTo>
                      <a:pt x="411" y="188"/>
                      <a:pt x="411" y="188"/>
                      <a:pt x="411" y="188"/>
                    </a:cubicBezTo>
                    <a:cubicBezTo>
                      <a:pt x="419" y="171"/>
                      <a:pt x="419" y="171"/>
                      <a:pt x="419" y="171"/>
                    </a:cubicBezTo>
                    <a:cubicBezTo>
                      <a:pt x="432" y="154"/>
                      <a:pt x="432" y="154"/>
                      <a:pt x="432" y="154"/>
                    </a:cubicBezTo>
                    <a:cubicBezTo>
                      <a:pt x="446" y="149"/>
                      <a:pt x="446" y="149"/>
                      <a:pt x="446" y="149"/>
                    </a:cubicBezTo>
                    <a:cubicBezTo>
                      <a:pt x="451" y="139"/>
                      <a:pt x="451" y="139"/>
                      <a:pt x="451" y="139"/>
                    </a:cubicBezTo>
                    <a:cubicBezTo>
                      <a:pt x="447" y="135"/>
                      <a:pt x="447" y="135"/>
                      <a:pt x="447" y="135"/>
                    </a:cubicBezTo>
                    <a:cubicBezTo>
                      <a:pt x="452" y="135"/>
                      <a:pt x="452" y="135"/>
                      <a:pt x="452" y="135"/>
                    </a:cubicBezTo>
                    <a:cubicBezTo>
                      <a:pt x="460" y="119"/>
                      <a:pt x="460" y="119"/>
                      <a:pt x="460" y="119"/>
                    </a:cubicBezTo>
                    <a:cubicBezTo>
                      <a:pt x="471" y="122"/>
                      <a:pt x="471" y="122"/>
                      <a:pt x="471" y="122"/>
                    </a:cubicBezTo>
                    <a:cubicBezTo>
                      <a:pt x="479" y="103"/>
                      <a:pt x="479" y="103"/>
                      <a:pt x="479" y="103"/>
                    </a:cubicBezTo>
                    <a:cubicBezTo>
                      <a:pt x="477" y="96"/>
                      <a:pt x="477" y="96"/>
                      <a:pt x="477" y="96"/>
                    </a:cubicBezTo>
                    <a:cubicBezTo>
                      <a:pt x="486" y="99"/>
                      <a:pt x="486" y="99"/>
                      <a:pt x="486" y="99"/>
                    </a:cubicBezTo>
                    <a:cubicBezTo>
                      <a:pt x="497" y="89"/>
                      <a:pt x="497" y="89"/>
                      <a:pt x="497" y="89"/>
                    </a:cubicBezTo>
                    <a:cubicBezTo>
                      <a:pt x="497" y="84"/>
                      <a:pt x="497" y="84"/>
                      <a:pt x="497" y="84"/>
                    </a:cubicBezTo>
                    <a:cubicBezTo>
                      <a:pt x="503" y="81"/>
                      <a:pt x="503" y="81"/>
                      <a:pt x="503" y="81"/>
                    </a:cubicBezTo>
                    <a:cubicBezTo>
                      <a:pt x="507" y="81"/>
                      <a:pt x="507" y="81"/>
                      <a:pt x="507" y="81"/>
                    </a:cubicBezTo>
                    <a:cubicBezTo>
                      <a:pt x="507" y="87"/>
                      <a:pt x="507" y="87"/>
                      <a:pt x="507" y="87"/>
                    </a:cubicBezTo>
                    <a:cubicBezTo>
                      <a:pt x="514" y="85"/>
                      <a:pt x="514" y="85"/>
                      <a:pt x="514" y="85"/>
                    </a:cubicBezTo>
                    <a:cubicBezTo>
                      <a:pt x="514" y="80"/>
                      <a:pt x="514" y="80"/>
                      <a:pt x="514" y="80"/>
                    </a:cubicBezTo>
                    <a:cubicBezTo>
                      <a:pt x="520" y="83"/>
                      <a:pt x="520" y="83"/>
                      <a:pt x="520" y="83"/>
                    </a:cubicBezTo>
                    <a:cubicBezTo>
                      <a:pt x="530" y="81"/>
                      <a:pt x="530" y="81"/>
                      <a:pt x="530" y="81"/>
                    </a:cubicBezTo>
                    <a:cubicBezTo>
                      <a:pt x="536" y="71"/>
                      <a:pt x="536" y="71"/>
                      <a:pt x="536" y="71"/>
                    </a:cubicBezTo>
                    <a:cubicBezTo>
                      <a:pt x="535" y="62"/>
                      <a:pt x="535" y="62"/>
                      <a:pt x="535" y="62"/>
                    </a:cubicBezTo>
                    <a:cubicBezTo>
                      <a:pt x="533" y="54"/>
                      <a:pt x="533" y="54"/>
                      <a:pt x="533" y="54"/>
                    </a:cubicBezTo>
                    <a:cubicBezTo>
                      <a:pt x="539" y="47"/>
                      <a:pt x="539" y="47"/>
                      <a:pt x="539" y="47"/>
                    </a:cubicBezTo>
                    <a:cubicBezTo>
                      <a:pt x="537" y="43"/>
                      <a:pt x="537" y="43"/>
                      <a:pt x="537" y="43"/>
                    </a:cubicBezTo>
                    <a:cubicBezTo>
                      <a:pt x="528" y="42"/>
                      <a:pt x="528" y="42"/>
                      <a:pt x="528" y="42"/>
                    </a:cubicBezTo>
                    <a:cubicBezTo>
                      <a:pt x="531" y="37"/>
                      <a:pt x="531" y="37"/>
                      <a:pt x="531" y="37"/>
                    </a:cubicBezTo>
                    <a:cubicBezTo>
                      <a:pt x="509" y="31"/>
                      <a:pt x="509" y="31"/>
                      <a:pt x="509" y="31"/>
                    </a:cubicBezTo>
                    <a:cubicBezTo>
                      <a:pt x="506" y="35"/>
                      <a:pt x="506" y="35"/>
                      <a:pt x="506" y="35"/>
                    </a:cubicBezTo>
                    <a:cubicBezTo>
                      <a:pt x="497" y="35"/>
                      <a:pt x="497" y="35"/>
                      <a:pt x="497" y="35"/>
                    </a:cubicBezTo>
                    <a:cubicBezTo>
                      <a:pt x="494" y="37"/>
                      <a:pt x="494" y="37"/>
                      <a:pt x="494" y="37"/>
                    </a:cubicBezTo>
                    <a:cubicBezTo>
                      <a:pt x="503" y="47"/>
                      <a:pt x="503" y="47"/>
                      <a:pt x="503" y="47"/>
                    </a:cubicBezTo>
                    <a:cubicBezTo>
                      <a:pt x="501" y="51"/>
                      <a:pt x="501" y="51"/>
                      <a:pt x="501" y="51"/>
                    </a:cubicBezTo>
                    <a:cubicBezTo>
                      <a:pt x="498" y="51"/>
                      <a:pt x="498" y="51"/>
                      <a:pt x="498" y="51"/>
                    </a:cubicBezTo>
                    <a:cubicBezTo>
                      <a:pt x="492" y="68"/>
                      <a:pt x="492" y="68"/>
                      <a:pt x="492" y="68"/>
                    </a:cubicBezTo>
                    <a:cubicBezTo>
                      <a:pt x="492" y="75"/>
                      <a:pt x="492" y="75"/>
                      <a:pt x="492" y="75"/>
                    </a:cubicBezTo>
                    <a:cubicBezTo>
                      <a:pt x="484" y="81"/>
                      <a:pt x="484" y="81"/>
                      <a:pt x="484" y="81"/>
                    </a:cubicBezTo>
                    <a:cubicBezTo>
                      <a:pt x="472" y="67"/>
                      <a:pt x="472" y="67"/>
                      <a:pt x="472" y="67"/>
                    </a:cubicBezTo>
                    <a:cubicBezTo>
                      <a:pt x="480" y="57"/>
                      <a:pt x="480" y="57"/>
                      <a:pt x="480" y="57"/>
                    </a:cubicBezTo>
                    <a:cubicBezTo>
                      <a:pt x="469" y="46"/>
                      <a:pt x="469" y="46"/>
                      <a:pt x="469" y="46"/>
                    </a:cubicBezTo>
                    <a:cubicBezTo>
                      <a:pt x="463" y="48"/>
                      <a:pt x="463" y="48"/>
                      <a:pt x="463" y="48"/>
                    </a:cubicBezTo>
                    <a:cubicBezTo>
                      <a:pt x="462" y="58"/>
                      <a:pt x="462" y="58"/>
                      <a:pt x="462" y="58"/>
                    </a:cubicBezTo>
                    <a:cubicBezTo>
                      <a:pt x="456" y="61"/>
                      <a:pt x="456" y="61"/>
                      <a:pt x="456" y="61"/>
                    </a:cubicBezTo>
                    <a:cubicBezTo>
                      <a:pt x="452" y="54"/>
                      <a:pt x="452" y="54"/>
                      <a:pt x="452" y="54"/>
                    </a:cubicBezTo>
                    <a:cubicBezTo>
                      <a:pt x="455" y="44"/>
                      <a:pt x="455" y="44"/>
                      <a:pt x="455" y="44"/>
                    </a:cubicBezTo>
                    <a:cubicBezTo>
                      <a:pt x="452" y="41"/>
                      <a:pt x="452" y="41"/>
                      <a:pt x="452" y="41"/>
                    </a:cubicBezTo>
                    <a:cubicBezTo>
                      <a:pt x="447" y="44"/>
                      <a:pt x="447" y="44"/>
                      <a:pt x="447" y="44"/>
                    </a:cubicBezTo>
                    <a:cubicBezTo>
                      <a:pt x="440" y="38"/>
                      <a:pt x="440" y="38"/>
                      <a:pt x="440" y="38"/>
                    </a:cubicBezTo>
                    <a:cubicBezTo>
                      <a:pt x="455" y="26"/>
                      <a:pt x="455" y="26"/>
                      <a:pt x="455" y="26"/>
                    </a:cubicBezTo>
                    <a:cubicBezTo>
                      <a:pt x="447" y="18"/>
                      <a:pt x="447" y="18"/>
                      <a:pt x="447" y="18"/>
                    </a:cubicBezTo>
                    <a:cubicBezTo>
                      <a:pt x="443" y="13"/>
                      <a:pt x="443" y="13"/>
                      <a:pt x="443" y="13"/>
                    </a:cubicBezTo>
                    <a:cubicBezTo>
                      <a:pt x="430" y="6"/>
                      <a:pt x="430" y="6"/>
                      <a:pt x="430" y="6"/>
                    </a:cubicBezTo>
                    <a:cubicBezTo>
                      <a:pt x="426" y="0"/>
                      <a:pt x="426" y="0"/>
                      <a:pt x="426" y="0"/>
                    </a:cubicBezTo>
                    <a:cubicBezTo>
                      <a:pt x="416" y="9"/>
                      <a:pt x="416" y="9"/>
                      <a:pt x="416" y="9"/>
                    </a:cubicBezTo>
                    <a:cubicBezTo>
                      <a:pt x="406" y="26"/>
                      <a:pt x="406" y="26"/>
                      <a:pt x="406" y="26"/>
                    </a:cubicBezTo>
                    <a:cubicBezTo>
                      <a:pt x="423" y="35"/>
                      <a:pt x="423" y="35"/>
                      <a:pt x="423" y="35"/>
                    </a:cubicBezTo>
                    <a:cubicBezTo>
                      <a:pt x="426" y="34"/>
                      <a:pt x="426" y="34"/>
                      <a:pt x="426" y="34"/>
                    </a:cubicBezTo>
                    <a:cubicBezTo>
                      <a:pt x="415" y="46"/>
                      <a:pt x="415" y="46"/>
                      <a:pt x="415" y="46"/>
                    </a:cubicBezTo>
                    <a:cubicBezTo>
                      <a:pt x="418" y="50"/>
                      <a:pt x="418" y="50"/>
                      <a:pt x="418" y="50"/>
                    </a:cubicBezTo>
                    <a:cubicBezTo>
                      <a:pt x="431" y="45"/>
                      <a:pt x="431" y="45"/>
                      <a:pt x="431" y="45"/>
                    </a:cubicBezTo>
                    <a:cubicBezTo>
                      <a:pt x="422" y="54"/>
                      <a:pt x="422" y="54"/>
                      <a:pt x="422" y="54"/>
                    </a:cubicBezTo>
                    <a:cubicBezTo>
                      <a:pt x="409" y="62"/>
                      <a:pt x="409" y="62"/>
                      <a:pt x="409" y="62"/>
                    </a:cubicBezTo>
                    <a:cubicBezTo>
                      <a:pt x="411" y="71"/>
                      <a:pt x="411" y="71"/>
                      <a:pt x="411" y="71"/>
                    </a:cubicBezTo>
                    <a:cubicBezTo>
                      <a:pt x="411" y="75"/>
                      <a:pt x="411" y="75"/>
                      <a:pt x="411" y="75"/>
                    </a:cubicBezTo>
                    <a:cubicBezTo>
                      <a:pt x="400" y="70"/>
                      <a:pt x="400" y="70"/>
                      <a:pt x="400" y="70"/>
                    </a:cubicBezTo>
                    <a:cubicBezTo>
                      <a:pt x="402" y="65"/>
                      <a:pt x="402" y="65"/>
                      <a:pt x="402" y="65"/>
                    </a:cubicBezTo>
                    <a:cubicBezTo>
                      <a:pt x="388" y="60"/>
                      <a:pt x="388" y="60"/>
                      <a:pt x="388" y="60"/>
                    </a:cubicBezTo>
                    <a:cubicBezTo>
                      <a:pt x="384" y="67"/>
                      <a:pt x="384" y="67"/>
                      <a:pt x="384" y="67"/>
                    </a:cubicBezTo>
                    <a:cubicBezTo>
                      <a:pt x="372" y="70"/>
                      <a:pt x="372" y="70"/>
                      <a:pt x="372" y="70"/>
                    </a:cubicBezTo>
                    <a:cubicBezTo>
                      <a:pt x="363" y="64"/>
                      <a:pt x="363" y="64"/>
                      <a:pt x="363" y="64"/>
                    </a:cubicBezTo>
                    <a:cubicBezTo>
                      <a:pt x="346" y="60"/>
                      <a:pt x="346" y="60"/>
                      <a:pt x="346" y="60"/>
                    </a:cubicBezTo>
                    <a:cubicBezTo>
                      <a:pt x="344" y="53"/>
                      <a:pt x="344" y="53"/>
                      <a:pt x="344" y="53"/>
                    </a:cubicBezTo>
                    <a:cubicBezTo>
                      <a:pt x="335" y="53"/>
                      <a:pt x="335" y="53"/>
                      <a:pt x="335" y="53"/>
                    </a:cubicBezTo>
                    <a:cubicBezTo>
                      <a:pt x="327" y="61"/>
                      <a:pt x="327" y="61"/>
                      <a:pt x="327" y="61"/>
                    </a:cubicBezTo>
                    <a:cubicBezTo>
                      <a:pt x="315" y="61"/>
                      <a:pt x="315" y="61"/>
                      <a:pt x="315" y="61"/>
                    </a:cubicBezTo>
                    <a:cubicBezTo>
                      <a:pt x="316" y="72"/>
                      <a:pt x="316" y="72"/>
                      <a:pt x="316" y="72"/>
                    </a:cubicBezTo>
                    <a:cubicBezTo>
                      <a:pt x="309" y="76"/>
                      <a:pt x="309" y="76"/>
                      <a:pt x="309" y="76"/>
                    </a:cubicBezTo>
                    <a:cubicBezTo>
                      <a:pt x="305" y="67"/>
                      <a:pt x="305" y="67"/>
                      <a:pt x="305" y="67"/>
                    </a:cubicBezTo>
                    <a:cubicBezTo>
                      <a:pt x="294" y="66"/>
                      <a:pt x="294" y="66"/>
                      <a:pt x="294" y="66"/>
                    </a:cubicBezTo>
                    <a:cubicBezTo>
                      <a:pt x="285" y="58"/>
                      <a:pt x="285" y="58"/>
                      <a:pt x="285" y="58"/>
                    </a:cubicBezTo>
                    <a:cubicBezTo>
                      <a:pt x="250" y="64"/>
                      <a:pt x="250" y="64"/>
                      <a:pt x="250" y="64"/>
                    </a:cubicBezTo>
                    <a:cubicBezTo>
                      <a:pt x="233" y="60"/>
                      <a:pt x="233" y="60"/>
                      <a:pt x="233" y="60"/>
                    </a:cubicBezTo>
                    <a:cubicBezTo>
                      <a:pt x="228" y="55"/>
                      <a:pt x="228" y="55"/>
                      <a:pt x="228" y="55"/>
                    </a:cubicBezTo>
                    <a:cubicBezTo>
                      <a:pt x="240" y="51"/>
                      <a:pt x="240" y="51"/>
                      <a:pt x="240" y="51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33" y="42"/>
                      <a:pt x="233" y="42"/>
                      <a:pt x="233" y="42"/>
                    </a:cubicBezTo>
                    <a:cubicBezTo>
                      <a:pt x="225" y="43"/>
                      <a:pt x="225" y="43"/>
                      <a:pt x="225" y="43"/>
                    </a:cubicBezTo>
                    <a:cubicBezTo>
                      <a:pt x="195" y="25"/>
                      <a:pt x="195" y="25"/>
                      <a:pt x="195" y="25"/>
                    </a:cubicBezTo>
                    <a:cubicBezTo>
                      <a:pt x="182" y="24"/>
                      <a:pt x="182" y="24"/>
                      <a:pt x="182" y="24"/>
                    </a:cubicBezTo>
                    <a:cubicBezTo>
                      <a:pt x="167" y="30"/>
                      <a:pt x="167" y="30"/>
                      <a:pt x="167" y="30"/>
                    </a:cubicBezTo>
                    <a:cubicBezTo>
                      <a:pt x="167" y="22"/>
                      <a:pt x="167" y="22"/>
                      <a:pt x="167" y="22"/>
                    </a:cubicBezTo>
                    <a:cubicBezTo>
                      <a:pt x="162" y="17"/>
                      <a:pt x="162" y="17"/>
                      <a:pt x="162" y="17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35" y="10"/>
                      <a:pt x="135" y="10"/>
                      <a:pt x="135" y="10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4" y="19"/>
                      <a:pt x="134" y="19"/>
                      <a:pt x="134" y="19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22" y="15"/>
                      <a:pt x="122" y="15"/>
                      <a:pt x="122" y="15"/>
                    </a:cubicBezTo>
                    <a:cubicBezTo>
                      <a:pt x="113" y="15"/>
                      <a:pt x="113" y="15"/>
                      <a:pt x="113" y="15"/>
                    </a:cubicBezTo>
                    <a:cubicBezTo>
                      <a:pt x="105" y="25"/>
                      <a:pt x="105" y="25"/>
                      <a:pt x="105" y="25"/>
                    </a:cubicBezTo>
                    <a:cubicBezTo>
                      <a:pt x="85" y="33"/>
                      <a:pt x="85" y="33"/>
                      <a:pt x="85" y="33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71" y="32"/>
                      <a:pt x="71" y="32"/>
                      <a:pt x="71" y="32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54" y="28"/>
                      <a:pt x="54" y="28"/>
                      <a:pt x="54" y="28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8" y="170"/>
                      <a:pt x="8" y="170"/>
                      <a:pt x="8" y="170"/>
                    </a:cubicBezTo>
                    <a:cubicBezTo>
                      <a:pt x="20" y="170"/>
                      <a:pt x="20" y="170"/>
                      <a:pt x="20" y="170"/>
                    </a:cubicBezTo>
                    <a:cubicBezTo>
                      <a:pt x="38" y="182"/>
                      <a:pt x="38" y="182"/>
                      <a:pt x="38" y="182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79" y="203"/>
                      <a:pt x="79" y="203"/>
                      <a:pt x="79" y="203"/>
                    </a:cubicBezTo>
                    <a:cubicBezTo>
                      <a:pt x="86" y="216"/>
                      <a:pt x="86" y="216"/>
                      <a:pt x="86" y="216"/>
                    </a:cubicBezTo>
                    <a:cubicBezTo>
                      <a:pt x="86" y="228"/>
                      <a:pt x="86" y="228"/>
                      <a:pt x="86" y="228"/>
                    </a:cubicBezTo>
                    <a:cubicBezTo>
                      <a:pt x="92" y="239"/>
                      <a:pt x="92" y="239"/>
                      <a:pt x="92" y="239"/>
                    </a:cubicBezTo>
                    <a:cubicBezTo>
                      <a:pt x="91" y="250"/>
                      <a:pt x="91" y="250"/>
                      <a:pt x="91" y="250"/>
                    </a:cubicBezTo>
                    <a:cubicBezTo>
                      <a:pt x="93" y="253"/>
                      <a:pt x="93" y="253"/>
                      <a:pt x="93" y="253"/>
                    </a:cubicBezTo>
                    <a:cubicBezTo>
                      <a:pt x="97" y="249"/>
                      <a:pt x="97" y="249"/>
                      <a:pt x="97" y="249"/>
                    </a:cubicBezTo>
                    <a:cubicBezTo>
                      <a:pt x="102" y="250"/>
                      <a:pt x="102" y="250"/>
                      <a:pt x="102" y="250"/>
                    </a:cubicBezTo>
                    <a:cubicBezTo>
                      <a:pt x="97" y="257"/>
                      <a:pt x="97" y="257"/>
                      <a:pt x="97" y="257"/>
                    </a:cubicBezTo>
                    <a:cubicBezTo>
                      <a:pt x="103" y="265"/>
                      <a:pt x="103" y="265"/>
                      <a:pt x="103" y="265"/>
                    </a:cubicBezTo>
                    <a:cubicBezTo>
                      <a:pt x="110" y="265"/>
                      <a:pt x="110" y="265"/>
                      <a:pt x="110" y="265"/>
                    </a:cubicBezTo>
                    <a:cubicBezTo>
                      <a:pt x="111" y="279"/>
                      <a:pt x="111" y="279"/>
                      <a:pt x="111" y="279"/>
                    </a:cubicBezTo>
                    <a:cubicBezTo>
                      <a:pt x="122" y="300"/>
                      <a:pt x="122" y="300"/>
                      <a:pt x="122" y="300"/>
                    </a:cubicBezTo>
                    <a:cubicBezTo>
                      <a:pt x="131" y="304"/>
                      <a:pt x="131" y="304"/>
                      <a:pt x="131" y="304"/>
                    </a:cubicBezTo>
                    <a:cubicBezTo>
                      <a:pt x="136" y="303"/>
                      <a:pt x="136" y="303"/>
                      <a:pt x="136" y="303"/>
                    </a:cubicBezTo>
                    <a:cubicBezTo>
                      <a:pt x="139" y="314"/>
                      <a:pt x="139" y="314"/>
                      <a:pt x="139" y="314"/>
                    </a:cubicBezTo>
                    <a:cubicBezTo>
                      <a:pt x="158" y="320"/>
                      <a:pt x="158" y="320"/>
                      <a:pt x="158" y="320"/>
                    </a:cubicBezTo>
                    <a:cubicBezTo>
                      <a:pt x="162" y="327"/>
                      <a:pt x="162" y="327"/>
                      <a:pt x="162" y="327"/>
                    </a:cubicBezTo>
                    <a:cubicBezTo>
                      <a:pt x="409" y="327"/>
                      <a:pt x="409" y="327"/>
                      <a:pt x="409" y="327"/>
                    </a:cubicBezTo>
                    <a:cubicBezTo>
                      <a:pt x="411" y="324"/>
                      <a:pt x="411" y="324"/>
                      <a:pt x="411" y="324"/>
                    </a:cubicBezTo>
                    <a:cubicBezTo>
                      <a:pt x="417" y="325"/>
                      <a:pt x="417" y="325"/>
                      <a:pt x="417" y="325"/>
                    </a:cubicBezTo>
                    <a:cubicBezTo>
                      <a:pt x="421" y="333"/>
                      <a:pt x="421" y="333"/>
                      <a:pt x="421" y="333"/>
                    </a:cubicBezTo>
                    <a:cubicBezTo>
                      <a:pt x="431" y="339"/>
                      <a:pt x="431" y="339"/>
                      <a:pt x="431" y="339"/>
                    </a:cubicBezTo>
                    <a:cubicBezTo>
                      <a:pt x="438" y="339"/>
                      <a:pt x="438" y="339"/>
                      <a:pt x="438" y="339"/>
                    </a:cubicBezTo>
                    <a:cubicBezTo>
                      <a:pt x="453" y="346"/>
                      <a:pt x="453" y="346"/>
                      <a:pt x="453" y="346"/>
                    </a:cubicBezTo>
                    <a:cubicBezTo>
                      <a:pt x="466" y="338"/>
                      <a:pt x="466" y="338"/>
                      <a:pt x="466" y="338"/>
                    </a:cubicBezTo>
                    <a:cubicBezTo>
                      <a:pt x="469" y="333"/>
                      <a:pt x="472" y="331"/>
                      <a:pt x="472" y="331"/>
                    </a:cubicBezTo>
                    <a:cubicBezTo>
                      <a:pt x="473" y="331"/>
                      <a:pt x="476" y="330"/>
                      <a:pt x="481" y="329"/>
                    </a:cubicBezTo>
                    <a:cubicBezTo>
                      <a:pt x="491" y="335"/>
                      <a:pt x="491" y="335"/>
                      <a:pt x="491" y="335"/>
                    </a:cubicBezTo>
                    <a:cubicBezTo>
                      <a:pt x="494" y="343"/>
                      <a:pt x="494" y="343"/>
                      <a:pt x="494" y="343"/>
                    </a:cubicBezTo>
                    <a:cubicBezTo>
                      <a:pt x="500" y="345"/>
                      <a:pt x="500" y="345"/>
                      <a:pt x="500" y="345"/>
                    </a:cubicBezTo>
                    <a:cubicBezTo>
                      <a:pt x="500" y="353"/>
                      <a:pt x="500" y="353"/>
                      <a:pt x="500" y="353"/>
                    </a:cubicBezTo>
                    <a:cubicBezTo>
                      <a:pt x="507" y="364"/>
                      <a:pt x="507" y="364"/>
                      <a:pt x="507" y="364"/>
                    </a:cubicBezTo>
                    <a:cubicBezTo>
                      <a:pt x="528" y="365"/>
                      <a:pt x="528" y="365"/>
                      <a:pt x="528" y="365"/>
                    </a:cubicBezTo>
                    <a:cubicBezTo>
                      <a:pt x="531" y="369"/>
                      <a:pt x="531" y="369"/>
                      <a:pt x="531" y="369"/>
                    </a:cubicBezTo>
                    <a:cubicBezTo>
                      <a:pt x="537" y="369"/>
                      <a:pt x="537" y="369"/>
                      <a:pt x="537" y="369"/>
                    </a:cubicBezTo>
                    <a:cubicBezTo>
                      <a:pt x="541" y="377"/>
                      <a:pt x="541" y="377"/>
                      <a:pt x="541" y="377"/>
                    </a:cubicBezTo>
                    <a:cubicBezTo>
                      <a:pt x="541" y="382"/>
                      <a:pt x="541" y="382"/>
                      <a:pt x="541" y="382"/>
                    </a:cubicBezTo>
                    <a:cubicBezTo>
                      <a:pt x="536" y="384"/>
                      <a:pt x="536" y="384"/>
                      <a:pt x="536" y="384"/>
                    </a:cubicBezTo>
                    <a:cubicBezTo>
                      <a:pt x="535" y="381"/>
                      <a:pt x="535" y="381"/>
                      <a:pt x="535" y="381"/>
                    </a:cubicBezTo>
                    <a:cubicBezTo>
                      <a:pt x="531" y="379"/>
                      <a:pt x="531" y="379"/>
                      <a:pt x="531" y="379"/>
                    </a:cubicBezTo>
                    <a:cubicBezTo>
                      <a:pt x="533" y="383"/>
                      <a:pt x="533" y="383"/>
                      <a:pt x="533" y="383"/>
                    </a:cubicBezTo>
                    <a:cubicBezTo>
                      <a:pt x="531" y="388"/>
                      <a:pt x="531" y="388"/>
                      <a:pt x="531" y="388"/>
                    </a:cubicBezTo>
                    <a:cubicBezTo>
                      <a:pt x="530" y="396"/>
                      <a:pt x="530" y="396"/>
                      <a:pt x="530" y="396"/>
                    </a:cubicBezTo>
                    <a:cubicBezTo>
                      <a:pt x="521" y="403"/>
                      <a:pt x="521" y="403"/>
                      <a:pt x="521" y="403"/>
                    </a:cubicBezTo>
                    <a:cubicBezTo>
                      <a:pt x="521" y="395"/>
                      <a:pt x="521" y="395"/>
                      <a:pt x="521" y="395"/>
                    </a:cubicBezTo>
                    <a:cubicBezTo>
                      <a:pt x="519" y="393"/>
                      <a:pt x="519" y="393"/>
                      <a:pt x="519" y="393"/>
                    </a:cubicBezTo>
                    <a:cubicBezTo>
                      <a:pt x="518" y="393"/>
                      <a:pt x="518" y="393"/>
                      <a:pt x="518" y="393"/>
                    </a:cubicBezTo>
                    <a:cubicBezTo>
                      <a:pt x="518" y="406"/>
                      <a:pt x="518" y="406"/>
                      <a:pt x="518" y="406"/>
                    </a:cubicBezTo>
                    <a:cubicBezTo>
                      <a:pt x="513" y="412"/>
                      <a:pt x="513" y="412"/>
                      <a:pt x="513" y="412"/>
                    </a:cubicBezTo>
                    <a:cubicBezTo>
                      <a:pt x="515" y="417"/>
                      <a:pt x="515" y="417"/>
                      <a:pt x="515" y="417"/>
                    </a:cubicBezTo>
                    <a:cubicBezTo>
                      <a:pt x="517" y="419"/>
                      <a:pt x="517" y="419"/>
                      <a:pt x="517" y="419"/>
                    </a:cubicBezTo>
                    <a:cubicBezTo>
                      <a:pt x="518" y="416"/>
                      <a:pt x="518" y="416"/>
                      <a:pt x="518" y="416"/>
                    </a:cubicBezTo>
                    <a:cubicBezTo>
                      <a:pt x="524" y="418"/>
                      <a:pt x="524" y="418"/>
                      <a:pt x="524" y="418"/>
                    </a:cubicBezTo>
                    <a:cubicBezTo>
                      <a:pt x="529" y="415"/>
                      <a:pt x="529" y="415"/>
                      <a:pt x="529" y="415"/>
                    </a:cubicBezTo>
                    <a:cubicBezTo>
                      <a:pt x="531" y="410"/>
                      <a:pt x="531" y="410"/>
                      <a:pt x="531" y="410"/>
                    </a:cubicBezTo>
                    <a:cubicBezTo>
                      <a:pt x="535" y="412"/>
                      <a:pt x="535" y="412"/>
                      <a:pt x="535" y="412"/>
                    </a:cubicBezTo>
                    <a:cubicBezTo>
                      <a:pt x="545" y="408"/>
                      <a:pt x="545" y="408"/>
                      <a:pt x="545" y="408"/>
                    </a:cubicBezTo>
                    <a:cubicBezTo>
                      <a:pt x="547" y="408"/>
                      <a:pt x="547" y="408"/>
                      <a:pt x="547" y="408"/>
                    </a:cubicBezTo>
                    <a:cubicBezTo>
                      <a:pt x="551" y="404"/>
                      <a:pt x="551" y="404"/>
                      <a:pt x="551" y="404"/>
                    </a:cubicBezTo>
                    <a:cubicBezTo>
                      <a:pt x="550" y="405"/>
                      <a:pt x="550" y="405"/>
                      <a:pt x="550" y="405"/>
                    </a:cubicBezTo>
                    <a:cubicBezTo>
                      <a:pt x="547" y="402"/>
                      <a:pt x="547" y="402"/>
                      <a:pt x="547" y="402"/>
                    </a:cubicBezTo>
                    <a:cubicBezTo>
                      <a:pt x="547" y="399"/>
                      <a:pt x="547" y="399"/>
                      <a:pt x="547" y="399"/>
                    </a:cubicBezTo>
                    <a:cubicBezTo>
                      <a:pt x="549" y="396"/>
                      <a:pt x="549" y="396"/>
                      <a:pt x="549" y="396"/>
                    </a:cubicBezTo>
                    <a:cubicBezTo>
                      <a:pt x="567" y="396"/>
                      <a:pt x="567" y="396"/>
                      <a:pt x="567" y="396"/>
                    </a:cubicBezTo>
                    <a:cubicBezTo>
                      <a:pt x="574" y="391"/>
                      <a:pt x="574" y="391"/>
                      <a:pt x="574" y="391"/>
                    </a:cubicBezTo>
                    <a:cubicBezTo>
                      <a:pt x="584" y="376"/>
                      <a:pt x="584" y="376"/>
                      <a:pt x="584" y="376"/>
                    </a:cubicBezTo>
                    <a:cubicBezTo>
                      <a:pt x="619" y="375"/>
                      <a:pt x="619" y="375"/>
                      <a:pt x="619" y="375"/>
                    </a:cubicBezTo>
                    <a:cubicBezTo>
                      <a:pt x="633" y="361"/>
                      <a:pt x="633" y="361"/>
                      <a:pt x="633" y="361"/>
                    </a:cubicBezTo>
                    <a:cubicBezTo>
                      <a:pt x="648" y="353"/>
                      <a:pt x="648" y="353"/>
                      <a:pt x="648" y="353"/>
                    </a:cubicBezTo>
                    <a:cubicBezTo>
                      <a:pt x="653" y="362"/>
                      <a:pt x="653" y="362"/>
                      <a:pt x="653" y="362"/>
                    </a:cubicBezTo>
                    <a:cubicBezTo>
                      <a:pt x="658" y="368"/>
                      <a:pt x="658" y="368"/>
                      <a:pt x="658" y="368"/>
                    </a:cubicBezTo>
                    <a:cubicBezTo>
                      <a:pt x="660" y="378"/>
                      <a:pt x="660" y="378"/>
                      <a:pt x="660" y="378"/>
                    </a:cubicBezTo>
                    <a:cubicBezTo>
                      <a:pt x="663" y="382"/>
                      <a:pt x="663" y="382"/>
                      <a:pt x="663" y="382"/>
                    </a:cubicBezTo>
                    <a:cubicBezTo>
                      <a:pt x="673" y="377"/>
                      <a:pt x="673" y="377"/>
                      <a:pt x="673" y="377"/>
                    </a:cubicBezTo>
                    <a:cubicBezTo>
                      <a:pt x="678" y="373"/>
                      <a:pt x="678" y="373"/>
                      <a:pt x="678" y="373"/>
                    </a:cubicBezTo>
                    <a:cubicBezTo>
                      <a:pt x="677" y="379"/>
                      <a:pt x="677" y="379"/>
                      <a:pt x="677" y="379"/>
                    </a:cubicBezTo>
                    <a:cubicBezTo>
                      <a:pt x="687" y="379"/>
                      <a:pt x="687" y="379"/>
                      <a:pt x="687" y="379"/>
                    </a:cubicBezTo>
                    <a:cubicBezTo>
                      <a:pt x="683" y="381"/>
                      <a:pt x="683" y="381"/>
                      <a:pt x="683" y="381"/>
                    </a:cubicBezTo>
                    <a:cubicBezTo>
                      <a:pt x="679" y="381"/>
                      <a:pt x="679" y="381"/>
                      <a:pt x="679" y="381"/>
                    </a:cubicBezTo>
                    <a:cubicBezTo>
                      <a:pt x="668" y="389"/>
                      <a:pt x="668" y="389"/>
                      <a:pt x="668" y="389"/>
                    </a:cubicBezTo>
                    <a:cubicBezTo>
                      <a:pt x="667" y="394"/>
                      <a:pt x="667" y="394"/>
                      <a:pt x="667" y="394"/>
                    </a:cubicBezTo>
                    <a:cubicBezTo>
                      <a:pt x="669" y="396"/>
                      <a:pt x="669" y="396"/>
                      <a:pt x="669" y="396"/>
                    </a:cubicBezTo>
                    <a:cubicBezTo>
                      <a:pt x="669" y="399"/>
                      <a:pt x="669" y="399"/>
                      <a:pt x="669" y="399"/>
                    </a:cubicBezTo>
                    <a:cubicBezTo>
                      <a:pt x="674" y="399"/>
                      <a:pt x="674" y="399"/>
                      <a:pt x="674" y="399"/>
                    </a:cubicBezTo>
                    <a:cubicBezTo>
                      <a:pt x="686" y="388"/>
                      <a:pt x="686" y="388"/>
                      <a:pt x="686" y="388"/>
                    </a:cubicBezTo>
                    <a:cubicBezTo>
                      <a:pt x="691" y="385"/>
                      <a:pt x="691" y="385"/>
                      <a:pt x="691" y="385"/>
                    </a:cubicBezTo>
                    <a:cubicBezTo>
                      <a:pt x="701" y="383"/>
                      <a:pt x="701" y="383"/>
                      <a:pt x="701" y="383"/>
                    </a:cubicBezTo>
                    <a:cubicBezTo>
                      <a:pt x="709" y="379"/>
                      <a:pt x="709" y="379"/>
                      <a:pt x="709" y="379"/>
                    </a:cubicBezTo>
                    <a:cubicBezTo>
                      <a:pt x="704" y="374"/>
                      <a:pt x="704" y="374"/>
                      <a:pt x="704" y="374"/>
                    </a:cubicBezTo>
                    <a:cubicBezTo>
                      <a:pt x="697" y="376"/>
                      <a:pt x="697" y="376"/>
                      <a:pt x="697" y="376"/>
                    </a:cubicBezTo>
                    <a:cubicBezTo>
                      <a:pt x="692" y="376"/>
                      <a:pt x="692" y="376"/>
                      <a:pt x="692" y="376"/>
                    </a:cubicBezTo>
                    <a:cubicBezTo>
                      <a:pt x="687" y="372"/>
                      <a:pt x="687" y="372"/>
                      <a:pt x="687" y="372"/>
                    </a:cubicBezTo>
                    <a:cubicBezTo>
                      <a:pt x="685" y="372"/>
                      <a:pt x="685" y="372"/>
                      <a:pt x="685" y="372"/>
                    </a:cubicBezTo>
                    <a:cubicBezTo>
                      <a:pt x="681" y="367"/>
                      <a:pt x="681" y="367"/>
                      <a:pt x="681" y="367"/>
                    </a:cubicBezTo>
                    <a:cubicBezTo>
                      <a:pt x="678" y="360"/>
                      <a:pt x="678" y="360"/>
                      <a:pt x="678" y="360"/>
                    </a:cubicBezTo>
                    <a:cubicBezTo>
                      <a:pt x="678" y="355"/>
                      <a:pt x="678" y="355"/>
                      <a:pt x="678" y="355"/>
                    </a:cubicBezTo>
                    <a:cubicBezTo>
                      <a:pt x="677" y="352"/>
                      <a:pt x="677" y="352"/>
                      <a:pt x="677" y="352"/>
                    </a:cubicBezTo>
                    <a:cubicBezTo>
                      <a:pt x="678" y="346"/>
                      <a:pt x="678" y="346"/>
                      <a:pt x="678" y="346"/>
                    </a:cubicBezTo>
                    <a:cubicBezTo>
                      <a:pt x="674" y="348"/>
                      <a:pt x="674" y="348"/>
                      <a:pt x="674" y="348"/>
                    </a:cubicBezTo>
                    <a:cubicBezTo>
                      <a:pt x="671" y="345"/>
                      <a:pt x="671" y="345"/>
                      <a:pt x="671" y="345"/>
                    </a:cubicBezTo>
                    <a:cubicBezTo>
                      <a:pt x="666" y="344"/>
                      <a:pt x="666" y="344"/>
                      <a:pt x="666" y="344"/>
                    </a:cubicBezTo>
                    <a:cubicBezTo>
                      <a:pt x="670" y="342"/>
                      <a:pt x="670" y="342"/>
                      <a:pt x="670" y="342"/>
                    </a:cubicBezTo>
                    <a:cubicBezTo>
                      <a:pt x="675" y="344"/>
                      <a:pt x="675" y="344"/>
                      <a:pt x="675" y="344"/>
                    </a:cubicBezTo>
                    <a:cubicBezTo>
                      <a:pt x="679" y="342"/>
                      <a:pt x="679" y="342"/>
                      <a:pt x="679" y="342"/>
                    </a:cubicBezTo>
                    <a:cubicBezTo>
                      <a:pt x="684" y="336"/>
                      <a:pt x="684" y="336"/>
                      <a:pt x="684" y="336"/>
                    </a:cubicBezTo>
                    <a:cubicBezTo>
                      <a:pt x="685" y="330"/>
                      <a:pt x="685" y="330"/>
                      <a:pt x="685" y="330"/>
                    </a:cubicBezTo>
                    <a:cubicBezTo>
                      <a:pt x="682" y="327"/>
                      <a:pt x="682" y="327"/>
                      <a:pt x="682" y="327"/>
                    </a:cubicBezTo>
                    <a:cubicBezTo>
                      <a:pt x="671" y="327"/>
                      <a:pt x="671" y="327"/>
                      <a:pt x="671" y="327"/>
                    </a:cubicBezTo>
                    <a:cubicBezTo>
                      <a:pt x="649" y="337"/>
                      <a:pt x="649" y="337"/>
                      <a:pt x="649" y="337"/>
                    </a:cubicBezTo>
                    <a:cubicBezTo>
                      <a:pt x="633" y="350"/>
                      <a:pt x="633" y="350"/>
                      <a:pt x="633" y="350"/>
                    </a:cubicBezTo>
                    <a:cubicBezTo>
                      <a:pt x="643" y="334"/>
                      <a:pt x="643" y="334"/>
                      <a:pt x="643" y="334"/>
                    </a:cubicBezTo>
                    <a:cubicBezTo>
                      <a:pt x="657" y="326"/>
                      <a:pt x="657" y="326"/>
                      <a:pt x="657" y="326"/>
                    </a:cubicBezTo>
                    <a:cubicBezTo>
                      <a:pt x="662" y="316"/>
                      <a:pt x="662" y="316"/>
                      <a:pt x="662" y="316"/>
                    </a:cubicBezTo>
                    <a:cubicBezTo>
                      <a:pt x="669" y="312"/>
                      <a:pt x="669" y="312"/>
                      <a:pt x="669" y="312"/>
                    </a:cubicBezTo>
                    <a:cubicBezTo>
                      <a:pt x="681" y="313"/>
                      <a:pt x="681" y="313"/>
                      <a:pt x="681" y="313"/>
                    </a:cubicBezTo>
                    <a:cubicBezTo>
                      <a:pt x="686" y="312"/>
                      <a:pt x="686" y="312"/>
                      <a:pt x="686" y="312"/>
                    </a:cubicBezTo>
                    <a:cubicBezTo>
                      <a:pt x="693" y="314"/>
                      <a:pt x="693" y="314"/>
                      <a:pt x="693" y="314"/>
                    </a:cubicBezTo>
                    <a:cubicBezTo>
                      <a:pt x="703" y="313"/>
                      <a:pt x="703" y="313"/>
                      <a:pt x="703" y="313"/>
                    </a:cubicBezTo>
                    <a:cubicBezTo>
                      <a:pt x="711" y="317"/>
                      <a:pt x="711" y="317"/>
                      <a:pt x="711" y="317"/>
                    </a:cubicBezTo>
                    <a:cubicBezTo>
                      <a:pt x="717" y="316"/>
                      <a:pt x="717" y="316"/>
                      <a:pt x="717" y="316"/>
                    </a:cubicBezTo>
                    <a:cubicBezTo>
                      <a:pt x="723" y="313"/>
                      <a:pt x="723" y="313"/>
                      <a:pt x="723" y="313"/>
                    </a:cubicBezTo>
                    <a:cubicBezTo>
                      <a:pt x="731" y="304"/>
                      <a:pt x="731" y="304"/>
                      <a:pt x="731" y="304"/>
                    </a:cubicBezTo>
                    <a:lnTo>
                      <a:pt x="732" y="299"/>
                    </a:lnTo>
                    <a:close/>
                    <a:moveTo>
                      <a:pt x="202" y="103"/>
                    </a:moveTo>
                    <a:cubicBezTo>
                      <a:pt x="198" y="100"/>
                      <a:pt x="198" y="100"/>
                      <a:pt x="198" y="100"/>
                    </a:cubicBezTo>
                    <a:cubicBezTo>
                      <a:pt x="183" y="112"/>
                      <a:pt x="183" y="112"/>
                      <a:pt x="183" y="112"/>
                    </a:cubicBezTo>
                    <a:cubicBezTo>
                      <a:pt x="177" y="112"/>
                      <a:pt x="177" y="112"/>
                      <a:pt x="177" y="112"/>
                    </a:cubicBezTo>
                    <a:cubicBezTo>
                      <a:pt x="177" y="110"/>
                      <a:pt x="177" y="110"/>
                      <a:pt x="177" y="110"/>
                    </a:cubicBezTo>
                    <a:cubicBezTo>
                      <a:pt x="188" y="102"/>
                      <a:pt x="188" y="102"/>
                      <a:pt x="188" y="102"/>
                    </a:cubicBezTo>
                    <a:cubicBezTo>
                      <a:pt x="188" y="99"/>
                      <a:pt x="188" y="99"/>
                      <a:pt x="188" y="99"/>
                    </a:cubicBezTo>
                    <a:cubicBezTo>
                      <a:pt x="182" y="99"/>
                      <a:pt x="182" y="99"/>
                      <a:pt x="182" y="99"/>
                    </a:cubicBezTo>
                    <a:cubicBezTo>
                      <a:pt x="177" y="101"/>
                      <a:pt x="177" y="101"/>
                      <a:pt x="177" y="101"/>
                    </a:cubicBezTo>
                    <a:cubicBezTo>
                      <a:pt x="172" y="107"/>
                      <a:pt x="172" y="107"/>
                      <a:pt x="172" y="107"/>
                    </a:cubicBezTo>
                    <a:cubicBezTo>
                      <a:pt x="170" y="107"/>
                      <a:pt x="170" y="107"/>
                      <a:pt x="170" y="107"/>
                    </a:cubicBezTo>
                    <a:cubicBezTo>
                      <a:pt x="166" y="102"/>
                      <a:pt x="166" y="102"/>
                      <a:pt x="166" y="102"/>
                    </a:cubicBezTo>
                    <a:cubicBezTo>
                      <a:pt x="159" y="102"/>
                      <a:pt x="159" y="102"/>
                      <a:pt x="159" y="102"/>
                    </a:cubicBezTo>
                    <a:cubicBezTo>
                      <a:pt x="156" y="99"/>
                      <a:pt x="156" y="99"/>
                      <a:pt x="156" y="99"/>
                    </a:cubicBezTo>
                    <a:cubicBezTo>
                      <a:pt x="161" y="96"/>
                      <a:pt x="161" y="96"/>
                      <a:pt x="161" y="96"/>
                    </a:cubicBezTo>
                    <a:cubicBezTo>
                      <a:pt x="165" y="93"/>
                      <a:pt x="168" y="91"/>
                      <a:pt x="168" y="91"/>
                    </a:cubicBezTo>
                    <a:cubicBezTo>
                      <a:pt x="169" y="91"/>
                      <a:pt x="173" y="92"/>
                      <a:pt x="179" y="93"/>
                    </a:cubicBezTo>
                    <a:cubicBezTo>
                      <a:pt x="181" y="90"/>
                      <a:pt x="181" y="90"/>
                      <a:pt x="181" y="90"/>
                    </a:cubicBezTo>
                    <a:cubicBezTo>
                      <a:pt x="180" y="88"/>
                      <a:pt x="180" y="88"/>
                      <a:pt x="180" y="88"/>
                    </a:cubicBezTo>
                    <a:cubicBezTo>
                      <a:pt x="171" y="86"/>
                      <a:pt x="171" y="86"/>
                      <a:pt x="171" y="86"/>
                    </a:cubicBezTo>
                    <a:cubicBezTo>
                      <a:pt x="167" y="87"/>
                      <a:pt x="167" y="87"/>
                      <a:pt x="167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3" y="87"/>
                      <a:pt x="153" y="87"/>
                      <a:pt x="153" y="87"/>
                    </a:cubicBezTo>
                    <a:cubicBezTo>
                      <a:pt x="169" y="78"/>
                      <a:pt x="169" y="78"/>
                      <a:pt x="169" y="78"/>
                    </a:cubicBezTo>
                    <a:cubicBezTo>
                      <a:pt x="180" y="77"/>
                      <a:pt x="180" y="77"/>
                      <a:pt x="180" y="77"/>
                    </a:cubicBezTo>
                    <a:cubicBezTo>
                      <a:pt x="196" y="67"/>
                      <a:pt x="196" y="67"/>
                      <a:pt x="196" y="67"/>
                    </a:cubicBezTo>
                    <a:cubicBezTo>
                      <a:pt x="203" y="67"/>
                      <a:pt x="203" y="67"/>
                      <a:pt x="203" y="67"/>
                    </a:cubicBezTo>
                    <a:cubicBezTo>
                      <a:pt x="203" y="70"/>
                      <a:pt x="203" y="70"/>
                      <a:pt x="203" y="70"/>
                    </a:cubicBezTo>
                    <a:cubicBezTo>
                      <a:pt x="191" y="81"/>
                      <a:pt x="191" y="81"/>
                      <a:pt x="191" y="81"/>
                    </a:cubicBezTo>
                    <a:cubicBezTo>
                      <a:pt x="191" y="84"/>
                      <a:pt x="191" y="84"/>
                      <a:pt x="191" y="84"/>
                    </a:cubicBezTo>
                    <a:cubicBezTo>
                      <a:pt x="197" y="87"/>
                      <a:pt x="197" y="87"/>
                      <a:pt x="197" y="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11" y="81"/>
                      <a:pt x="213" y="79"/>
                      <a:pt x="214" y="79"/>
                    </a:cubicBezTo>
                    <a:cubicBezTo>
                      <a:pt x="220" y="79"/>
                      <a:pt x="220" y="79"/>
                      <a:pt x="220" y="79"/>
                    </a:cubicBezTo>
                    <a:cubicBezTo>
                      <a:pt x="205" y="103"/>
                      <a:pt x="205" y="103"/>
                      <a:pt x="205" y="103"/>
                    </a:cubicBezTo>
                    <a:lnTo>
                      <a:pt x="202" y="103"/>
                    </a:lnTo>
                    <a:close/>
                    <a:moveTo>
                      <a:pt x="273" y="158"/>
                    </a:moveTo>
                    <a:cubicBezTo>
                      <a:pt x="259" y="159"/>
                      <a:pt x="259" y="159"/>
                      <a:pt x="259" y="159"/>
                    </a:cubicBezTo>
                    <a:cubicBezTo>
                      <a:pt x="253" y="168"/>
                      <a:pt x="253" y="168"/>
                      <a:pt x="253" y="168"/>
                    </a:cubicBezTo>
                    <a:cubicBezTo>
                      <a:pt x="250" y="168"/>
                      <a:pt x="250" y="168"/>
                      <a:pt x="250" y="168"/>
                    </a:cubicBezTo>
                    <a:cubicBezTo>
                      <a:pt x="239" y="167"/>
                      <a:pt x="239" y="167"/>
                      <a:pt x="239" y="167"/>
                    </a:cubicBezTo>
                    <a:cubicBezTo>
                      <a:pt x="235" y="171"/>
                      <a:pt x="235" y="171"/>
                      <a:pt x="235" y="171"/>
                    </a:cubicBezTo>
                    <a:cubicBezTo>
                      <a:pt x="221" y="171"/>
                      <a:pt x="221" y="171"/>
                      <a:pt x="221" y="171"/>
                    </a:cubicBezTo>
                    <a:cubicBezTo>
                      <a:pt x="213" y="164"/>
                      <a:pt x="213" y="164"/>
                      <a:pt x="213" y="164"/>
                    </a:cubicBezTo>
                    <a:cubicBezTo>
                      <a:pt x="208" y="161"/>
                      <a:pt x="208" y="161"/>
                      <a:pt x="208" y="161"/>
                    </a:cubicBezTo>
                    <a:cubicBezTo>
                      <a:pt x="208" y="160"/>
                      <a:pt x="208" y="160"/>
                      <a:pt x="208" y="160"/>
                    </a:cubicBezTo>
                    <a:cubicBezTo>
                      <a:pt x="221" y="161"/>
                      <a:pt x="221" y="161"/>
                      <a:pt x="221" y="161"/>
                    </a:cubicBezTo>
                    <a:cubicBezTo>
                      <a:pt x="224" y="157"/>
                      <a:pt x="224" y="157"/>
                      <a:pt x="224" y="157"/>
                    </a:cubicBezTo>
                    <a:cubicBezTo>
                      <a:pt x="232" y="156"/>
                      <a:pt x="232" y="156"/>
                      <a:pt x="232" y="156"/>
                    </a:cubicBezTo>
                    <a:cubicBezTo>
                      <a:pt x="233" y="154"/>
                      <a:pt x="233" y="154"/>
                      <a:pt x="233" y="154"/>
                    </a:cubicBezTo>
                    <a:cubicBezTo>
                      <a:pt x="223" y="138"/>
                      <a:pt x="223" y="138"/>
                      <a:pt x="223" y="138"/>
                    </a:cubicBezTo>
                    <a:cubicBezTo>
                      <a:pt x="224" y="135"/>
                      <a:pt x="224" y="135"/>
                      <a:pt x="224" y="135"/>
                    </a:cubicBezTo>
                    <a:cubicBezTo>
                      <a:pt x="231" y="140"/>
                      <a:pt x="231" y="140"/>
                      <a:pt x="231" y="140"/>
                    </a:cubicBezTo>
                    <a:cubicBezTo>
                      <a:pt x="234" y="141"/>
                      <a:pt x="234" y="141"/>
                      <a:pt x="234" y="141"/>
                    </a:cubicBezTo>
                    <a:cubicBezTo>
                      <a:pt x="236" y="146"/>
                      <a:pt x="236" y="146"/>
                      <a:pt x="236" y="146"/>
                    </a:cubicBezTo>
                    <a:cubicBezTo>
                      <a:pt x="249" y="154"/>
                      <a:pt x="249" y="154"/>
                      <a:pt x="249" y="154"/>
                    </a:cubicBezTo>
                    <a:cubicBezTo>
                      <a:pt x="253" y="154"/>
                      <a:pt x="255" y="154"/>
                      <a:pt x="255" y="154"/>
                    </a:cubicBezTo>
                    <a:cubicBezTo>
                      <a:pt x="256" y="153"/>
                      <a:pt x="258" y="152"/>
                      <a:pt x="260" y="150"/>
                    </a:cubicBezTo>
                    <a:cubicBezTo>
                      <a:pt x="261" y="150"/>
                      <a:pt x="265" y="150"/>
                      <a:pt x="272" y="150"/>
                    </a:cubicBezTo>
                    <a:cubicBezTo>
                      <a:pt x="285" y="153"/>
                      <a:pt x="285" y="153"/>
                      <a:pt x="285" y="153"/>
                    </a:cubicBezTo>
                    <a:lnTo>
                      <a:pt x="273" y="158"/>
                    </a:lnTo>
                    <a:close/>
                    <a:moveTo>
                      <a:pt x="403" y="308"/>
                    </a:moveTo>
                    <a:cubicBezTo>
                      <a:pt x="395" y="313"/>
                      <a:pt x="395" y="313"/>
                      <a:pt x="395" y="313"/>
                    </a:cubicBezTo>
                    <a:cubicBezTo>
                      <a:pt x="394" y="309"/>
                      <a:pt x="394" y="309"/>
                      <a:pt x="394" y="309"/>
                    </a:cubicBezTo>
                    <a:cubicBezTo>
                      <a:pt x="396" y="302"/>
                      <a:pt x="396" y="302"/>
                      <a:pt x="396" y="302"/>
                    </a:cubicBezTo>
                    <a:cubicBezTo>
                      <a:pt x="391" y="294"/>
                      <a:pt x="391" y="294"/>
                      <a:pt x="391" y="294"/>
                    </a:cubicBezTo>
                    <a:cubicBezTo>
                      <a:pt x="387" y="297"/>
                      <a:pt x="387" y="297"/>
                      <a:pt x="387" y="297"/>
                    </a:cubicBezTo>
                    <a:cubicBezTo>
                      <a:pt x="380" y="286"/>
                      <a:pt x="380" y="286"/>
                      <a:pt x="380" y="286"/>
                    </a:cubicBezTo>
                    <a:cubicBezTo>
                      <a:pt x="381" y="281"/>
                      <a:pt x="381" y="281"/>
                      <a:pt x="381" y="281"/>
                    </a:cubicBezTo>
                    <a:cubicBezTo>
                      <a:pt x="375" y="273"/>
                      <a:pt x="375" y="273"/>
                      <a:pt x="375" y="273"/>
                    </a:cubicBezTo>
                    <a:cubicBezTo>
                      <a:pt x="375" y="270"/>
                      <a:pt x="375" y="270"/>
                      <a:pt x="375" y="270"/>
                    </a:cubicBezTo>
                    <a:cubicBezTo>
                      <a:pt x="385" y="258"/>
                      <a:pt x="385" y="258"/>
                      <a:pt x="385" y="258"/>
                    </a:cubicBezTo>
                    <a:cubicBezTo>
                      <a:pt x="386" y="274"/>
                      <a:pt x="386" y="274"/>
                      <a:pt x="386" y="274"/>
                    </a:cubicBezTo>
                    <a:cubicBezTo>
                      <a:pt x="397" y="287"/>
                      <a:pt x="397" y="287"/>
                      <a:pt x="397" y="287"/>
                    </a:cubicBezTo>
                    <a:cubicBezTo>
                      <a:pt x="398" y="293"/>
                      <a:pt x="398" y="293"/>
                      <a:pt x="398" y="293"/>
                    </a:cubicBezTo>
                    <a:cubicBezTo>
                      <a:pt x="404" y="300"/>
                      <a:pt x="404" y="300"/>
                      <a:pt x="404" y="300"/>
                    </a:cubicBezTo>
                    <a:lnTo>
                      <a:pt x="403" y="30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sp>
        <p:nvSpPr>
          <p:cNvPr id="363" name="Espace réservé du texte 9">
            <a:extLst>
              <a:ext uri="{FF2B5EF4-FFF2-40B4-BE49-F238E27FC236}">
                <a16:creationId xmlns:a16="http://schemas.microsoft.com/office/drawing/2014/main" id="{163C798E-E812-4101-B54F-8B87EDEB39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7501" y="5757005"/>
            <a:ext cx="3364163" cy="144655"/>
          </a:xfrm>
        </p:spPr>
        <p:txBody>
          <a:bodyPr/>
          <a:lstStyle>
            <a:lvl1pPr>
              <a:lnSpc>
                <a:spcPct val="114000"/>
              </a:lnSpc>
              <a:defRPr sz="900" b="0"/>
            </a:lvl1pPr>
            <a:lvl2pPr>
              <a:lnSpc>
                <a:spcPct val="114000"/>
              </a:lnSpc>
              <a:defRPr sz="900"/>
            </a:lvl2pPr>
            <a:lvl3pPr>
              <a:lnSpc>
                <a:spcPct val="114000"/>
              </a:lnSpc>
              <a:defRPr sz="900"/>
            </a:lvl3pPr>
            <a:lvl4pPr>
              <a:lnSpc>
                <a:spcPct val="114000"/>
              </a:lnSpc>
              <a:defRPr sz="900"/>
            </a:lvl4pPr>
            <a:lvl5pPr>
              <a:lnSpc>
                <a:spcPct val="114000"/>
              </a:lnSpc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81596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bis_mapww_asia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115565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 err="1"/>
              <a:t>Map</a:t>
            </a:r>
            <a:r>
              <a:rPr lang="fr-FR"/>
              <a:t> WW Asia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63" name="Espace réservé du texte 9">
            <a:extLst>
              <a:ext uri="{FF2B5EF4-FFF2-40B4-BE49-F238E27FC236}">
                <a16:creationId xmlns:a16="http://schemas.microsoft.com/office/drawing/2014/main" id="{163C798E-E812-4101-B54F-8B87EDEB39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7501" y="5757005"/>
            <a:ext cx="3364163" cy="144655"/>
          </a:xfrm>
        </p:spPr>
        <p:txBody>
          <a:bodyPr/>
          <a:lstStyle>
            <a:lvl1pPr>
              <a:lnSpc>
                <a:spcPct val="114000"/>
              </a:lnSpc>
              <a:defRPr sz="900" b="0"/>
            </a:lvl1pPr>
            <a:lvl2pPr>
              <a:lnSpc>
                <a:spcPct val="114000"/>
              </a:lnSpc>
              <a:defRPr sz="900"/>
            </a:lvl2pPr>
            <a:lvl3pPr>
              <a:lnSpc>
                <a:spcPct val="114000"/>
              </a:lnSpc>
              <a:defRPr sz="900"/>
            </a:lvl3pPr>
            <a:lvl4pPr>
              <a:lnSpc>
                <a:spcPct val="114000"/>
              </a:lnSpc>
              <a:defRPr sz="900"/>
            </a:lvl4pPr>
            <a:lvl5pPr>
              <a:lnSpc>
                <a:spcPct val="114000"/>
              </a:lnSpc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715" name="Groupe 714">
            <a:extLst>
              <a:ext uri="{FF2B5EF4-FFF2-40B4-BE49-F238E27FC236}">
                <a16:creationId xmlns:a16="http://schemas.microsoft.com/office/drawing/2014/main" id="{5CB2188F-0FBA-4AC0-B6D8-285238266096}"/>
              </a:ext>
            </a:extLst>
          </p:cNvPr>
          <p:cNvGrpSpPr/>
          <p:nvPr/>
        </p:nvGrpSpPr>
        <p:grpSpPr>
          <a:xfrm>
            <a:off x="2056664" y="1443789"/>
            <a:ext cx="8078675" cy="4273549"/>
            <a:chOff x="2530700" y="1752002"/>
            <a:chExt cx="6340363" cy="3353997"/>
          </a:xfrm>
          <a:solidFill>
            <a:srgbClr val="C8C9C7"/>
          </a:solidFill>
        </p:grpSpPr>
        <p:grpSp>
          <p:nvGrpSpPr>
            <p:cNvPr id="716" name="Groupe 715">
              <a:extLst>
                <a:ext uri="{FF2B5EF4-FFF2-40B4-BE49-F238E27FC236}">
                  <a16:creationId xmlns:a16="http://schemas.microsoft.com/office/drawing/2014/main" id="{934233F1-8252-437D-B6A0-46A09B99CA86}"/>
                </a:ext>
              </a:extLst>
            </p:cNvPr>
            <p:cNvGrpSpPr/>
            <p:nvPr/>
          </p:nvGrpSpPr>
          <p:grpSpPr>
            <a:xfrm>
              <a:off x="2530700" y="1811873"/>
              <a:ext cx="3798927" cy="3080466"/>
              <a:chOff x="5456780" y="1811873"/>
              <a:chExt cx="3798927" cy="3080466"/>
            </a:xfrm>
            <a:grpFill/>
          </p:grpSpPr>
          <p:sp>
            <p:nvSpPr>
              <p:cNvPr id="797" name="Google Shape;359;p50">
                <a:extLst>
                  <a:ext uri="{FF2B5EF4-FFF2-40B4-BE49-F238E27FC236}">
                    <a16:creationId xmlns:a16="http://schemas.microsoft.com/office/drawing/2014/main" id="{9F733093-6684-49BE-8657-41174C81617C}"/>
                  </a:ext>
                </a:extLst>
              </p:cNvPr>
              <p:cNvSpPr/>
              <p:nvPr/>
            </p:nvSpPr>
            <p:spPr>
              <a:xfrm>
                <a:off x="6318466" y="4172703"/>
                <a:ext cx="126787" cy="146745"/>
              </a:xfrm>
              <a:custGeom>
                <a:avLst/>
                <a:gdLst/>
                <a:ahLst/>
                <a:cxnLst/>
                <a:rect l="l" t="t" r="r" b="b"/>
                <a:pathLst>
                  <a:path w="64" h="74" extrusionOk="0">
                    <a:moveTo>
                      <a:pt x="63" y="12"/>
                    </a:moveTo>
                    <a:cubicBezTo>
                      <a:pt x="45" y="6"/>
                      <a:pt x="45" y="6"/>
                      <a:pt x="45" y="6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3" y="28"/>
                      <a:pt x="7" y="32"/>
                      <a:pt x="11" y="36"/>
                    </a:cubicBezTo>
                    <a:cubicBezTo>
                      <a:pt x="16" y="40"/>
                      <a:pt x="21" y="44"/>
                      <a:pt x="26" y="48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7" y="64"/>
                      <a:pt x="60" y="55"/>
                      <a:pt x="64" y="45"/>
                    </a:cubicBezTo>
                    <a:lnTo>
                      <a:pt x="63" y="1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8" name="Google Shape;360;p50">
                <a:extLst>
                  <a:ext uri="{FF2B5EF4-FFF2-40B4-BE49-F238E27FC236}">
                    <a16:creationId xmlns:a16="http://schemas.microsoft.com/office/drawing/2014/main" id="{8020CFF2-CA6A-47E8-8B42-F055AA9625D2}"/>
                  </a:ext>
                </a:extLst>
              </p:cNvPr>
              <p:cNvSpPr/>
              <p:nvPr/>
            </p:nvSpPr>
            <p:spPr>
              <a:xfrm>
                <a:off x="6266812" y="4006001"/>
                <a:ext cx="189007" cy="206617"/>
              </a:xfrm>
              <a:custGeom>
                <a:avLst/>
                <a:gdLst/>
                <a:ahLst/>
                <a:cxnLst/>
                <a:rect l="l" t="t" r="r" b="b"/>
                <a:pathLst>
                  <a:path w="95" h="104" extrusionOk="0">
                    <a:moveTo>
                      <a:pt x="87" y="56"/>
                    </a:moveTo>
                    <a:cubicBezTo>
                      <a:pt x="95" y="18"/>
                      <a:pt x="95" y="18"/>
                      <a:pt x="95" y="18"/>
                    </a:cubicBezTo>
                    <a:cubicBezTo>
                      <a:pt x="88" y="13"/>
                      <a:pt x="88" y="13"/>
                      <a:pt x="88" y="13"/>
                    </a:cubicBezTo>
                    <a:cubicBezTo>
                      <a:pt x="86" y="12"/>
                      <a:pt x="86" y="12"/>
                      <a:pt x="86" y="12"/>
                    </a:cubicBezTo>
                    <a:cubicBezTo>
                      <a:pt x="85" y="11"/>
                      <a:pt x="84" y="11"/>
                      <a:pt x="83" y="10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78" y="11"/>
                      <a:pt x="78" y="9"/>
                      <a:pt x="78" y="8"/>
                    </a:cubicBezTo>
                    <a:cubicBezTo>
                      <a:pt x="77" y="6"/>
                      <a:pt x="77" y="5"/>
                      <a:pt x="76" y="3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8" y="59"/>
                      <a:pt x="68" y="59"/>
                      <a:pt x="68" y="59"/>
                    </a:cubicBezTo>
                    <a:cubicBezTo>
                      <a:pt x="61" y="59"/>
                      <a:pt x="61" y="59"/>
                      <a:pt x="61" y="59"/>
                    </a:cubicBezTo>
                    <a:cubicBezTo>
                      <a:pt x="56" y="55"/>
                      <a:pt x="51" y="52"/>
                      <a:pt x="45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4" y="44"/>
                      <a:pt x="28" y="40"/>
                      <a:pt x="23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6" y="104"/>
                      <a:pt x="6" y="104"/>
                      <a:pt x="6" y="104"/>
                    </a:cubicBezTo>
                    <a:cubicBezTo>
                      <a:pt x="6" y="104"/>
                      <a:pt x="6" y="104"/>
                      <a:pt x="6" y="104"/>
                    </a:cubicBezTo>
                    <a:cubicBezTo>
                      <a:pt x="12" y="104"/>
                      <a:pt x="18" y="104"/>
                      <a:pt x="23" y="104"/>
                    </a:cubicBezTo>
                    <a:cubicBezTo>
                      <a:pt x="26" y="104"/>
                      <a:pt x="26" y="104"/>
                      <a:pt x="26" y="104"/>
                    </a:cubicBezTo>
                    <a:cubicBezTo>
                      <a:pt x="27" y="103"/>
                      <a:pt x="29" y="103"/>
                      <a:pt x="31" y="103"/>
                    </a:cubicBezTo>
                    <a:cubicBezTo>
                      <a:pt x="35" y="102"/>
                      <a:pt x="35" y="102"/>
                      <a:pt x="35" y="102"/>
                    </a:cubicBezTo>
                    <a:cubicBezTo>
                      <a:pt x="47" y="88"/>
                      <a:pt x="47" y="88"/>
                      <a:pt x="47" y="88"/>
                    </a:cubicBezTo>
                    <a:cubicBezTo>
                      <a:pt x="70" y="84"/>
                      <a:pt x="70" y="84"/>
                      <a:pt x="70" y="84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89" y="66"/>
                      <a:pt x="89" y="66"/>
                      <a:pt x="89" y="66"/>
                    </a:cubicBezTo>
                    <a:lnTo>
                      <a:pt x="87" y="56"/>
                    </a:lnTo>
                    <a:close/>
                    <a:moveTo>
                      <a:pt x="62" y="10"/>
                    </a:moveTo>
                    <a:cubicBezTo>
                      <a:pt x="59" y="15"/>
                      <a:pt x="59" y="15"/>
                      <a:pt x="59" y="15"/>
                    </a:cubicBezTo>
                    <a:cubicBezTo>
                      <a:pt x="54" y="14"/>
                      <a:pt x="54" y="14"/>
                      <a:pt x="54" y="14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63" y="6"/>
                      <a:pt x="63" y="6"/>
                      <a:pt x="63" y="6"/>
                    </a:cubicBezTo>
                    <a:lnTo>
                      <a:pt x="62" y="1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99" name="Google Shape;361;p50">
                <a:extLst>
                  <a:ext uri="{FF2B5EF4-FFF2-40B4-BE49-F238E27FC236}">
                    <a16:creationId xmlns:a16="http://schemas.microsoft.com/office/drawing/2014/main" id="{BA111E2D-5D19-487E-B620-EDB5C6BA33EB}"/>
                  </a:ext>
                </a:extLst>
              </p:cNvPr>
              <p:cNvSpPr/>
              <p:nvPr/>
            </p:nvSpPr>
            <p:spPr>
              <a:xfrm>
                <a:off x="6012063" y="3009310"/>
                <a:ext cx="77481" cy="152615"/>
              </a:xfrm>
              <a:custGeom>
                <a:avLst/>
                <a:gdLst/>
                <a:ahLst/>
                <a:cxnLst/>
                <a:rect l="l" t="t" r="r" b="b"/>
                <a:pathLst>
                  <a:path w="39" h="77" extrusionOk="0">
                    <a:moveTo>
                      <a:pt x="11" y="5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22" y="76"/>
                      <a:pt x="22" y="76"/>
                      <a:pt x="22" y="76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3" y="45"/>
                      <a:pt x="33" y="45"/>
                      <a:pt x="33" y="45"/>
                    </a:cubicBezTo>
                    <a:cubicBezTo>
                      <a:pt x="27" y="40"/>
                      <a:pt x="27" y="40"/>
                      <a:pt x="27" y="40"/>
                    </a:cubicBezTo>
                    <a:cubicBezTo>
                      <a:pt x="26" y="39"/>
                      <a:pt x="26" y="36"/>
                      <a:pt x="27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0" name="Google Shape;362;p50">
                <a:extLst>
                  <a:ext uri="{FF2B5EF4-FFF2-40B4-BE49-F238E27FC236}">
                    <a16:creationId xmlns:a16="http://schemas.microsoft.com/office/drawing/2014/main" id="{6CF122FB-5161-4565-A90D-2396E88E5C1B}"/>
                  </a:ext>
                </a:extLst>
              </p:cNvPr>
              <p:cNvSpPr/>
              <p:nvPr/>
            </p:nvSpPr>
            <p:spPr>
              <a:xfrm>
                <a:off x="5885275" y="3606855"/>
                <a:ext cx="24653" cy="105656"/>
              </a:xfrm>
              <a:custGeom>
                <a:avLst/>
                <a:gdLst/>
                <a:ahLst/>
                <a:cxnLst/>
                <a:rect l="l" t="t" r="r" b="b"/>
                <a:pathLst>
                  <a:path w="12" h="53" extrusionOk="0">
                    <a:moveTo>
                      <a:pt x="1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6"/>
                      <a:pt x="1" y="8"/>
                    </a:cubicBezTo>
                    <a:cubicBezTo>
                      <a:pt x="1" y="11"/>
                      <a:pt x="2" y="14"/>
                      <a:pt x="3" y="17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3" y="53"/>
                      <a:pt x="3" y="53"/>
                      <a:pt x="3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10" y="53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9" y="6"/>
                      <a:pt x="9" y="6"/>
                      <a:pt x="9" y="6"/>
                    </a:cubicBezTo>
                    <a:lnTo>
                      <a:pt x="1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1" name="Google Shape;363;p50">
                <a:extLst>
                  <a:ext uri="{FF2B5EF4-FFF2-40B4-BE49-F238E27FC236}">
                    <a16:creationId xmlns:a16="http://schemas.microsoft.com/office/drawing/2014/main" id="{044EB455-2D96-4CCE-B63C-17AB6A6F40F3}"/>
                  </a:ext>
                </a:extLst>
              </p:cNvPr>
              <p:cNvSpPr/>
              <p:nvPr/>
            </p:nvSpPr>
            <p:spPr>
              <a:xfrm>
                <a:off x="6117719" y="3325105"/>
                <a:ext cx="177267" cy="345144"/>
              </a:xfrm>
              <a:custGeom>
                <a:avLst/>
                <a:gdLst/>
                <a:ahLst/>
                <a:cxnLst/>
                <a:rect l="l" t="t" r="r" b="b"/>
                <a:pathLst>
                  <a:path w="89" h="174" extrusionOk="0">
                    <a:moveTo>
                      <a:pt x="8" y="25"/>
                    </a:moveTo>
                    <a:cubicBezTo>
                      <a:pt x="9" y="29"/>
                      <a:pt x="10" y="32"/>
                      <a:pt x="11" y="3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7" y="91"/>
                      <a:pt x="5" y="94"/>
                      <a:pt x="5" y="97"/>
                    </a:cubicBezTo>
                    <a:cubicBezTo>
                      <a:pt x="3" y="103"/>
                      <a:pt x="1" y="108"/>
                      <a:pt x="0" y="114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13" y="128"/>
                      <a:pt x="13" y="128"/>
                      <a:pt x="13" y="128"/>
                    </a:cubicBezTo>
                    <a:cubicBezTo>
                      <a:pt x="13" y="138"/>
                      <a:pt x="13" y="138"/>
                      <a:pt x="13" y="138"/>
                    </a:cubicBezTo>
                    <a:cubicBezTo>
                      <a:pt x="18" y="147"/>
                      <a:pt x="18" y="147"/>
                      <a:pt x="18" y="147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4" y="153"/>
                      <a:pt x="4" y="153"/>
                      <a:pt x="4" y="153"/>
                    </a:cubicBezTo>
                    <a:cubicBezTo>
                      <a:pt x="7" y="156"/>
                      <a:pt x="9" y="159"/>
                      <a:pt x="11" y="163"/>
                    </a:cubicBezTo>
                    <a:cubicBezTo>
                      <a:pt x="13" y="166"/>
                      <a:pt x="14" y="169"/>
                      <a:pt x="15" y="172"/>
                    </a:cubicBezTo>
                    <a:cubicBezTo>
                      <a:pt x="21" y="174"/>
                      <a:pt x="21" y="174"/>
                      <a:pt x="21" y="174"/>
                    </a:cubicBezTo>
                    <a:cubicBezTo>
                      <a:pt x="34" y="172"/>
                      <a:pt x="34" y="172"/>
                      <a:pt x="34" y="172"/>
                    </a:cubicBezTo>
                    <a:cubicBezTo>
                      <a:pt x="36" y="171"/>
                      <a:pt x="38" y="169"/>
                      <a:pt x="40" y="169"/>
                    </a:cubicBezTo>
                    <a:cubicBezTo>
                      <a:pt x="47" y="166"/>
                      <a:pt x="54" y="164"/>
                      <a:pt x="61" y="162"/>
                    </a:cubicBezTo>
                    <a:cubicBezTo>
                      <a:pt x="68" y="152"/>
                      <a:pt x="68" y="152"/>
                      <a:pt x="68" y="152"/>
                    </a:cubicBezTo>
                    <a:cubicBezTo>
                      <a:pt x="75" y="149"/>
                      <a:pt x="75" y="149"/>
                      <a:pt x="75" y="149"/>
                    </a:cubicBezTo>
                    <a:cubicBezTo>
                      <a:pt x="73" y="144"/>
                      <a:pt x="70" y="140"/>
                      <a:pt x="67" y="136"/>
                    </a:cubicBezTo>
                    <a:cubicBezTo>
                      <a:pt x="66" y="134"/>
                      <a:pt x="66" y="134"/>
                      <a:pt x="66" y="134"/>
                    </a:cubicBezTo>
                    <a:cubicBezTo>
                      <a:pt x="67" y="129"/>
                      <a:pt x="69" y="126"/>
                      <a:pt x="71" y="122"/>
                    </a:cubicBezTo>
                    <a:cubicBezTo>
                      <a:pt x="72" y="119"/>
                      <a:pt x="72" y="116"/>
                      <a:pt x="72" y="114"/>
                    </a:cubicBezTo>
                    <a:cubicBezTo>
                      <a:pt x="71" y="101"/>
                      <a:pt x="71" y="101"/>
                      <a:pt x="71" y="101"/>
                    </a:cubicBezTo>
                    <a:cubicBezTo>
                      <a:pt x="73" y="95"/>
                      <a:pt x="76" y="88"/>
                      <a:pt x="78" y="82"/>
                    </a:cubicBezTo>
                    <a:cubicBezTo>
                      <a:pt x="81" y="79"/>
                      <a:pt x="81" y="79"/>
                      <a:pt x="81" y="79"/>
                    </a:cubicBezTo>
                    <a:cubicBezTo>
                      <a:pt x="89" y="79"/>
                      <a:pt x="89" y="79"/>
                      <a:pt x="89" y="79"/>
                    </a:cubicBezTo>
                    <a:cubicBezTo>
                      <a:pt x="89" y="61"/>
                      <a:pt x="89" y="61"/>
                      <a:pt x="89" y="61"/>
                    </a:cubicBezTo>
                    <a:cubicBezTo>
                      <a:pt x="89" y="56"/>
                      <a:pt x="89" y="56"/>
                      <a:pt x="89" y="5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13"/>
                      <a:pt x="7" y="19"/>
                      <a:pt x="8" y="25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2" name="Google Shape;364;p50">
                <a:extLst>
                  <a:ext uri="{FF2B5EF4-FFF2-40B4-BE49-F238E27FC236}">
                    <a16:creationId xmlns:a16="http://schemas.microsoft.com/office/drawing/2014/main" id="{17ED8C70-F9B4-48E4-B161-054D328A603D}"/>
                  </a:ext>
                </a:extLst>
              </p:cNvPr>
              <p:cNvSpPr/>
              <p:nvPr/>
            </p:nvSpPr>
            <p:spPr>
              <a:xfrm>
                <a:off x="6117719" y="3325105"/>
                <a:ext cx="177267" cy="345144"/>
              </a:xfrm>
              <a:custGeom>
                <a:avLst/>
                <a:gdLst/>
                <a:ahLst/>
                <a:cxnLst/>
                <a:rect l="l" t="t" r="r" b="b"/>
                <a:pathLst>
                  <a:path w="89" h="174" extrusionOk="0">
                    <a:moveTo>
                      <a:pt x="8" y="25"/>
                    </a:moveTo>
                    <a:cubicBezTo>
                      <a:pt x="9" y="29"/>
                      <a:pt x="10" y="32"/>
                      <a:pt x="11" y="3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7" y="91"/>
                      <a:pt x="5" y="94"/>
                      <a:pt x="5" y="97"/>
                    </a:cubicBezTo>
                    <a:cubicBezTo>
                      <a:pt x="3" y="103"/>
                      <a:pt x="1" y="108"/>
                      <a:pt x="0" y="114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13" y="128"/>
                      <a:pt x="13" y="128"/>
                      <a:pt x="13" y="128"/>
                    </a:cubicBezTo>
                    <a:cubicBezTo>
                      <a:pt x="13" y="138"/>
                      <a:pt x="13" y="138"/>
                      <a:pt x="13" y="138"/>
                    </a:cubicBezTo>
                    <a:cubicBezTo>
                      <a:pt x="18" y="147"/>
                      <a:pt x="18" y="147"/>
                      <a:pt x="18" y="147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4" y="153"/>
                      <a:pt x="4" y="153"/>
                      <a:pt x="4" y="153"/>
                    </a:cubicBezTo>
                    <a:cubicBezTo>
                      <a:pt x="7" y="156"/>
                      <a:pt x="9" y="159"/>
                      <a:pt x="11" y="163"/>
                    </a:cubicBezTo>
                    <a:cubicBezTo>
                      <a:pt x="13" y="166"/>
                      <a:pt x="14" y="169"/>
                      <a:pt x="15" y="172"/>
                    </a:cubicBezTo>
                    <a:cubicBezTo>
                      <a:pt x="21" y="174"/>
                      <a:pt x="21" y="174"/>
                      <a:pt x="21" y="174"/>
                    </a:cubicBezTo>
                    <a:cubicBezTo>
                      <a:pt x="34" y="172"/>
                      <a:pt x="34" y="172"/>
                      <a:pt x="34" y="172"/>
                    </a:cubicBezTo>
                    <a:cubicBezTo>
                      <a:pt x="36" y="171"/>
                      <a:pt x="38" y="169"/>
                      <a:pt x="40" y="169"/>
                    </a:cubicBezTo>
                    <a:cubicBezTo>
                      <a:pt x="47" y="166"/>
                      <a:pt x="54" y="164"/>
                      <a:pt x="61" y="162"/>
                    </a:cubicBezTo>
                    <a:cubicBezTo>
                      <a:pt x="68" y="152"/>
                      <a:pt x="68" y="152"/>
                      <a:pt x="68" y="152"/>
                    </a:cubicBezTo>
                    <a:cubicBezTo>
                      <a:pt x="75" y="149"/>
                      <a:pt x="75" y="149"/>
                      <a:pt x="75" y="149"/>
                    </a:cubicBezTo>
                    <a:cubicBezTo>
                      <a:pt x="73" y="144"/>
                      <a:pt x="70" y="140"/>
                      <a:pt x="67" y="136"/>
                    </a:cubicBezTo>
                    <a:cubicBezTo>
                      <a:pt x="66" y="134"/>
                      <a:pt x="66" y="134"/>
                      <a:pt x="66" y="134"/>
                    </a:cubicBezTo>
                    <a:cubicBezTo>
                      <a:pt x="67" y="129"/>
                      <a:pt x="69" y="126"/>
                      <a:pt x="71" y="122"/>
                    </a:cubicBezTo>
                    <a:cubicBezTo>
                      <a:pt x="72" y="119"/>
                      <a:pt x="72" y="116"/>
                      <a:pt x="72" y="114"/>
                    </a:cubicBezTo>
                    <a:cubicBezTo>
                      <a:pt x="71" y="101"/>
                      <a:pt x="71" y="101"/>
                      <a:pt x="71" y="101"/>
                    </a:cubicBezTo>
                    <a:cubicBezTo>
                      <a:pt x="73" y="95"/>
                      <a:pt x="76" y="88"/>
                      <a:pt x="78" y="82"/>
                    </a:cubicBezTo>
                    <a:cubicBezTo>
                      <a:pt x="81" y="79"/>
                      <a:pt x="81" y="79"/>
                      <a:pt x="81" y="79"/>
                    </a:cubicBezTo>
                    <a:cubicBezTo>
                      <a:pt x="89" y="79"/>
                      <a:pt x="89" y="79"/>
                      <a:pt x="89" y="79"/>
                    </a:cubicBezTo>
                    <a:cubicBezTo>
                      <a:pt x="89" y="61"/>
                      <a:pt x="89" y="61"/>
                      <a:pt x="89" y="61"/>
                    </a:cubicBezTo>
                    <a:cubicBezTo>
                      <a:pt x="89" y="56"/>
                      <a:pt x="89" y="56"/>
                      <a:pt x="89" y="5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13"/>
                      <a:pt x="7" y="19"/>
                      <a:pt x="8" y="25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3" name="Google Shape;365;p50">
                <a:extLst>
                  <a:ext uri="{FF2B5EF4-FFF2-40B4-BE49-F238E27FC236}">
                    <a16:creationId xmlns:a16="http://schemas.microsoft.com/office/drawing/2014/main" id="{CB2DDB19-1C78-40FE-8339-22238EFE90E8}"/>
                  </a:ext>
                </a:extLst>
              </p:cNvPr>
              <p:cNvSpPr/>
              <p:nvPr/>
            </p:nvSpPr>
            <p:spPr>
              <a:xfrm>
                <a:off x="6404165" y="3861604"/>
                <a:ext cx="190181" cy="224226"/>
              </a:xfrm>
              <a:custGeom>
                <a:avLst/>
                <a:gdLst/>
                <a:ahLst/>
                <a:cxnLst/>
                <a:rect l="l" t="t" r="r" b="b"/>
                <a:pathLst>
                  <a:path w="96" h="113" extrusionOk="0">
                    <a:moveTo>
                      <a:pt x="41" y="1"/>
                    </a:moveTo>
                    <a:cubicBezTo>
                      <a:pt x="40" y="6"/>
                      <a:pt x="40" y="6"/>
                      <a:pt x="40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6" y="15"/>
                      <a:pt x="33" y="15"/>
                      <a:pt x="3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4"/>
                      <a:pt x="20" y="12"/>
                      <a:pt x="20" y="11"/>
                    </a:cubicBezTo>
                    <a:cubicBezTo>
                      <a:pt x="20" y="8"/>
                      <a:pt x="20" y="5"/>
                      <a:pt x="20" y="2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8"/>
                      <a:pt x="6" y="12"/>
                      <a:pt x="7" y="17"/>
                    </a:cubicBezTo>
                    <a:cubicBezTo>
                      <a:pt x="8" y="22"/>
                      <a:pt x="9" y="26"/>
                      <a:pt x="11" y="31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4"/>
                      <a:pt x="3" y="56"/>
                      <a:pt x="5" y="60"/>
                    </a:cubicBezTo>
                    <a:cubicBezTo>
                      <a:pt x="8" y="67"/>
                      <a:pt x="11" y="74"/>
                      <a:pt x="14" y="81"/>
                    </a:cubicBezTo>
                    <a:cubicBezTo>
                      <a:pt x="14" y="81"/>
                      <a:pt x="14" y="82"/>
                      <a:pt x="14" y="83"/>
                    </a:cubicBezTo>
                    <a:cubicBezTo>
                      <a:pt x="15" y="84"/>
                      <a:pt x="16" y="84"/>
                      <a:pt x="17" y="85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21" y="88"/>
                      <a:pt x="24" y="89"/>
                      <a:pt x="26" y="90"/>
                    </a:cubicBezTo>
                    <a:cubicBezTo>
                      <a:pt x="28" y="91"/>
                      <a:pt x="29" y="92"/>
                      <a:pt x="32" y="93"/>
                    </a:cubicBezTo>
                    <a:cubicBezTo>
                      <a:pt x="32" y="93"/>
                      <a:pt x="32" y="93"/>
                      <a:pt x="32" y="93"/>
                    </a:cubicBezTo>
                    <a:cubicBezTo>
                      <a:pt x="32" y="93"/>
                      <a:pt x="33" y="93"/>
                      <a:pt x="33" y="94"/>
                    </a:cubicBezTo>
                    <a:cubicBezTo>
                      <a:pt x="34" y="89"/>
                      <a:pt x="34" y="89"/>
                      <a:pt x="34" y="89"/>
                    </a:cubicBezTo>
                    <a:cubicBezTo>
                      <a:pt x="36" y="88"/>
                      <a:pt x="36" y="88"/>
                      <a:pt x="36" y="88"/>
                    </a:cubicBezTo>
                    <a:cubicBezTo>
                      <a:pt x="38" y="91"/>
                      <a:pt x="39" y="94"/>
                      <a:pt x="39" y="97"/>
                    </a:cubicBezTo>
                    <a:cubicBezTo>
                      <a:pt x="40" y="100"/>
                      <a:pt x="41" y="103"/>
                      <a:pt x="41" y="106"/>
                    </a:cubicBezTo>
                    <a:cubicBezTo>
                      <a:pt x="48" y="111"/>
                      <a:pt x="48" y="111"/>
                      <a:pt x="48" y="111"/>
                    </a:cubicBezTo>
                    <a:cubicBezTo>
                      <a:pt x="48" y="113"/>
                      <a:pt x="48" y="113"/>
                      <a:pt x="48" y="113"/>
                    </a:cubicBezTo>
                    <a:cubicBezTo>
                      <a:pt x="65" y="111"/>
                      <a:pt x="65" y="111"/>
                      <a:pt x="65" y="111"/>
                    </a:cubicBezTo>
                    <a:cubicBezTo>
                      <a:pt x="96" y="97"/>
                      <a:pt x="96" y="97"/>
                      <a:pt x="96" y="97"/>
                    </a:cubicBezTo>
                    <a:cubicBezTo>
                      <a:pt x="85" y="86"/>
                      <a:pt x="85" y="86"/>
                      <a:pt x="85" y="86"/>
                    </a:cubicBezTo>
                    <a:cubicBezTo>
                      <a:pt x="86" y="80"/>
                      <a:pt x="86" y="74"/>
                      <a:pt x="86" y="69"/>
                    </a:cubicBezTo>
                    <a:cubicBezTo>
                      <a:pt x="86" y="66"/>
                      <a:pt x="86" y="64"/>
                      <a:pt x="85" y="62"/>
                    </a:cubicBezTo>
                    <a:cubicBezTo>
                      <a:pt x="88" y="56"/>
                      <a:pt x="88" y="56"/>
                      <a:pt x="88" y="56"/>
                    </a:cubicBezTo>
                    <a:cubicBezTo>
                      <a:pt x="88" y="54"/>
                      <a:pt x="87" y="53"/>
                      <a:pt x="86" y="52"/>
                    </a:cubicBezTo>
                    <a:cubicBezTo>
                      <a:pt x="85" y="50"/>
                      <a:pt x="84" y="48"/>
                      <a:pt x="82" y="47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71" y="35"/>
                      <a:pt x="71" y="35"/>
                      <a:pt x="71" y="35"/>
                    </a:cubicBezTo>
                    <a:cubicBezTo>
                      <a:pt x="69" y="28"/>
                      <a:pt x="69" y="28"/>
                      <a:pt x="69" y="28"/>
                    </a:cubicBezTo>
                    <a:lnTo>
                      <a:pt x="41" y="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4" name="Google Shape;366;p50">
                <a:extLst>
                  <a:ext uri="{FF2B5EF4-FFF2-40B4-BE49-F238E27FC236}">
                    <a16:creationId xmlns:a16="http://schemas.microsoft.com/office/drawing/2014/main" id="{A6E0DE28-2185-4F6B-8B89-5A42CF2A2B3B}"/>
                  </a:ext>
                </a:extLst>
              </p:cNvPr>
              <p:cNvSpPr/>
              <p:nvPr/>
            </p:nvSpPr>
            <p:spPr>
              <a:xfrm>
                <a:off x="6411209" y="4385189"/>
                <a:ext cx="32871" cy="4461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8" extrusionOk="0">
                    <a:moveTo>
                      <a:pt x="22" y="38"/>
                    </a:moveTo>
                    <a:lnTo>
                      <a:pt x="9" y="36"/>
                    </a:lnTo>
                    <a:lnTo>
                      <a:pt x="0" y="14"/>
                    </a:lnTo>
                    <a:lnTo>
                      <a:pt x="9" y="0"/>
                    </a:lnTo>
                    <a:lnTo>
                      <a:pt x="22" y="4"/>
                    </a:lnTo>
                    <a:lnTo>
                      <a:pt x="28" y="26"/>
                    </a:lnTo>
                    <a:lnTo>
                      <a:pt x="22" y="3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5" name="Google Shape;367;p50">
                <a:extLst>
                  <a:ext uri="{FF2B5EF4-FFF2-40B4-BE49-F238E27FC236}">
                    <a16:creationId xmlns:a16="http://schemas.microsoft.com/office/drawing/2014/main" id="{055D34EC-8B7F-4F90-8260-2F5E632431EE}"/>
                  </a:ext>
                </a:extLst>
              </p:cNvPr>
              <p:cNvSpPr/>
              <p:nvPr/>
            </p:nvSpPr>
            <p:spPr>
              <a:xfrm>
                <a:off x="6280898" y="3579854"/>
                <a:ext cx="212486" cy="17844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52" extrusionOk="0">
                    <a:moveTo>
                      <a:pt x="0" y="57"/>
                    </a:moveTo>
                    <a:lnTo>
                      <a:pt x="30" y="45"/>
                    </a:lnTo>
                    <a:lnTo>
                      <a:pt x="35" y="35"/>
                    </a:lnTo>
                    <a:lnTo>
                      <a:pt x="47" y="35"/>
                    </a:lnTo>
                    <a:lnTo>
                      <a:pt x="57" y="50"/>
                    </a:lnTo>
                    <a:lnTo>
                      <a:pt x="78" y="50"/>
                    </a:lnTo>
                    <a:lnTo>
                      <a:pt x="93" y="54"/>
                    </a:lnTo>
                    <a:lnTo>
                      <a:pt x="105" y="40"/>
                    </a:lnTo>
                    <a:lnTo>
                      <a:pt x="113" y="35"/>
                    </a:lnTo>
                    <a:lnTo>
                      <a:pt x="125" y="45"/>
                    </a:lnTo>
                    <a:lnTo>
                      <a:pt x="132" y="45"/>
                    </a:lnTo>
                    <a:lnTo>
                      <a:pt x="144" y="23"/>
                    </a:lnTo>
                    <a:lnTo>
                      <a:pt x="144" y="5"/>
                    </a:lnTo>
                    <a:lnTo>
                      <a:pt x="159" y="0"/>
                    </a:lnTo>
                    <a:lnTo>
                      <a:pt x="159" y="27"/>
                    </a:lnTo>
                    <a:lnTo>
                      <a:pt x="174" y="40"/>
                    </a:lnTo>
                    <a:lnTo>
                      <a:pt x="169" y="62"/>
                    </a:lnTo>
                    <a:lnTo>
                      <a:pt x="159" y="77"/>
                    </a:lnTo>
                    <a:lnTo>
                      <a:pt x="167" y="82"/>
                    </a:lnTo>
                    <a:lnTo>
                      <a:pt x="176" y="116"/>
                    </a:lnTo>
                    <a:lnTo>
                      <a:pt x="181" y="123"/>
                    </a:lnTo>
                    <a:lnTo>
                      <a:pt x="181" y="135"/>
                    </a:lnTo>
                    <a:lnTo>
                      <a:pt x="164" y="137"/>
                    </a:lnTo>
                    <a:lnTo>
                      <a:pt x="159" y="143"/>
                    </a:lnTo>
                    <a:lnTo>
                      <a:pt x="133" y="150"/>
                    </a:lnTo>
                    <a:lnTo>
                      <a:pt x="123" y="143"/>
                    </a:lnTo>
                    <a:lnTo>
                      <a:pt x="113" y="152"/>
                    </a:lnTo>
                    <a:lnTo>
                      <a:pt x="93" y="140"/>
                    </a:lnTo>
                    <a:lnTo>
                      <a:pt x="81" y="143"/>
                    </a:lnTo>
                    <a:lnTo>
                      <a:pt x="51" y="123"/>
                    </a:lnTo>
                    <a:lnTo>
                      <a:pt x="17" y="76"/>
                    </a:lnTo>
                    <a:lnTo>
                      <a:pt x="7" y="71"/>
                    </a:lnTo>
                    <a:lnTo>
                      <a:pt x="0" y="5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6" name="Google Shape;368;p50">
                <a:extLst>
                  <a:ext uri="{FF2B5EF4-FFF2-40B4-BE49-F238E27FC236}">
                    <a16:creationId xmlns:a16="http://schemas.microsoft.com/office/drawing/2014/main" id="{81D5FFD8-7809-4D58-BFE1-F56E32A27866}"/>
                  </a:ext>
                </a:extLst>
              </p:cNvPr>
              <p:cNvSpPr/>
              <p:nvPr/>
            </p:nvSpPr>
            <p:spPr>
              <a:xfrm>
                <a:off x="6249203" y="3341541"/>
                <a:ext cx="305229" cy="30522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4" extrusionOk="0">
                    <a:moveTo>
                      <a:pt x="123" y="5"/>
                    </a:moveTo>
                    <a:cubicBezTo>
                      <a:pt x="120" y="7"/>
                      <a:pt x="120" y="7"/>
                      <a:pt x="120" y="7"/>
                    </a:cubicBezTo>
                    <a:cubicBezTo>
                      <a:pt x="119" y="9"/>
                      <a:pt x="119" y="9"/>
                      <a:pt x="119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3" y="44"/>
                      <a:pt x="23" y="45"/>
                      <a:pt x="23" y="48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3" y="71"/>
                      <a:pt x="23" y="71"/>
                      <a:pt x="23" y="71"/>
                    </a:cubicBezTo>
                    <a:cubicBezTo>
                      <a:pt x="15" y="71"/>
                      <a:pt x="15" y="71"/>
                      <a:pt x="15" y="71"/>
                    </a:cubicBezTo>
                    <a:cubicBezTo>
                      <a:pt x="12" y="74"/>
                      <a:pt x="12" y="74"/>
                      <a:pt x="12" y="74"/>
                    </a:cubicBezTo>
                    <a:cubicBezTo>
                      <a:pt x="10" y="80"/>
                      <a:pt x="7" y="87"/>
                      <a:pt x="5" y="93"/>
                    </a:cubicBezTo>
                    <a:cubicBezTo>
                      <a:pt x="6" y="106"/>
                      <a:pt x="6" y="106"/>
                      <a:pt x="6" y="106"/>
                    </a:cubicBezTo>
                    <a:cubicBezTo>
                      <a:pt x="4" y="112"/>
                      <a:pt x="2" y="119"/>
                      <a:pt x="0" y="126"/>
                    </a:cubicBezTo>
                    <a:cubicBezTo>
                      <a:pt x="1" y="128"/>
                      <a:pt x="1" y="128"/>
                      <a:pt x="1" y="128"/>
                    </a:cubicBezTo>
                    <a:cubicBezTo>
                      <a:pt x="2" y="129"/>
                      <a:pt x="9" y="141"/>
                      <a:pt x="9" y="141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34" y="147"/>
                      <a:pt x="34" y="147"/>
                      <a:pt x="34" y="147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44" y="141"/>
                      <a:pt x="44" y="141"/>
                      <a:pt x="44" y="141"/>
                    </a:cubicBezTo>
                    <a:cubicBezTo>
                      <a:pt x="50" y="150"/>
                      <a:pt x="50" y="150"/>
                      <a:pt x="50" y="150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71" y="152"/>
                      <a:pt x="71" y="152"/>
                      <a:pt x="71" y="152"/>
                    </a:cubicBezTo>
                    <a:cubicBezTo>
                      <a:pt x="78" y="144"/>
                      <a:pt x="78" y="144"/>
                      <a:pt x="78" y="144"/>
                    </a:cubicBezTo>
                    <a:cubicBezTo>
                      <a:pt x="83" y="141"/>
                      <a:pt x="83" y="141"/>
                      <a:pt x="83" y="141"/>
                    </a:cubicBezTo>
                    <a:cubicBezTo>
                      <a:pt x="90" y="147"/>
                      <a:pt x="90" y="147"/>
                      <a:pt x="90" y="147"/>
                    </a:cubicBezTo>
                    <a:cubicBezTo>
                      <a:pt x="94" y="147"/>
                      <a:pt x="94" y="147"/>
                      <a:pt x="94" y="147"/>
                    </a:cubicBezTo>
                    <a:cubicBezTo>
                      <a:pt x="101" y="134"/>
                      <a:pt x="101" y="134"/>
                      <a:pt x="101" y="134"/>
                    </a:cubicBezTo>
                    <a:cubicBezTo>
                      <a:pt x="101" y="123"/>
                      <a:pt x="101" y="123"/>
                      <a:pt x="101" y="123"/>
                    </a:cubicBezTo>
                    <a:cubicBezTo>
                      <a:pt x="110" y="120"/>
                      <a:pt x="110" y="120"/>
                      <a:pt x="110" y="120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9" y="144"/>
                      <a:pt x="119" y="144"/>
                      <a:pt x="119" y="144"/>
                    </a:cubicBezTo>
                    <a:cubicBezTo>
                      <a:pt x="120" y="140"/>
                      <a:pt x="120" y="140"/>
                      <a:pt x="120" y="140"/>
                    </a:cubicBezTo>
                    <a:cubicBezTo>
                      <a:pt x="122" y="131"/>
                      <a:pt x="124" y="122"/>
                      <a:pt x="126" y="113"/>
                    </a:cubicBezTo>
                    <a:cubicBezTo>
                      <a:pt x="128" y="105"/>
                      <a:pt x="130" y="97"/>
                      <a:pt x="133" y="89"/>
                    </a:cubicBezTo>
                    <a:cubicBezTo>
                      <a:pt x="142" y="69"/>
                      <a:pt x="142" y="69"/>
                      <a:pt x="142" y="69"/>
                    </a:cubicBezTo>
                    <a:cubicBezTo>
                      <a:pt x="148" y="66"/>
                      <a:pt x="148" y="66"/>
                      <a:pt x="148" y="66"/>
                    </a:cubicBezTo>
                    <a:cubicBezTo>
                      <a:pt x="154" y="55"/>
                      <a:pt x="154" y="55"/>
                      <a:pt x="154" y="55"/>
                    </a:cubicBezTo>
                    <a:cubicBezTo>
                      <a:pt x="150" y="51"/>
                      <a:pt x="147" y="48"/>
                      <a:pt x="143" y="45"/>
                    </a:cubicBezTo>
                    <a:cubicBezTo>
                      <a:pt x="142" y="37"/>
                      <a:pt x="141" y="30"/>
                      <a:pt x="140" y="23"/>
                    </a:cubicBezTo>
                    <a:cubicBezTo>
                      <a:pt x="140" y="20"/>
                      <a:pt x="139" y="18"/>
                      <a:pt x="138" y="16"/>
                    </a:cubicBezTo>
                    <a:cubicBezTo>
                      <a:pt x="135" y="11"/>
                      <a:pt x="131" y="5"/>
                      <a:pt x="127" y="0"/>
                    </a:cubicBezTo>
                    <a:cubicBezTo>
                      <a:pt x="126" y="2"/>
                      <a:pt x="124" y="4"/>
                      <a:pt x="123" y="5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7" name="Google Shape;369;p50">
                <a:extLst>
                  <a:ext uri="{FF2B5EF4-FFF2-40B4-BE49-F238E27FC236}">
                    <a16:creationId xmlns:a16="http://schemas.microsoft.com/office/drawing/2014/main" id="{2324A316-680D-4D9F-8463-C1D0E4F1EF66}"/>
                  </a:ext>
                </a:extLst>
              </p:cNvPr>
              <p:cNvSpPr/>
              <p:nvPr/>
            </p:nvSpPr>
            <p:spPr>
              <a:xfrm>
                <a:off x="6249203" y="3341541"/>
                <a:ext cx="305229" cy="30522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4" extrusionOk="0">
                    <a:moveTo>
                      <a:pt x="123" y="5"/>
                    </a:moveTo>
                    <a:cubicBezTo>
                      <a:pt x="120" y="7"/>
                      <a:pt x="120" y="7"/>
                      <a:pt x="120" y="7"/>
                    </a:cubicBezTo>
                    <a:cubicBezTo>
                      <a:pt x="119" y="9"/>
                      <a:pt x="119" y="9"/>
                      <a:pt x="119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3" y="44"/>
                      <a:pt x="23" y="45"/>
                      <a:pt x="23" y="48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3" y="71"/>
                      <a:pt x="23" y="71"/>
                      <a:pt x="23" y="71"/>
                    </a:cubicBezTo>
                    <a:cubicBezTo>
                      <a:pt x="15" y="71"/>
                      <a:pt x="15" y="71"/>
                      <a:pt x="15" y="71"/>
                    </a:cubicBezTo>
                    <a:cubicBezTo>
                      <a:pt x="12" y="74"/>
                      <a:pt x="12" y="74"/>
                      <a:pt x="12" y="74"/>
                    </a:cubicBezTo>
                    <a:cubicBezTo>
                      <a:pt x="10" y="80"/>
                      <a:pt x="7" y="87"/>
                      <a:pt x="5" y="93"/>
                    </a:cubicBezTo>
                    <a:cubicBezTo>
                      <a:pt x="6" y="106"/>
                      <a:pt x="6" y="106"/>
                      <a:pt x="6" y="106"/>
                    </a:cubicBezTo>
                    <a:cubicBezTo>
                      <a:pt x="4" y="112"/>
                      <a:pt x="2" y="119"/>
                      <a:pt x="0" y="126"/>
                    </a:cubicBezTo>
                    <a:cubicBezTo>
                      <a:pt x="1" y="128"/>
                      <a:pt x="1" y="128"/>
                      <a:pt x="1" y="128"/>
                    </a:cubicBezTo>
                    <a:cubicBezTo>
                      <a:pt x="2" y="129"/>
                      <a:pt x="9" y="141"/>
                      <a:pt x="9" y="141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34" y="147"/>
                      <a:pt x="34" y="147"/>
                      <a:pt x="34" y="147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44" y="141"/>
                      <a:pt x="44" y="141"/>
                      <a:pt x="44" y="141"/>
                    </a:cubicBezTo>
                    <a:cubicBezTo>
                      <a:pt x="50" y="150"/>
                      <a:pt x="50" y="150"/>
                      <a:pt x="50" y="150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71" y="152"/>
                      <a:pt x="71" y="152"/>
                      <a:pt x="71" y="152"/>
                    </a:cubicBezTo>
                    <a:cubicBezTo>
                      <a:pt x="78" y="144"/>
                      <a:pt x="78" y="144"/>
                      <a:pt x="78" y="144"/>
                    </a:cubicBezTo>
                    <a:cubicBezTo>
                      <a:pt x="83" y="141"/>
                      <a:pt x="83" y="141"/>
                      <a:pt x="83" y="141"/>
                    </a:cubicBezTo>
                    <a:cubicBezTo>
                      <a:pt x="90" y="147"/>
                      <a:pt x="90" y="147"/>
                      <a:pt x="90" y="147"/>
                    </a:cubicBezTo>
                    <a:cubicBezTo>
                      <a:pt x="94" y="147"/>
                      <a:pt x="94" y="147"/>
                      <a:pt x="94" y="147"/>
                    </a:cubicBezTo>
                    <a:cubicBezTo>
                      <a:pt x="101" y="134"/>
                      <a:pt x="101" y="134"/>
                      <a:pt x="101" y="134"/>
                    </a:cubicBezTo>
                    <a:cubicBezTo>
                      <a:pt x="101" y="123"/>
                      <a:pt x="101" y="123"/>
                      <a:pt x="101" y="123"/>
                    </a:cubicBezTo>
                    <a:cubicBezTo>
                      <a:pt x="110" y="120"/>
                      <a:pt x="110" y="120"/>
                      <a:pt x="110" y="120"/>
                    </a:cubicBezTo>
                    <a:cubicBezTo>
                      <a:pt x="110" y="136"/>
                      <a:pt x="110" y="136"/>
                      <a:pt x="110" y="136"/>
                    </a:cubicBezTo>
                    <a:cubicBezTo>
                      <a:pt x="119" y="144"/>
                      <a:pt x="119" y="144"/>
                      <a:pt x="119" y="144"/>
                    </a:cubicBezTo>
                    <a:cubicBezTo>
                      <a:pt x="120" y="140"/>
                      <a:pt x="120" y="140"/>
                      <a:pt x="120" y="140"/>
                    </a:cubicBezTo>
                    <a:cubicBezTo>
                      <a:pt x="122" y="131"/>
                      <a:pt x="124" y="122"/>
                      <a:pt x="126" y="113"/>
                    </a:cubicBezTo>
                    <a:cubicBezTo>
                      <a:pt x="128" y="105"/>
                      <a:pt x="130" y="97"/>
                      <a:pt x="133" y="89"/>
                    </a:cubicBezTo>
                    <a:cubicBezTo>
                      <a:pt x="142" y="69"/>
                      <a:pt x="142" y="69"/>
                      <a:pt x="142" y="69"/>
                    </a:cubicBezTo>
                    <a:cubicBezTo>
                      <a:pt x="148" y="66"/>
                      <a:pt x="148" y="66"/>
                      <a:pt x="148" y="66"/>
                    </a:cubicBezTo>
                    <a:cubicBezTo>
                      <a:pt x="154" y="55"/>
                      <a:pt x="154" y="55"/>
                      <a:pt x="154" y="55"/>
                    </a:cubicBezTo>
                    <a:cubicBezTo>
                      <a:pt x="150" y="51"/>
                      <a:pt x="147" y="48"/>
                      <a:pt x="143" y="45"/>
                    </a:cubicBezTo>
                    <a:cubicBezTo>
                      <a:pt x="142" y="37"/>
                      <a:pt x="141" y="30"/>
                      <a:pt x="140" y="23"/>
                    </a:cubicBezTo>
                    <a:cubicBezTo>
                      <a:pt x="140" y="20"/>
                      <a:pt x="139" y="18"/>
                      <a:pt x="138" y="16"/>
                    </a:cubicBezTo>
                    <a:cubicBezTo>
                      <a:pt x="135" y="11"/>
                      <a:pt x="131" y="5"/>
                      <a:pt x="127" y="0"/>
                    </a:cubicBezTo>
                    <a:cubicBezTo>
                      <a:pt x="126" y="2"/>
                      <a:pt x="124" y="4"/>
                      <a:pt x="123" y="5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8" name="Google Shape;370;p50">
                <a:extLst>
                  <a:ext uri="{FF2B5EF4-FFF2-40B4-BE49-F238E27FC236}">
                    <a16:creationId xmlns:a16="http://schemas.microsoft.com/office/drawing/2014/main" id="{FA0D8BE9-71EA-4340-828D-934D0AA6851F}"/>
                  </a:ext>
                </a:extLst>
              </p:cNvPr>
              <p:cNvSpPr/>
              <p:nvPr/>
            </p:nvSpPr>
            <p:spPr>
              <a:xfrm>
                <a:off x="6600215" y="3581028"/>
                <a:ext cx="189007" cy="284098"/>
              </a:xfrm>
              <a:custGeom>
                <a:avLst/>
                <a:gdLst/>
                <a:ahLst/>
                <a:cxnLst/>
                <a:rect l="l" t="t" r="r" b="b"/>
                <a:pathLst>
                  <a:path w="95" h="143" extrusionOk="0">
                    <a:moveTo>
                      <a:pt x="87" y="0"/>
                    </a:moveTo>
                    <a:cubicBezTo>
                      <a:pt x="86" y="2"/>
                      <a:pt x="83" y="2"/>
                      <a:pt x="81" y="2"/>
                    </a:cubicBezTo>
                    <a:cubicBezTo>
                      <a:pt x="74" y="4"/>
                      <a:pt x="66" y="5"/>
                      <a:pt x="59" y="5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6" y="21"/>
                      <a:pt x="18" y="23"/>
                      <a:pt x="20" y="26"/>
                    </a:cubicBezTo>
                    <a:cubicBezTo>
                      <a:pt x="28" y="32"/>
                      <a:pt x="36" y="38"/>
                      <a:pt x="44" y="44"/>
                    </a:cubicBezTo>
                    <a:cubicBezTo>
                      <a:pt x="47" y="46"/>
                      <a:pt x="50" y="47"/>
                      <a:pt x="53" y="48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26" y="72"/>
                      <a:pt x="26" y="72"/>
                      <a:pt x="26" y="72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8"/>
                      <a:pt x="14" y="79"/>
                      <a:pt x="13" y="80"/>
                    </a:cubicBezTo>
                    <a:cubicBezTo>
                      <a:pt x="11" y="82"/>
                      <a:pt x="10" y="84"/>
                      <a:pt x="8" y="86"/>
                    </a:cubicBezTo>
                    <a:cubicBezTo>
                      <a:pt x="7" y="88"/>
                      <a:pt x="5" y="91"/>
                      <a:pt x="2" y="94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7" y="143"/>
                      <a:pt x="7" y="143"/>
                      <a:pt x="7" y="143"/>
                    </a:cubicBezTo>
                    <a:cubicBezTo>
                      <a:pt x="17" y="132"/>
                      <a:pt x="27" y="121"/>
                      <a:pt x="37" y="109"/>
                    </a:cubicBezTo>
                    <a:cubicBezTo>
                      <a:pt x="46" y="96"/>
                      <a:pt x="55" y="83"/>
                      <a:pt x="64" y="69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2" y="36"/>
                      <a:pt x="83" y="32"/>
                      <a:pt x="85" y="28"/>
                    </a:cubicBezTo>
                    <a:cubicBezTo>
                      <a:pt x="86" y="26"/>
                      <a:pt x="86" y="24"/>
                      <a:pt x="86" y="23"/>
                    </a:cubicBezTo>
                    <a:cubicBezTo>
                      <a:pt x="89" y="19"/>
                      <a:pt x="89" y="19"/>
                      <a:pt x="89" y="19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5" y="18"/>
                      <a:pt x="95" y="18"/>
                      <a:pt x="95" y="18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3" y="3"/>
                      <a:pt x="93" y="3"/>
                      <a:pt x="93" y="3"/>
                    </a:cubicBezTo>
                    <a:lnTo>
                      <a:pt x="87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09" name="Google Shape;371;p50">
                <a:extLst>
                  <a:ext uri="{FF2B5EF4-FFF2-40B4-BE49-F238E27FC236}">
                    <a16:creationId xmlns:a16="http://schemas.microsoft.com/office/drawing/2014/main" id="{9E66AB2F-43B6-41B4-8874-CDC478213CCC}"/>
                  </a:ext>
                </a:extLst>
              </p:cNvPr>
              <p:cNvSpPr/>
              <p:nvPr/>
            </p:nvSpPr>
            <p:spPr>
              <a:xfrm>
                <a:off x="5631700" y="3624464"/>
                <a:ext cx="65742" cy="6222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1" extrusionOk="0">
                    <a:moveTo>
                      <a:pt x="33" y="15"/>
                    </a:moveTo>
                    <a:cubicBezTo>
                      <a:pt x="29" y="2"/>
                      <a:pt x="29" y="2"/>
                      <a:pt x="29" y="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5" y="17"/>
                      <a:pt x="6" y="19"/>
                      <a:pt x="7" y="21"/>
                    </a:cubicBezTo>
                    <a:cubicBezTo>
                      <a:pt x="8" y="23"/>
                      <a:pt x="9" y="24"/>
                      <a:pt x="10" y="26"/>
                    </a:cubicBezTo>
                    <a:cubicBezTo>
                      <a:pt x="22" y="31"/>
                      <a:pt x="22" y="31"/>
                      <a:pt x="22" y="31"/>
                    </a:cubicBezTo>
                    <a:lnTo>
                      <a:pt x="33" y="1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0" name="Google Shape;372;p50">
                <a:extLst>
                  <a:ext uri="{FF2B5EF4-FFF2-40B4-BE49-F238E27FC236}">
                    <a16:creationId xmlns:a16="http://schemas.microsoft.com/office/drawing/2014/main" id="{891C7764-3F6E-4C4D-9316-8BBD3FF37868}"/>
                  </a:ext>
                </a:extLst>
              </p:cNvPr>
              <p:cNvSpPr/>
              <p:nvPr/>
            </p:nvSpPr>
            <p:spPr>
              <a:xfrm>
                <a:off x="5565958" y="3480068"/>
                <a:ext cx="120917" cy="103308"/>
              </a:xfrm>
              <a:custGeom>
                <a:avLst/>
                <a:gdLst/>
                <a:ahLst/>
                <a:cxnLst/>
                <a:rect l="l" t="t" r="r" b="b"/>
                <a:pathLst>
                  <a:path w="61" h="52" extrusionOk="0">
                    <a:moveTo>
                      <a:pt x="35" y="2"/>
                    </a:moveTo>
                    <a:cubicBezTo>
                      <a:pt x="33" y="2"/>
                      <a:pt x="33" y="2"/>
                      <a:pt x="33" y="2"/>
                    </a:cubicBezTo>
                    <a:cubicBezTo>
                      <a:pt x="28" y="1"/>
                      <a:pt x="18" y="0"/>
                      <a:pt x="18" y="0"/>
                    </a:cubicBezTo>
                    <a:cubicBezTo>
                      <a:pt x="18" y="0"/>
                      <a:pt x="12" y="1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7" y="7"/>
                      <a:pt x="5" y="13"/>
                      <a:pt x="3" y="17"/>
                    </a:cubicBezTo>
                    <a:cubicBezTo>
                      <a:pt x="2" y="19"/>
                      <a:pt x="1" y="20"/>
                      <a:pt x="0" y="22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11" y="32"/>
                      <a:pt x="16" y="31"/>
                      <a:pt x="20" y="31"/>
                    </a:cubicBezTo>
                    <a:cubicBezTo>
                      <a:pt x="26" y="30"/>
                      <a:pt x="31" y="30"/>
                      <a:pt x="37" y="30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28" y="39"/>
                      <a:pt x="18" y="41"/>
                      <a:pt x="8" y="43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6" y="51"/>
                      <a:pt x="21" y="49"/>
                      <a:pt x="26" y="47"/>
                    </a:cubicBezTo>
                    <a:cubicBezTo>
                      <a:pt x="30" y="46"/>
                      <a:pt x="35" y="45"/>
                      <a:pt x="40" y="44"/>
                    </a:cubicBezTo>
                    <a:cubicBezTo>
                      <a:pt x="61" y="45"/>
                      <a:pt x="61" y="45"/>
                      <a:pt x="61" y="45"/>
                    </a:cubicBezTo>
                    <a:cubicBezTo>
                      <a:pt x="60" y="35"/>
                      <a:pt x="60" y="35"/>
                      <a:pt x="60" y="35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4"/>
                      <a:pt x="56" y="24"/>
                      <a:pt x="56" y="24"/>
                    </a:cubicBezTo>
                    <a:lnTo>
                      <a:pt x="35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1" name="Google Shape;373;p50">
                <a:extLst>
                  <a:ext uri="{FF2B5EF4-FFF2-40B4-BE49-F238E27FC236}">
                    <a16:creationId xmlns:a16="http://schemas.microsoft.com/office/drawing/2014/main" id="{BCBCDE2F-C644-492D-A912-768C6A8BC761}"/>
                  </a:ext>
                </a:extLst>
              </p:cNvPr>
              <p:cNvSpPr/>
              <p:nvPr/>
            </p:nvSpPr>
            <p:spPr>
              <a:xfrm>
                <a:off x="6393598" y="3861604"/>
                <a:ext cx="22305" cy="45785"/>
              </a:xfrm>
              <a:custGeom>
                <a:avLst/>
                <a:gdLst/>
                <a:ahLst/>
                <a:cxnLst/>
                <a:rect l="l" t="t" r="r" b="b"/>
                <a:pathLst>
                  <a:path w="19" h="39" extrusionOk="0">
                    <a:moveTo>
                      <a:pt x="19" y="1"/>
                    </a:moveTo>
                    <a:lnTo>
                      <a:pt x="5" y="0"/>
                    </a:lnTo>
                    <a:lnTo>
                      <a:pt x="0" y="0"/>
                    </a:lnTo>
                    <a:lnTo>
                      <a:pt x="0" y="37"/>
                    </a:lnTo>
                    <a:lnTo>
                      <a:pt x="4" y="37"/>
                    </a:lnTo>
                    <a:lnTo>
                      <a:pt x="4" y="39"/>
                    </a:lnTo>
                    <a:lnTo>
                      <a:pt x="17" y="29"/>
                    </a:lnTo>
                    <a:lnTo>
                      <a:pt x="19" y="5"/>
                    </a:lnTo>
                    <a:lnTo>
                      <a:pt x="19" y="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2" name="Google Shape;374;p50">
                <a:extLst>
                  <a:ext uri="{FF2B5EF4-FFF2-40B4-BE49-F238E27FC236}">
                    <a16:creationId xmlns:a16="http://schemas.microsoft.com/office/drawing/2014/main" id="{F53B2EDB-C871-48DD-88A7-99C4DDE2A539}"/>
                  </a:ext>
                </a:extLst>
              </p:cNvPr>
              <p:cNvSpPr/>
              <p:nvPr/>
            </p:nvSpPr>
            <p:spPr>
              <a:xfrm>
                <a:off x="6097762" y="3724251"/>
                <a:ext cx="329882" cy="399146"/>
              </a:xfrm>
              <a:custGeom>
                <a:avLst/>
                <a:gdLst/>
                <a:ahLst/>
                <a:cxnLst/>
                <a:rect l="l" t="t" r="r" b="b"/>
                <a:pathLst>
                  <a:path w="166" h="201" extrusionOk="0">
                    <a:moveTo>
                      <a:pt x="38" y="77"/>
                    </a:moveTo>
                    <a:cubicBezTo>
                      <a:pt x="36" y="83"/>
                      <a:pt x="27" y="100"/>
                      <a:pt x="27" y="100"/>
                    </a:cubicBezTo>
                    <a:cubicBezTo>
                      <a:pt x="25" y="101"/>
                      <a:pt x="25" y="101"/>
                      <a:pt x="25" y="101"/>
                    </a:cubicBezTo>
                    <a:cubicBezTo>
                      <a:pt x="21" y="103"/>
                      <a:pt x="17" y="105"/>
                      <a:pt x="14" y="107"/>
                    </a:cubicBezTo>
                    <a:cubicBezTo>
                      <a:pt x="5" y="113"/>
                      <a:pt x="5" y="113"/>
                      <a:pt x="5" y="113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3" y="120"/>
                      <a:pt x="3" y="120"/>
                      <a:pt x="3" y="120"/>
                    </a:cubicBezTo>
                    <a:cubicBezTo>
                      <a:pt x="1" y="124"/>
                      <a:pt x="1" y="124"/>
                      <a:pt x="1" y="124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13" y="125"/>
                      <a:pt x="26" y="123"/>
                      <a:pt x="39" y="121"/>
                    </a:cubicBezTo>
                    <a:cubicBezTo>
                      <a:pt x="46" y="137"/>
                      <a:pt x="46" y="137"/>
                      <a:pt x="46" y="137"/>
                    </a:cubicBezTo>
                    <a:cubicBezTo>
                      <a:pt x="58" y="136"/>
                      <a:pt x="58" y="136"/>
                      <a:pt x="58" y="136"/>
                    </a:cubicBezTo>
                    <a:cubicBezTo>
                      <a:pt x="64" y="124"/>
                      <a:pt x="64" y="124"/>
                      <a:pt x="64" y="124"/>
                    </a:cubicBezTo>
                    <a:cubicBezTo>
                      <a:pt x="81" y="125"/>
                      <a:pt x="81" y="125"/>
                      <a:pt x="81" y="125"/>
                    </a:cubicBezTo>
                    <a:cubicBezTo>
                      <a:pt x="84" y="136"/>
                      <a:pt x="87" y="147"/>
                      <a:pt x="90" y="158"/>
                    </a:cubicBezTo>
                    <a:cubicBezTo>
                      <a:pt x="92" y="162"/>
                      <a:pt x="92" y="162"/>
                      <a:pt x="92" y="162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96" y="177"/>
                      <a:pt x="99" y="177"/>
                      <a:pt x="101" y="177"/>
                    </a:cubicBezTo>
                    <a:cubicBezTo>
                      <a:pt x="101" y="177"/>
                      <a:pt x="101" y="177"/>
                      <a:pt x="101" y="177"/>
                    </a:cubicBezTo>
                    <a:cubicBezTo>
                      <a:pt x="106" y="177"/>
                      <a:pt x="106" y="177"/>
                      <a:pt x="106" y="177"/>
                    </a:cubicBezTo>
                    <a:cubicBezTo>
                      <a:pt x="108" y="177"/>
                      <a:pt x="108" y="177"/>
                      <a:pt x="108" y="177"/>
                    </a:cubicBezTo>
                    <a:cubicBezTo>
                      <a:pt x="113" y="182"/>
                      <a:pt x="119" y="186"/>
                      <a:pt x="124" y="191"/>
                    </a:cubicBezTo>
                    <a:cubicBezTo>
                      <a:pt x="130" y="190"/>
                      <a:pt x="130" y="190"/>
                      <a:pt x="130" y="190"/>
                    </a:cubicBezTo>
                    <a:cubicBezTo>
                      <a:pt x="134" y="192"/>
                      <a:pt x="138" y="194"/>
                      <a:pt x="142" y="197"/>
                    </a:cubicBezTo>
                    <a:cubicBezTo>
                      <a:pt x="143" y="198"/>
                      <a:pt x="145" y="200"/>
                      <a:pt x="146" y="201"/>
                    </a:cubicBezTo>
                    <a:cubicBezTo>
                      <a:pt x="153" y="201"/>
                      <a:pt x="153" y="201"/>
                      <a:pt x="153" y="201"/>
                    </a:cubicBezTo>
                    <a:cubicBezTo>
                      <a:pt x="153" y="187"/>
                      <a:pt x="153" y="187"/>
                      <a:pt x="153" y="187"/>
                    </a:cubicBezTo>
                    <a:cubicBezTo>
                      <a:pt x="142" y="188"/>
                      <a:pt x="142" y="188"/>
                      <a:pt x="142" y="188"/>
                    </a:cubicBezTo>
                    <a:cubicBezTo>
                      <a:pt x="136" y="182"/>
                      <a:pt x="136" y="182"/>
                      <a:pt x="136" y="182"/>
                    </a:cubicBezTo>
                    <a:cubicBezTo>
                      <a:pt x="137" y="148"/>
                      <a:pt x="137" y="148"/>
                      <a:pt x="137" y="148"/>
                    </a:cubicBezTo>
                    <a:cubicBezTo>
                      <a:pt x="149" y="142"/>
                      <a:pt x="149" y="142"/>
                      <a:pt x="149" y="142"/>
                    </a:cubicBezTo>
                    <a:cubicBezTo>
                      <a:pt x="161" y="145"/>
                      <a:pt x="161" y="145"/>
                      <a:pt x="161" y="145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5" y="139"/>
                      <a:pt x="155" y="139"/>
                      <a:pt x="155" y="139"/>
                    </a:cubicBezTo>
                    <a:cubicBezTo>
                      <a:pt x="154" y="136"/>
                      <a:pt x="153" y="134"/>
                      <a:pt x="152" y="131"/>
                    </a:cubicBezTo>
                    <a:cubicBezTo>
                      <a:pt x="150" y="128"/>
                      <a:pt x="149" y="124"/>
                      <a:pt x="148" y="121"/>
                    </a:cubicBezTo>
                    <a:cubicBezTo>
                      <a:pt x="148" y="116"/>
                      <a:pt x="148" y="111"/>
                      <a:pt x="148" y="106"/>
                    </a:cubicBezTo>
                    <a:cubicBezTo>
                      <a:pt x="148" y="101"/>
                      <a:pt x="148" y="96"/>
                      <a:pt x="148" y="91"/>
                    </a:cubicBezTo>
                    <a:cubicBezTo>
                      <a:pt x="149" y="91"/>
                      <a:pt x="149" y="91"/>
                      <a:pt x="149" y="91"/>
                    </a:cubicBezTo>
                    <a:cubicBezTo>
                      <a:pt x="149" y="69"/>
                      <a:pt x="149" y="69"/>
                      <a:pt x="149" y="69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53" y="64"/>
                      <a:pt x="154" y="58"/>
                      <a:pt x="155" y="53"/>
                    </a:cubicBezTo>
                    <a:cubicBezTo>
                      <a:pt x="155" y="53"/>
                      <a:pt x="155" y="53"/>
                      <a:pt x="155" y="53"/>
                    </a:cubicBezTo>
                    <a:cubicBezTo>
                      <a:pt x="157" y="48"/>
                      <a:pt x="158" y="43"/>
                      <a:pt x="161" y="38"/>
                    </a:cubicBezTo>
                    <a:cubicBezTo>
                      <a:pt x="161" y="38"/>
                      <a:pt x="161" y="38"/>
                      <a:pt x="161" y="38"/>
                    </a:cubicBezTo>
                    <a:cubicBezTo>
                      <a:pt x="162" y="38"/>
                      <a:pt x="162" y="38"/>
                      <a:pt x="162" y="38"/>
                    </a:cubicBezTo>
                    <a:cubicBezTo>
                      <a:pt x="166" y="31"/>
                      <a:pt x="166" y="31"/>
                      <a:pt x="166" y="31"/>
                    </a:cubicBezTo>
                    <a:cubicBezTo>
                      <a:pt x="160" y="27"/>
                      <a:pt x="160" y="27"/>
                      <a:pt x="160" y="27"/>
                    </a:cubicBezTo>
                    <a:cubicBezTo>
                      <a:pt x="159" y="17"/>
                      <a:pt x="159" y="17"/>
                      <a:pt x="159" y="17"/>
                    </a:cubicBezTo>
                    <a:cubicBezTo>
                      <a:pt x="147" y="10"/>
                      <a:pt x="147" y="10"/>
                      <a:pt x="147" y="10"/>
                    </a:cubicBezTo>
                    <a:cubicBezTo>
                      <a:pt x="140" y="12"/>
                      <a:pt x="140" y="12"/>
                      <a:pt x="140" y="12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100" y="5"/>
                      <a:pt x="100" y="5"/>
                      <a:pt x="100" y="5"/>
                    </a:cubicBezTo>
                    <a:cubicBezTo>
                      <a:pt x="95" y="10"/>
                      <a:pt x="95" y="10"/>
                      <a:pt x="95" y="10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69" y="4"/>
                      <a:pt x="69" y="4"/>
                      <a:pt x="69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47" y="60"/>
                      <a:pt x="47" y="60"/>
                      <a:pt x="47" y="60"/>
                    </a:cubicBezTo>
                    <a:cubicBezTo>
                      <a:pt x="47" y="60"/>
                      <a:pt x="41" y="72"/>
                      <a:pt x="38" y="77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3" name="Google Shape;375;p50">
                <a:extLst>
                  <a:ext uri="{FF2B5EF4-FFF2-40B4-BE49-F238E27FC236}">
                    <a16:creationId xmlns:a16="http://schemas.microsoft.com/office/drawing/2014/main" id="{2D98F7CB-8BD9-4EAE-9D1C-F13E4A4D7E65}"/>
                  </a:ext>
                </a:extLst>
              </p:cNvPr>
              <p:cNvSpPr/>
              <p:nvPr/>
            </p:nvSpPr>
            <p:spPr>
              <a:xfrm>
                <a:off x="6137675" y="3620943"/>
                <a:ext cx="203094" cy="137353"/>
              </a:xfrm>
              <a:custGeom>
                <a:avLst/>
                <a:gdLst/>
                <a:ahLst/>
                <a:cxnLst/>
                <a:rect l="l" t="t" r="r" b="b"/>
                <a:pathLst>
                  <a:path w="102" h="69" extrusionOk="0">
                    <a:moveTo>
                      <a:pt x="11" y="25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3" y="40"/>
                      <a:pt x="5" y="45"/>
                      <a:pt x="8" y="50"/>
                    </a:cubicBezTo>
                    <a:cubicBezTo>
                      <a:pt x="10" y="54"/>
                      <a:pt x="12" y="58"/>
                      <a:pt x="14" y="61"/>
                    </a:cubicBezTo>
                    <a:cubicBezTo>
                      <a:pt x="16" y="64"/>
                      <a:pt x="18" y="67"/>
                      <a:pt x="21" y="69"/>
                    </a:cubicBezTo>
                    <a:cubicBezTo>
                      <a:pt x="26" y="65"/>
                      <a:pt x="26" y="65"/>
                      <a:pt x="26" y="65"/>
                    </a:cubicBezTo>
                    <a:cubicBezTo>
                      <a:pt x="41" y="64"/>
                      <a:pt x="41" y="64"/>
                      <a:pt x="41" y="64"/>
                    </a:cubicBezTo>
                    <a:cubicBezTo>
                      <a:pt x="44" y="57"/>
                      <a:pt x="44" y="57"/>
                      <a:pt x="44" y="57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55" y="64"/>
                      <a:pt x="55" y="64"/>
                      <a:pt x="55" y="64"/>
                    </a:cubicBezTo>
                    <a:cubicBezTo>
                      <a:pt x="75" y="62"/>
                      <a:pt x="75" y="62"/>
                      <a:pt x="75" y="62"/>
                    </a:cubicBezTo>
                    <a:cubicBezTo>
                      <a:pt x="80" y="57"/>
                      <a:pt x="80" y="57"/>
                      <a:pt x="80" y="57"/>
                    </a:cubicBezTo>
                    <a:cubicBezTo>
                      <a:pt x="102" y="52"/>
                      <a:pt x="102" y="52"/>
                      <a:pt x="102" y="52"/>
                    </a:cubicBezTo>
                    <a:cubicBezTo>
                      <a:pt x="82" y="24"/>
                      <a:pt x="82" y="24"/>
                      <a:pt x="82" y="24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4" y="16"/>
                      <a:pt x="73" y="14"/>
                      <a:pt x="72" y="12"/>
                    </a:cubicBezTo>
                    <a:cubicBezTo>
                      <a:pt x="70" y="8"/>
                      <a:pt x="68" y="4"/>
                      <a:pt x="65" y="0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1" y="13"/>
                      <a:pt x="51" y="13"/>
                      <a:pt x="51" y="13"/>
                    </a:cubicBezTo>
                    <a:cubicBezTo>
                      <a:pt x="44" y="15"/>
                      <a:pt x="37" y="17"/>
                      <a:pt x="30" y="20"/>
                    </a:cubicBezTo>
                    <a:cubicBezTo>
                      <a:pt x="28" y="20"/>
                      <a:pt x="26" y="22"/>
                      <a:pt x="24" y="23"/>
                    </a:cubicBezTo>
                    <a:lnTo>
                      <a:pt x="11" y="2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4" name="Google Shape;376;p50">
                <a:extLst>
                  <a:ext uri="{FF2B5EF4-FFF2-40B4-BE49-F238E27FC236}">
                    <a16:creationId xmlns:a16="http://schemas.microsoft.com/office/drawing/2014/main" id="{1C46098B-1F92-4F53-BF7E-D93641C5F8F3}"/>
                  </a:ext>
                </a:extLst>
              </p:cNvPr>
              <p:cNvSpPr/>
              <p:nvPr/>
            </p:nvSpPr>
            <p:spPr>
              <a:xfrm>
                <a:off x="6399468" y="3747730"/>
                <a:ext cx="89221" cy="115048"/>
              </a:xfrm>
              <a:custGeom>
                <a:avLst/>
                <a:gdLst/>
                <a:ahLst/>
                <a:cxnLst/>
                <a:rect l="l" t="t" r="r" b="b"/>
                <a:pathLst>
                  <a:path w="45" h="58" extrusionOk="0">
                    <a:moveTo>
                      <a:pt x="0" y="57"/>
                    </a:moveTo>
                    <a:cubicBezTo>
                      <a:pt x="1" y="56"/>
                      <a:pt x="1" y="56"/>
                      <a:pt x="1" y="56"/>
                    </a:cubicBezTo>
                    <a:cubicBezTo>
                      <a:pt x="3" y="43"/>
                      <a:pt x="4" y="37"/>
                      <a:pt x="5" y="35"/>
                    </a:cubicBezTo>
                    <a:cubicBezTo>
                      <a:pt x="6" y="32"/>
                      <a:pt x="13" y="21"/>
                      <a:pt x="14" y="1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36" y="42"/>
                      <a:pt x="36" y="42"/>
                      <a:pt x="36" y="42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8" y="58"/>
                      <a:pt x="8" y="58"/>
                      <a:pt x="8" y="58"/>
                    </a:cubicBezTo>
                    <a:lnTo>
                      <a:pt x="0" y="5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5" name="Google Shape;377;p50">
                <a:extLst>
                  <a:ext uri="{FF2B5EF4-FFF2-40B4-BE49-F238E27FC236}">
                    <a16:creationId xmlns:a16="http://schemas.microsoft.com/office/drawing/2014/main" id="{6987E37B-9D69-49C1-850F-87797277014E}"/>
                  </a:ext>
                </a:extLst>
              </p:cNvPr>
              <p:cNvSpPr/>
              <p:nvPr/>
            </p:nvSpPr>
            <p:spPr>
              <a:xfrm>
                <a:off x="5933407" y="3541114"/>
                <a:ext cx="190181" cy="20309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02" extrusionOk="0">
                    <a:moveTo>
                      <a:pt x="93" y="5"/>
                    </a:moveTo>
                    <a:cubicBezTo>
                      <a:pt x="81" y="7"/>
                      <a:pt x="81" y="7"/>
                      <a:pt x="81" y="7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65" y="5"/>
                      <a:pt x="65" y="5"/>
                      <a:pt x="65" y="5"/>
                    </a:cubicBezTo>
                    <a:cubicBezTo>
                      <a:pt x="58" y="10"/>
                      <a:pt x="58" y="10"/>
                      <a:pt x="58" y="10"/>
                    </a:cubicBezTo>
                    <a:cubicBezTo>
                      <a:pt x="58" y="10"/>
                      <a:pt x="58" y="10"/>
                      <a:pt x="58" y="10"/>
                    </a:cubicBezTo>
                    <a:cubicBezTo>
                      <a:pt x="55" y="10"/>
                      <a:pt x="52" y="10"/>
                      <a:pt x="49" y="11"/>
                    </a:cubicBezTo>
                    <a:cubicBezTo>
                      <a:pt x="46" y="11"/>
                      <a:pt x="43" y="12"/>
                      <a:pt x="40" y="13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4" y="80"/>
                      <a:pt x="7" y="80"/>
                      <a:pt x="10" y="82"/>
                    </a:cubicBezTo>
                    <a:cubicBezTo>
                      <a:pt x="15" y="84"/>
                      <a:pt x="17" y="89"/>
                      <a:pt x="15" y="96"/>
                    </a:cubicBezTo>
                    <a:cubicBezTo>
                      <a:pt x="18" y="101"/>
                      <a:pt x="18" y="101"/>
                      <a:pt x="18" y="101"/>
                    </a:cubicBezTo>
                    <a:cubicBezTo>
                      <a:pt x="23" y="102"/>
                      <a:pt x="23" y="102"/>
                      <a:pt x="23" y="102"/>
                    </a:cubicBezTo>
                    <a:cubicBezTo>
                      <a:pt x="36" y="102"/>
                      <a:pt x="36" y="102"/>
                      <a:pt x="36" y="102"/>
                    </a:cubicBezTo>
                    <a:cubicBezTo>
                      <a:pt x="42" y="100"/>
                      <a:pt x="42" y="100"/>
                      <a:pt x="42" y="100"/>
                    </a:cubicBezTo>
                    <a:cubicBezTo>
                      <a:pt x="39" y="94"/>
                      <a:pt x="39" y="94"/>
                      <a:pt x="39" y="94"/>
                    </a:cubicBezTo>
                    <a:cubicBezTo>
                      <a:pt x="40" y="92"/>
                      <a:pt x="40" y="92"/>
                      <a:pt x="40" y="92"/>
                    </a:cubicBezTo>
                    <a:cubicBezTo>
                      <a:pt x="46" y="98"/>
                      <a:pt x="46" y="98"/>
                      <a:pt x="46" y="98"/>
                    </a:cubicBezTo>
                    <a:cubicBezTo>
                      <a:pt x="48" y="98"/>
                      <a:pt x="48" y="98"/>
                      <a:pt x="48" y="98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53" y="87"/>
                      <a:pt x="53" y="87"/>
                      <a:pt x="53" y="87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68" y="76"/>
                      <a:pt x="68" y="76"/>
                      <a:pt x="68" y="76"/>
                    </a:cubicBezTo>
                    <a:cubicBezTo>
                      <a:pt x="72" y="78"/>
                      <a:pt x="72" y="78"/>
                      <a:pt x="72" y="78"/>
                    </a:cubicBezTo>
                    <a:cubicBezTo>
                      <a:pt x="84" y="58"/>
                      <a:pt x="84" y="58"/>
                      <a:pt x="84" y="58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14"/>
                      <a:pt x="96" y="14"/>
                      <a:pt x="96" y="14"/>
                    </a:cubicBezTo>
                    <a:lnTo>
                      <a:pt x="93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6" name="Google Shape;378;p50">
                <a:extLst>
                  <a:ext uri="{FF2B5EF4-FFF2-40B4-BE49-F238E27FC236}">
                    <a16:creationId xmlns:a16="http://schemas.microsoft.com/office/drawing/2014/main" id="{EDAD541D-71A0-47F4-9FDE-6A6646FB1104}"/>
                  </a:ext>
                </a:extLst>
              </p:cNvPr>
              <p:cNvSpPr/>
              <p:nvPr/>
            </p:nvSpPr>
            <p:spPr>
              <a:xfrm>
                <a:off x="5885275" y="3322758"/>
                <a:ext cx="254748" cy="258271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30" extrusionOk="0">
                    <a:moveTo>
                      <a:pt x="128" y="37"/>
                    </a:moveTo>
                    <a:cubicBezTo>
                      <a:pt x="127" y="33"/>
                      <a:pt x="126" y="30"/>
                      <a:pt x="125" y="26"/>
                    </a:cubicBezTo>
                    <a:cubicBezTo>
                      <a:pt x="124" y="20"/>
                      <a:pt x="124" y="14"/>
                      <a:pt x="124" y="7"/>
                    </a:cubicBezTo>
                    <a:cubicBezTo>
                      <a:pt x="115" y="11"/>
                      <a:pt x="115" y="11"/>
                      <a:pt x="115" y="11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56" y="35"/>
                      <a:pt x="56" y="35"/>
                      <a:pt x="56" y="35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2" y="39"/>
                      <a:pt x="50" y="40"/>
                      <a:pt x="48" y="42"/>
                    </a:cubicBezTo>
                    <a:cubicBezTo>
                      <a:pt x="45" y="44"/>
                      <a:pt x="41" y="46"/>
                      <a:pt x="37" y="49"/>
                    </a:cubicBezTo>
                    <a:cubicBezTo>
                      <a:pt x="38" y="77"/>
                      <a:pt x="38" y="77"/>
                      <a:pt x="38" y="77"/>
                    </a:cubicBezTo>
                    <a:cubicBezTo>
                      <a:pt x="31" y="89"/>
                      <a:pt x="31" y="89"/>
                      <a:pt x="31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27" y="89"/>
                      <a:pt x="24" y="90"/>
                      <a:pt x="21" y="91"/>
                    </a:cubicBezTo>
                    <a:cubicBezTo>
                      <a:pt x="16" y="92"/>
                      <a:pt x="10" y="92"/>
                      <a:pt x="5" y="94"/>
                    </a:cubicBezTo>
                    <a:cubicBezTo>
                      <a:pt x="4" y="94"/>
                      <a:pt x="3" y="94"/>
                      <a:pt x="2" y="94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9" y="121"/>
                      <a:pt x="9" y="121"/>
                      <a:pt x="9" y="121"/>
                    </a:cubicBezTo>
                    <a:cubicBezTo>
                      <a:pt x="15" y="123"/>
                      <a:pt x="15" y="123"/>
                      <a:pt x="15" y="123"/>
                    </a:cubicBezTo>
                    <a:cubicBezTo>
                      <a:pt x="16" y="129"/>
                      <a:pt x="16" y="129"/>
                      <a:pt x="16" y="129"/>
                    </a:cubicBezTo>
                    <a:cubicBezTo>
                      <a:pt x="23" y="125"/>
                      <a:pt x="23" y="125"/>
                      <a:pt x="23" y="125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35" y="115"/>
                      <a:pt x="35" y="115"/>
                      <a:pt x="35" y="115"/>
                    </a:cubicBezTo>
                    <a:cubicBezTo>
                      <a:pt x="47" y="110"/>
                      <a:pt x="47" y="110"/>
                      <a:pt x="47" y="110"/>
                    </a:cubicBezTo>
                    <a:cubicBezTo>
                      <a:pt x="58" y="112"/>
                      <a:pt x="58" y="112"/>
                      <a:pt x="58" y="112"/>
                    </a:cubicBezTo>
                    <a:cubicBezTo>
                      <a:pt x="64" y="123"/>
                      <a:pt x="64" y="123"/>
                      <a:pt x="64" y="123"/>
                    </a:cubicBezTo>
                    <a:cubicBezTo>
                      <a:pt x="64" y="123"/>
                      <a:pt x="64" y="123"/>
                      <a:pt x="64" y="123"/>
                    </a:cubicBezTo>
                    <a:cubicBezTo>
                      <a:pt x="67" y="122"/>
                      <a:pt x="70" y="121"/>
                      <a:pt x="73" y="121"/>
                    </a:cubicBezTo>
                    <a:cubicBezTo>
                      <a:pt x="76" y="120"/>
                      <a:pt x="79" y="120"/>
                      <a:pt x="82" y="120"/>
                    </a:cubicBezTo>
                    <a:cubicBezTo>
                      <a:pt x="82" y="120"/>
                      <a:pt x="82" y="120"/>
                      <a:pt x="82" y="120"/>
                    </a:cubicBezTo>
                    <a:cubicBezTo>
                      <a:pt x="89" y="115"/>
                      <a:pt x="89" y="115"/>
                      <a:pt x="89" y="115"/>
                    </a:cubicBezTo>
                    <a:cubicBezTo>
                      <a:pt x="100" y="114"/>
                      <a:pt x="100" y="114"/>
                      <a:pt x="100" y="114"/>
                    </a:cubicBezTo>
                    <a:cubicBezTo>
                      <a:pt x="105" y="117"/>
                      <a:pt x="105" y="117"/>
                      <a:pt x="105" y="117"/>
                    </a:cubicBezTo>
                    <a:cubicBezTo>
                      <a:pt x="117" y="115"/>
                      <a:pt x="117" y="115"/>
                      <a:pt x="117" y="115"/>
                    </a:cubicBezTo>
                    <a:cubicBezTo>
                      <a:pt x="118" y="109"/>
                      <a:pt x="120" y="104"/>
                      <a:pt x="122" y="98"/>
                    </a:cubicBezTo>
                    <a:cubicBezTo>
                      <a:pt x="122" y="95"/>
                      <a:pt x="124" y="92"/>
                      <a:pt x="125" y="89"/>
                    </a:cubicBezTo>
                    <a:cubicBezTo>
                      <a:pt x="127" y="47"/>
                      <a:pt x="127" y="47"/>
                      <a:pt x="127" y="47"/>
                    </a:cubicBezTo>
                    <a:lnTo>
                      <a:pt x="128" y="3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7" name="Google Shape;379;p50">
                <a:extLst>
                  <a:ext uri="{FF2B5EF4-FFF2-40B4-BE49-F238E27FC236}">
                    <a16:creationId xmlns:a16="http://schemas.microsoft.com/office/drawing/2014/main" id="{D439F564-BF5F-4B8D-932A-496400D3F7AC}"/>
                  </a:ext>
                </a:extLst>
              </p:cNvPr>
              <p:cNvSpPr/>
              <p:nvPr/>
            </p:nvSpPr>
            <p:spPr>
              <a:xfrm>
                <a:off x="6080153" y="4197356"/>
                <a:ext cx="238313" cy="277054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40" extrusionOk="0">
                    <a:moveTo>
                      <a:pt x="120" y="8"/>
                    </a:moveTo>
                    <a:cubicBezTo>
                      <a:pt x="119" y="8"/>
                      <a:pt x="118" y="8"/>
                      <a:pt x="117" y="8"/>
                    </a:cubicBezTo>
                    <a:cubicBezTo>
                      <a:pt x="112" y="8"/>
                      <a:pt x="106" y="8"/>
                      <a:pt x="100" y="8"/>
                    </a:cubicBezTo>
                    <a:cubicBezTo>
                      <a:pt x="100" y="8"/>
                      <a:pt x="100" y="8"/>
                      <a:pt x="100" y="8"/>
                    </a:cubicBezTo>
                    <a:cubicBezTo>
                      <a:pt x="97" y="9"/>
                      <a:pt x="95" y="10"/>
                      <a:pt x="93" y="11"/>
                    </a:cubicBezTo>
                    <a:cubicBezTo>
                      <a:pt x="91" y="11"/>
                      <a:pt x="91" y="11"/>
                      <a:pt x="91" y="11"/>
                    </a:cubicBezTo>
                    <a:cubicBezTo>
                      <a:pt x="87" y="12"/>
                      <a:pt x="84" y="14"/>
                      <a:pt x="81" y="14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55" y="3"/>
                      <a:pt x="55" y="3"/>
                      <a:pt x="55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1" y="3"/>
                      <a:pt x="34" y="2"/>
                      <a:pt x="27" y="2"/>
                    </a:cubicBezTo>
                    <a:cubicBezTo>
                      <a:pt x="24" y="2"/>
                      <a:pt x="21" y="1"/>
                      <a:pt x="19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8"/>
                      <a:pt x="1" y="11"/>
                      <a:pt x="2" y="13"/>
                    </a:cubicBezTo>
                    <a:cubicBezTo>
                      <a:pt x="3" y="14"/>
                      <a:pt x="3" y="15"/>
                      <a:pt x="4" y="16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8"/>
                      <a:pt x="21" y="68"/>
                      <a:pt x="21" y="68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34" y="119"/>
                      <a:pt x="34" y="119"/>
                      <a:pt x="34" y="119"/>
                    </a:cubicBezTo>
                    <a:cubicBezTo>
                      <a:pt x="39" y="126"/>
                      <a:pt x="39" y="126"/>
                      <a:pt x="39" y="126"/>
                    </a:cubicBezTo>
                    <a:cubicBezTo>
                      <a:pt x="45" y="129"/>
                      <a:pt x="45" y="129"/>
                      <a:pt x="45" y="129"/>
                    </a:cubicBezTo>
                    <a:cubicBezTo>
                      <a:pt x="47" y="133"/>
                      <a:pt x="47" y="133"/>
                      <a:pt x="47" y="133"/>
                    </a:cubicBezTo>
                    <a:cubicBezTo>
                      <a:pt x="51" y="130"/>
                      <a:pt x="51" y="130"/>
                      <a:pt x="51" y="130"/>
                    </a:cubicBezTo>
                    <a:cubicBezTo>
                      <a:pt x="59" y="140"/>
                      <a:pt x="59" y="140"/>
                      <a:pt x="59" y="140"/>
                    </a:cubicBezTo>
                    <a:cubicBezTo>
                      <a:pt x="71" y="137"/>
                      <a:pt x="71" y="137"/>
                      <a:pt x="71" y="137"/>
                    </a:cubicBezTo>
                    <a:cubicBezTo>
                      <a:pt x="71" y="90"/>
                      <a:pt x="71" y="90"/>
                      <a:pt x="71" y="90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83" y="57"/>
                      <a:pt x="83" y="57"/>
                      <a:pt x="83" y="57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100" y="15"/>
                      <a:pt x="100" y="15"/>
                      <a:pt x="100" y="15"/>
                    </a:cubicBezTo>
                    <a:cubicBezTo>
                      <a:pt x="102" y="20"/>
                      <a:pt x="102" y="20"/>
                      <a:pt x="102" y="20"/>
                    </a:cubicBezTo>
                    <a:cubicBezTo>
                      <a:pt x="120" y="11"/>
                      <a:pt x="120" y="11"/>
                      <a:pt x="120" y="11"/>
                    </a:cubicBezTo>
                    <a:lnTo>
                      <a:pt x="120" y="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8" name="Google Shape;380;p50">
                <a:extLst>
                  <a:ext uri="{FF2B5EF4-FFF2-40B4-BE49-F238E27FC236}">
                    <a16:creationId xmlns:a16="http://schemas.microsoft.com/office/drawing/2014/main" id="{7F85E553-E011-428E-A73A-7AD8FA640C11}"/>
                  </a:ext>
                </a:extLst>
              </p:cNvPr>
              <p:cNvSpPr/>
              <p:nvPr/>
            </p:nvSpPr>
            <p:spPr>
              <a:xfrm>
                <a:off x="6404165" y="4054133"/>
                <a:ext cx="204269" cy="365101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4" extrusionOk="0">
                    <a:moveTo>
                      <a:pt x="49" y="16"/>
                    </a:moveTo>
                    <a:cubicBezTo>
                      <a:pt x="45" y="22"/>
                      <a:pt x="45" y="22"/>
                      <a:pt x="45" y="22"/>
                    </a:cubicBezTo>
                    <a:cubicBezTo>
                      <a:pt x="47" y="29"/>
                      <a:pt x="50" y="37"/>
                      <a:pt x="52" y="43"/>
                    </a:cubicBezTo>
                    <a:cubicBezTo>
                      <a:pt x="52" y="47"/>
                      <a:pt x="52" y="47"/>
                      <a:pt x="52" y="47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4" y="44"/>
                      <a:pt x="44" y="44"/>
                      <a:pt x="44" y="44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34" y="67"/>
                      <a:pt x="34" y="67"/>
                      <a:pt x="34" y="67"/>
                    </a:cubicBezTo>
                    <a:cubicBezTo>
                      <a:pt x="33" y="53"/>
                      <a:pt x="33" y="53"/>
                      <a:pt x="33" y="53"/>
                    </a:cubicBezTo>
                    <a:cubicBezTo>
                      <a:pt x="29" y="54"/>
                      <a:pt x="29" y="54"/>
                      <a:pt x="29" y="54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5"/>
                      <a:pt x="1" y="60"/>
                      <a:pt x="2" y="66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1" y="105"/>
                      <a:pt x="21" y="105"/>
                      <a:pt x="21" y="105"/>
                    </a:cubicBezTo>
                    <a:cubicBezTo>
                      <a:pt x="17" y="115"/>
                      <a:pt x="14" y="124"/>
                      <a:pt x="11" y="134"/>
                    </a:cubicBezTo>
                    <a:cubicBezTo>
                      <a:pt x="14" y="151"/>
                      <a:pt x="14" y="151"/>
                      <a:pt x="14" y="151"/>
                    </a:cubicBezTo>
                    <a:cubicBezTo>
                      <a:pt x="15" y="157"/>
                      <a:pt x="16" y="163"/>
                      <a:pt x="17" y="169"/>
                    </a:cubicBezTo>
                    <a:cubicBezTo>
                      <a:pt x="17" y="172"/>
                      <a:pt x="18" y="176"/>
                      <a:pt x="19" y="178"/>
                    </a:cubicBezTo>
                    <a:cubicBezTo>
                      <a:pt x="20" y="182"/>
                      <a:pt x="20" y="182"/>
                      <a:pt x="20" y="182"/>
                    </a:cubicBezTo>
                    <a:cubicBezTo>
                      <a:pt x="31" y="184"/>
                      <a:pt x="31" y="184"/>
                      <a:pt x="31" y="184"/>
                    </a:cubicBezTo>
                    <a:cubicBezTo>
                      <a:pt x="32" y="179"/>
                      <a:pt x="34" y="173"/>
                      <a:pt x="35" y="167"/>
                    </a:cubicBezTo>
                    <a:cubicBezTo>
                      <a:pt x="32" y="167"/>
                      <a:pt x="32" y="167"/>
                      <a:pt x="32" y="167"/>
                    </a:cubicBezTo>
                    <a:cubicBezTo>
                      <a:pt x="32" y="163"/>
                      <a:pt x="32" y="163"/>
                      <a:pt x="32" y="163"/>
                    </a:cubicBezTo>
                    <a:cubicBezTo>
                      <a:pt x="39" y="156"/>
                      <a:pt x="45" y="149"/>
                      <a:pt x="50" y="140"/>
                    </a:cubicBezTo>
                    <a:cubicBezTo>
                      <a:pt x="52" y="136"/>
                      <a:pt x="54" y="132"/>
                      <a:pt x="54" y="127"/>
                    </a:cubicBezTo>
                    <a:cubicBezTo>
                      <a:pt x="52" y="125"/>
                      <a:pt x="52" y="125"/>
                      <a:pt x="52" y="125"/>
                    </a:cubicBezTo>
                    <a:cubicBezTo>
                      <a:pt x="50" y="127"/>
                      <a:pt x="50" y="127"/>
                      <a:pt x="50" y="127"/>
                    </a:cubicBezTo>
                    <a:cubicBezTo>
                      <a:pt x="50" y="123"/>
                      <a:pt x="50" y="119"/>
                      <a:pt x="49" y="115"/>
                    </a:cubicBezTo>
                    <a:cubicBezTo>
                      <a:pt x="47" y="113"/>
                      <a:pt x="45" y="110"/>
                      <a:pt x="44" y="108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63" y="95"/>
                      <a:pt x="63" y="95"/>
                      <a:pt x="63" y="95"/>
                    </a:cubicBezTo>
                    <a:cubicBezTo>
                      <a:pt x="69" y="89"/>
                      <a:pt x="75" y="83"/>
                      <a:pt x="81" y="76"/>
                    </a:cubicBezTo>
                    <a:cubicBezTo>
                      <a:pt x="87" y="70"/>
                      <a:pt x="93" y="63"/>
                      <a:pt x="96" y="55"/>
                    </a:cubicBezTo>
                    <a:cubicBezTo>
                      <a:pt x="99" y="50"/>
                      <a:pt x="101" y="45"/>
                      <a:pt x="103" y="39"/>
                    </a:cubicBezTo>
                    <a:cubicBezTo>
                      <a:pt x="99" y="35"/>
                      <a:pt x="99" y="35"/>
                      <a:pt x="99" y="35"/>
                    </a:cubicBezTo>
                    <a:cubicBezTo>
                      <a:pt x="99" y="26"/>
                      <a:pt x="98" y="16"/>
                      <a:pt x="97" y="8"/>
                    </a:cubicBezTo>
                    <a:cubicBezTo>
                      <a:pt x="97" y="5"/>
                      <a:pt x="96" y="3"/>
                      <a:pt x="96" y="0"/>
                    </a:cubicBezTo>
                    <a:cubicBezTo>
                      <a:pt x="65" y="14"/>
                      <a:pt x="65" y="14"/>
                      <a:pt x="65" y="14"/>
                    </a:cubicBezTo>
                    <a:cubicBezTo>
                      <a:pt x="48" y="16"/>
                      <a:pt x="48" y="16"/>
                      <a:pt x="48" y="16"/>
                    </a:cubicBezTo>
                    <a:lnTo>
                      <a:pt x="49" y="1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19" name="Google Shape;381;p50">
                <a:extLst>
                  <a:ext uri="{FF2B5EF4-FFF2-40B4-BE49-F238E27FC236}">
                    <a16:creationId xmlns:a16="http://schemas.microsoft.com/office/drawing/2014/main" id="{52BEB167-05F8-467F-B65B-80E5C1C62C6E}"/>
                  </a:ext>
                </a:extLst>
              </p:cNvPr>
              <p:cNvSpPr/>
              <p:nvPr/>
            </p:nvSpPr>
            <p:spPr>
              <a:xfrm>
                <a:off x="5568307" y="3239406"/>
                <a:ext cx="231269" cy="288794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45" extrusionOk="0">
                    <a:moveTo>
                      <a:pt x="82" y="0"/>
                    </a:moveTo>
                    <a:cubicBezTo>
                      <a:pt x="82" y="12"/>
                      <a:pt x="82" y="12"/>
                      <a:pt x="82" y="12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49" y="46"/>
                      <a:pt x="49" y="46"/>
                      <a:pt x="49" y="46"/>
                    </a:cubicBezTo>
                    <a:cubicBezTo>
                      <a:pt x="43" y="52"/>
                      <a:pt x="43" y="52"/>
                      <a:pt x="43" y="52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2" y="68"/>
                      <a:pt x="2" y="68"/>
                      <a:pt x="2" y="6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3" y="78"/>
                      <a:pt x="3" y="78"/>
                      <a:pt x="3" y="78"/>
                    </a:cubicBezTo>
                    <a:cubicBezTo>
                      <a:pt x="4" y="73"/>
                      <a:pt x="4" y="73"/>
                      <a:pt x="4" y="73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10" y="79"/>
                      <a:pt x="10" y="79"/>
                      <a:pt x="10" y="79"/>
                    </a:cubicBezTo>
                    <a:cubicBezTo>
                      <a:pt x="10" y="83"/>
                      <a:pt x="10" y="83"/>
                      <a:pt x="10" y="83"/>
                    </a:cubicBezTo>
                    <a:cubicBezTo>
                      <a:pt x="11" y="88"/>
                      <a:pt x="11" y="88"/>
                      <a:pt x="11" y="88"/>
                    </a:cubicBezTo>
                    <a:cubicBezTo>
                      <a:pt x="8" y="93"/>
                      <a:pt x="8" y="93"/>
                      <a:pt x="8" y="93"/>
                    </a:cubicBezTo>
                    <a:cubicBezTo>
                      <a:pt x="15" y="98"/>
                      <a:pt x="16" y="106"/>
                      <a:pt x="9" y="119"/>
                    </a:cubicBezTo>
                    <a:cubicBezTo>
                      <a:pt x="7" y="123"/>
                      <a:pt x="7" y="123"/>
                      <a:pt x="7" y="123"/>
                    </a:cubicBezTo>
                    <a:cubicBezTo>
                      <a:pt x="8" y="123"/>
                      <a:pt x="8" y="123"/>
                      <a:pt x="8" y="123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32" y="123"/>
                      <a:pt x="32" y="123"/>
                      <a:pt x="32" y="123"/>
                    </a:cubicBezTo>
                    <a:cubicBezTo>
                      <a:pt x="34" y="123"/>
                      <a:pt x="34" y="123"/>
                      <a:pt x="34" y="123"/>
                    </a:cubicBezTo>
                    <a:cubicBezTo>
                      <a:pt x="55" y="145"/>
                      <a:pt x="55" y="145"/>
                      <a:pt x="55" y="145"/>
                    </a:cubicBezTo>
                    <a:cubicBezTo>
                      <a:pt x="60" y="141"/>
                      <a:pt x="60" y="141"/>
                      <a:pt x="60" y="141"/>
                    </a:cubicBezTo>
                    <a:cubicBezTo>
                      <a:pt x="60" y="140"/>
                      <a:pt x="60" y="140"/>
                      <a:pt x="60" y="140"/>
                    </a:cubicBezTo>
                    <a:cubicBezTo>
                      <a:pt x="61" y="128"/>
                      <a:pt x="61" y="128"/>
                      <a:pt x="61" y="128"/>
                    </a:cubicBezTo>
                    <a:cubicBezTo>
                      <a:pt x="64" y="124"/>
                      <a:pt x="64" y="124"/>
                      <a:pt x="64" y="124"/>
                    </a:cubicBezTo>
                    <a:cubicBezTo>
                      <a:pt x="68" y="132"/>
                      <a:pt x="68" y="132"/>
                      <a:pt x="68" y="132"/>
                    </a:cubicBezTo>
                    <a:cubicBezTo>
                      <a:pt x="73" y="128"/>
                      <a:pt x="73" y="128"/>
                      <a:pt x="73" y="128"/>
                    </a:cubicBezTo>
                    <a:cubicBezTo>
                      <a:pt x="102" y="128"/>
                      <a:pt x="102" y="128"/>
                      <a:pt x="102" y="128"/>
                    </a:cubicBezTo>
                    <a:cubicBezTo>
                      <a:pt x="105" y="118"/>
                      <a:pt x="105" y="118"/>
                      <a:pt x="105" y="118"/>
                    </a:cubicBezTo>
                    <a:cubicBezTo>
                      <a:pt x="103" y="115"/>
                      <a:pt x="103" y="115"/>
                      <a:pt x="103" y="115"/>
                    </a:cubicBezTo>
                    <a:cubicBezTo>
                      <a:pt x="103" y="30"/>
                      <a:pt x="103" y="30"/>
                      <a:pt x="103" y="30"/>
                    </a:cubicBezTo>
                    <a:cubicBezTo>
                      <a:pt x="117" y="30"/>
                      <a:pt x="117" y="30"/>
                      <a:pt x="117" y="30"/>
                    </a:cubicBezTo>
                    <a:cubicBezTo>
                      <a:pt x="114" y="27"/>
                      <a:pt x="114" y="27"/>
                      <a:pt x="114" y="27"/>
                    </a:cubicBezTo>
                    <a:lnTo>
                      <a:pt x="82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0" name="Google Shape;382;p50">
                <a:extLst>
                  <a:ext uri="{FF2B5EF4-FFF2-40B4-BE49-F238E27FC236}">
                    <a16:creationId xmlns:a16="http://schemas.microsoft.com/office/drawing/2014/main" id="{8C9468E6-D152-4612-82DF-3C63A56A4E54}"/>
                  </a:ext>
                </a:extLst>
              </p:cNvPr>
              <p:cNvSpPr/>
              <p:nvPr/>
            </p:nvSpPr>
            <p:spPr>
              <a:xfrm>
                <a:off x="5677485" y="3299278"/>
                <a:ext cx="284098" cy="306403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54" extrusionOk="0">
                    <a:moveTo>
                      <a:pt x="62" y="0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48" y="85"/>
                      <a:pt x="48" y="85"/>
                      <a:pt x="48" y="85"/>
                    </a:cubicBezTo>
                    <a:cubicBezTo>
                      <a:pt x="50" y="88"/>
                      <a:pt x="50" y="88"/>
                      <a:pt x="50" y="88"/>
                    </a:cubicBezTo>
                    <a:cubicBezTo>
                      <a:pt x="47" y="98"/>
                      <a:pt x="47" y="98"/>
                      <a:pt x="47" y="98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3" y="102"/>
                      <a:pt x="13" y="102"/>
                      <a:pt x="13" y="102"/>
                    </a:cubicBezTo>
                    <a:cubicBezTo>
                      <a:pt x="9" y="94"/>
                      <a:pt x="9" y="94"/>
                      <a:pt x="9" y="94"/>
                    </a:cubicBezTo>
                    <a:cubicBezTo>
                      <a:pt x="8" y="96"/>
                      <a:pt x="7" y="97"/>
                      <a:pt x="7" y="99"/>
                    </a:cubicBezTo>
                    <a:cubicBezTo>
                      <a:pt x="6" y="102"/>
                      <a:pt x="5" y="106"/>
                      <a:pt x="5" y="110"/>
                    </a:cubicBezTo>
                    <a:cubicBezTo>
                      <a:pt x="5" y="111"/>
                      <a:pt x="5" y="111"/>
                      <a:pt x="5" y="111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4" y="126"/>
                      <a:pt x="4" y="126"/>
                      <a:pt x="4" y="126"/>
                    </a:cubicBezTo>
                    <a:cubicBezTo>
                      <a:pt x="5" y="136"/>
                      <a:pt x="5" y="136"/>
                      <a:pt x="5" y="136"/>
                    </a:cubicBezTo>
                    <a:cubicBezTo>
                      <a:pt x="5" y="139"/>
                      <a:pt x="5" y="139"/>
                      <a:pt x="5" y="139"/>
                    </a:cubicBezTo>
                    <a:cubicBezTo>
                      <a:pt x="11" y="141"/>
                      <a:pt x="11" y="141"/>
                      <a:pt x="11" y="141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25" y="142"/>
                      <a:pt x="25" y="142"/>
                      <a:pt x="25" y="142"/>
                    </a:cubicBezTo>
                    <a:cubicBezTo>
                      <a:pt x="23" y="150"/>
                      <a:pt x="23" y="150"/>
                      <a:pt x="23" y="150"/>
                    </a:cubicBezTo>
                    <a:cubicBezTo>
                      <a:pt x="30" y="154"/>
                      <a:pt x="30" y="154"/>
                      <a:pt x="30" y="154"/>
                    </a:cubicBezTo>
                    <a:cubicBezTo>
                      <a:pt x="48" y="152"/>
                      <a:pt x="48" y="152"/>
                      <a:pt x="48" y="152"/>
                    </a:cubicBezTo>
                    <a:cubicBezTo>
                      <a:pt x="48" y="149"/>
                      <a:pt x="49" y="146"/>
                      <a:pt x="51" y="144"/>
                    </a:cubicBezTo>
                    <a:cubicBezTo>
                      <a:pt x="55" y="136"/>
                      <a:pt x="59" y="129"/>
                      <a:pt x="65" y="122"/>
                    </a:cubicBezTo>
                    <a:cubicBezTo>
                      <a:pt x="69" y="126"/>
                      <a:pt x="69" y="126"/>
                      <a:pt x="69" y="126"/>
                    </a:cubicBezTo>
                    <a:cubicBezTo>
                      <a:pt x="97" y="104"/>
                      <a:pt x="97" y="104"/>
                      <a:pt x="97" y="104"/>
                    </a:cubicBezTo>
                    <a:cubicBezTo>
                      <a:pt x="100" y="104"/>
                      <a:pt x="100" y="104"/>
                      <a:pt x="100" y="104"/>
                    </a:cubicBezTo>
                    <a:cubicBezTo>
                      <a:pt x="102" y="105"/>
                      <a:pt x="105" y="105"/>
                      <a:pt x="107" y="106"/>
                    </a:cubicBezTo>
                    <a:cubicBezTo>
                      <a:pt x="110" y="106"/>
                      <a:pt x="110" y="106"/>
                      <a:pt x="110" y="106"/>
                    </a:cubicBezTo>
                    <a:cubicBezTo>
                      <a:pt x="115" y="104"/>
                      <a:pt x="121" y="104"/>
                      <a:pt x="126" y="103"/>
                    </a:cubicBezTo>
                    <a:cubicBezTo>
                      <a:pt x="129" y="102"/>
                      <a:pt x="132" y="101"/>
                      <a:pt x="135" y="101"/>
                    </a:cubicBezTo>
                    <a:cubicBezTo>
                      <a:pt x="136" y="101"/>
                      <a:pt x="136" y="101"/>
                      <a:pt x="136" y="101"/>
                    </a:cubicBezTo>
                    <a:cubicBezTo>
                      <a:pt x="143" y="89"/>
                      <a:pt x="143" y="89"/>
                      <a:pt x="143" y="89"/>
                    </a:cubicBezTo>
                    <a:cubicBezTo>
                      <a:pt x="142" y="61"/>
                      <a:pt x="142" y="61"/>
                      <a:pt x="142" y="61"/>
                    </a:cubicBezTo>
                    <a:cubicBezTo>
                      <a:pt x="135" y="62"/>
                      <a:pt x="135" y="62"/>
                      <a:pt x="135" y="62"/>
                    </a:cubicBezTo>
                    <a:cubicBezTo>
                      <a:pt x="134" y="59"/>
                      <a:pt x="134" y="59"/>
                      <a:pt x="134" y="59"/>
                    </a:cubicBezTo>
                    <a:cubicBezTo>
                      <a:pt x="135" y="52"/>
                      <a:pt x="135" y="52"/>
                      <a:pt x="135" y="52"/>
                    </a:cubicBezTo>
                    <a:cubicBezTo>
                      <a:pt x="129" y="52"/>
                      <a:pt x="129" y="52"/>
                      <a:pt x="129" y="52"/>
                    </a:cubicBezTo>
                    <a:cubicBezTo>
                      <a:pt x="66" y="2"/>
                      <a:pt x="66" y="2"/>
                      <a:pt x="66" y="2"/>
                    </a:cubicBezTo>
                    <a:lnTo>
                      <a:pt x="62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1" name="Google Shape;383;p50">
                <a:extLst>
                  <a:ext uri="{FF2B5EF4-FFF2-40B4-BE49-F238E27FC236}">
                    <a16:creationId xmlns:a16="http://schemas.microsoft.com/office/drawing/2014/main" id="{D131033D-557F-4C1A-9F02-039DB6C9866A}"/>
                  </a:ext>
                </a:extLst>
              </p:cNvPr>
              <p:cNvSpPr/>
              <p:nvPr/>
            </p:nvSpPr>
            <p:spPr>
              <a:xfrm>
                <a:off x="6439384" y="4042393"/>
                <a:ext cx="51654" cy="154962"/>
              </a:xfrm>
              <a:custGeom>
                <a:avLst/>
                <a:gdLst/>
                <a:ahLst/>
                <a:cxnLst/>
                <a:rect l="l" t="t" r="r" b="b"/>
                <a:pathLst>
                  <a:path w="26" h="78" extrusionOk="0">
                    <a:moveTo>
                      <a:pt x="14" y="8"/>
                    </a:moveTo>
                    <a:cubicBezTo>
                      <a:pt x="15" y="3"/>
                      <a:pt x="15" y="3"/>
                      <a:pt x="15" y="3"/>
                    </a:cubicBezTo>
                    <a:cubicBezTo>
                      <a:pt x="15" y="2"/>
                      <a:pt x="14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5" y="59"/>
                      <a:pt x="15" y="59"/>
                      <a:pt x="15" y="59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3" y="48"/>
                      <a:pt x="23" y="48"/>
                      <a:pt x="23" y="48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19" y="22"/>
                      <a:pt x="17" y="15"/>
                      <a:pt x="14" y="8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2" name="Google Shape;384;p50">
                <a:extLst>
                  <a:ext uri="{FF2B5EF4-FFF2-40B4-BE49-F238E27FC236}">
                    <a16:creationId xmlns:a16="http://schemas.microsoft.com/office/drawing/2014/main" id="{093B3932-23EB-4ED5-8387-E76FB59D2FA4}"/>
                  </a:ext>
                </a:extLst>
              </p:cNvPr>
              <p:cNvSpPr/>
              <p:nvPr/>
            </p:nvSpPr>
            <p:spPr>
              <a:xfrm>
                <a:off x="6439384" y="4042393"/>
                <a:ext cx="51654" cy="154962"/>
              </a:xfrm>
              <a:custGeom>
                <a:avLst/>
                <a:gdLst/>
                <a:ahLst/>
                <a:cxnLst/>
                <a:rect l="l" t="t" r="r" b="b"/>
                <a:pathLst>
                  <a:path w="26" h="78" extrusionOk="0">
                    <a:moveTo>
                      <a:pt x="14" y="8"/>
                    </a:moveTo>
                    <a:cubicBezTo>
                      <a:pt x="15" y="3"/>
                      <a:pt x="15" y="3"/>
                      <a:pt x="15" y="3"/>
                    </a:cubicBezTo>
                    <a:cubicBezTo>
                      <a:pt x="15" y="2"/>
                      <a:pt x="14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5" y="59"/>
                      <a:pt x="15" y="59"/>
                      <a:pt x="15" y="59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3" y="48"/>
                      <a:pt x="23" y="48"/>
                      <a:pt x="23" y="48"/>
                    </a:cubicBezTo>
                    <a:cubicBezTo>
                      <a:pt x="23" y="45"/>
                      <a:pt x="23" y="45"/>
                      <a:pt x="23" y="45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19" y="22"/>
                      <a:pt x="17" y="15"/>
                      <a:pt x="14" y="8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3" name="Google Shape;385;p50">
                <a:extLst>
                  <a:ext uri="{FF2B5EF4-FFF2-40B4-BE49-F238E27FC236}">
                    <a16:creationId xmlns:a16="http://schemas.microsoft.com/office/drawing/2014/main" id="{076BD90F-4DCE-439D-9D96-EDEBC212FB0C}"/>
                  </a:ext>
                </a:extLst>
              </p:cNvPr>
              <p:cNvSpPr/>
              <p:nvPr/>
            </p:nvSpPr>
            <p:spPr>
              <a:xfrm>
                <a:off x="6637782" y="4091699"/>
                <a:ext cx="137353" cy="293489"/>
              </a:xfrm>
              <a:custGeom>
                <a:avLst/>
                <a:gdLst/>
                <a:ahLst/>
                <a:cxnLst/>
                <a:rect l="l" t="t" r="r" b="b"/>
                <a:pathLst>
                  <a:path w="69" h="148" extrusionOk="0">
                    <a:moveTo>
                      <a:pt x="64" y="47"/>
                    </a:moveTo>
                    <a:cubicBezTo>
                      <a:pt x="69" y="41"/>
                      <a:pt x="69" y="41"/>
                      <a:pt x="69" y="41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6" y="6"/>
                      <a:pt x="56" y="6"/>
                      <a:pt x="56" y="6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9" y="9"/>
                      <a:pt x="49" y="9"/>
                      <a:pt x="49" y="9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5" y="20"/>
                      <a:pt x="45" y="20"/>
                      <a:pt x="45" y="20"/>
                    </a:cubicBezTo>
                    <a:cubicBezTo>
                      <a:pt x="42" y="17"/>
                      <a:pt x="42" y="17"/>
                      <a:pt x="42" y="17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39" y="35"/>
                      <a:pt x="32" y="44"/>
                      <a:pt x="19" y="49"/>
                    </a:cubicBezTo>
                    <a:cubicBezTo>
                      <a:pt x="10" y="51"/>
                      <a:pt x="10" y="51"/>
                      <a:pt x="10" y="51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7" y="68"/>
                      <a:pt x="7" y="68"/>
                      <a:pt x="7" y="68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7" y="99"/>
                      <a:pt x="7" y="99"/>
                      <a:pt x="7" y="99"/>
                    </a:cubicBezTo>
                    <a:cubicBezTo>
                      <a:pt x="1" y="108"/>
                      <a:pt x="1" y="108"/>
                      <a:pt x="1" y="108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3" y="125"/>
                      <a:pt x="3" y="125"/>
                      <a:pt x="3" y="125"/>
                    </a:cubicBezTo>
                    <a:cubicBezTo>
                      <a:pt x="4" y="133"/>
                      <a:pt x="4" y="133"/>
                      <a:pt x="4" y="133"/>
                    </a:cubicBezTo>
                    <a:cubicBezTo>
                      <a:pt x="12" y="147"/>
                      <a:pt x="12" y="147"/>
                      <a:pt x="12" y="147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24" y="144"/>
                      <a:pt x="24" y="144"/>
                      <a:pt x="24" y="144"/>
                    </a:cubicBezTo>
                    <a:cubicBezTo>
                      <a:pt x="33" y="143"/>
                      <a:pt x="33" y="143"/>
                      <a:pt x="33" y="143"/>
                    </a:cubicBezTo>
                    <a:cubicBezTo>
                      <a:pt x="38" y="136"/>
                      <a:pt x="38" y="136"/>
                      <a:pt x="38" y="136"/>
                    </a:cubicBezTo>
                    <a:cubicBezTo>
                      <a:pt x="44" y="119"/>
                      <a:pt x="44" y="119"/>
                      <a:pt x="44" y="119"/>
                    </a:cubicBezTo>
                    <a:cubicBezTo>
                      <a:pt x="51" y="87"/>
                      <a:pt x="51" y="87"/>
                      <a:pt x="51" y="87"/>
                    </a:cubicBezTo>
                    <a:cubicBezTo>
                      <a:pt x="59" y="64"/>
                      <a:pt x="59" y="64"/>
                      <a:pt x="59" y="64"/>
                    </a:cubicBezTo>
                    <a:cubicBezTo>
                      <a:pt x="59" y="58"/>
                      <a:pt x="59" y="58"/>
                      <a:pt x="59" y="58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61" y="40"/>
                      <a:pt x="61" y="40"/>
                      <a:pt x="61" y="40"/>
                    </a:cubicBezTo>
                    <a:lnTo>
                      <a:pt x="64" y="4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4" name="Google Shape;386;p50">
                <a:extLst>
                  <a:ext uri="{FF2B5EF4-FFF2-40B4-BE49-F238E27FC236}">
                    <a16:creationId xmlns:a16="http://schemas.microsoft.com/office/drawing/2014/main" id="{76AB7C8A-E777-4CFF-95C5-A6A8DD12AD40}"/>
                  </a:ext>
                </a:extLst>
              </p:cNvPr>
              <p:cNvSpPr/>
              <p:nvPr/>
            </p:nvSpPr>
            <p:spPr>
              <a:xfrm>
                <a:off x="6042586" y="3098531"/>
                <a:ext cx="279401" cy="33810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70" extrusionOk="0">
                    <a:moveTo>
                      <a:pt x="3" y="83"/>
                    </a:moveTo>
                    <a:cubicBezTo>
                      <a:pt x="11" y="103"/>
                      <a:pt x="11" y="103"/>
                      <a:pt x="11" y="103"/>
                    </a:cubicBezTo>
                    <a:cubicBezTo>
                      <a:pt x="21" y="113"/>
                      <a:pt x="21" y="113"/>
                      <a:pt x="21" y="113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58" y="114"/>
                      <a:pt x="58" y="114"/>
                      <a:pt x="58" y="114"/>
                    </a:cubicBezTo>
                    <a:cubicBezTo>
                      <a:pt x="127" y="170"/>
                      <a:pt x="127" y="170"/>
                      <a:pt x="127" y="170"/>
                    </a:cubicBezTo>
                    <a:cubicBezTo>
                      <a:pt x="127" y="167"/>
                      <a:pt x="127" y="166"/>
                      <a:pt x="128" y="164"/>
                    </a:cubicBezTo>
                    <a:cubicBezTo>
                      <a:pt x="128" y="158"/>
                      <a:pt x="128" y="158"/>
                      <a:pt x="128" y="158"/>
                    </a:cubicBezTo>
                    <a:cubicBezTo>
                      <a:pt x="136" y="158"/>
                      <a:pt x="136" y="158"/>
                      <a:pt x="136" y="158"/>
                    </a:cubicBezTo>
                    <a:cubicBezTo>
                      <a:pt x="136" y="131"/>
                      <a:pt x="136" y="131"/>
                      <a:pt x="136" y="131"/>
                    </a:cubicBezTo>
                    <a:cubicBezTo>
                      <a:pt x="136" y="48"/>
                      <a:pt x="136" y="48"/>
                      <a:pt x="136" y="48"/>
                    </a:cubicBezTo>
                    <a:cubicBezTo>
                      <a:pt x="135" y="43"/>
                      <a:pt x="135" y="43"/>
                      <a:pt x="135" y="43"/>
                    </a:cubicBezTo>
                    <a:cubicBezTo>
                      <a:pt x="139" y="36"/>
                      <a:pt x="139" y="36"/>
                      <a:pt x="139" y="36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41" y="18"/>
                      <a:pt x="141" y="18"/>
                      <a:pt x="141" y="18"/>
                    </a:cubicBezTo>
                    <a:cubicBezTo>
                      <a:pt x="131" y="19"/>
                      <a:pt x="131" y="19"/>
                      <a:pt x="131" y="19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4" y="13"/>
                      <a:pt x="124" y="13"/>
                      <a:pt x="124" y="13"/>
                    </a:cubicBezTo>
                    <a:cubicBezTo>
                      <a:pt x="116" y="9"/>
                      <a:pt x="116" y="9"/>
                      <a:pt x="116" y="9"/>
                    </a:cubicBezTo>
                    <a:cubicBezTo>
                      <a:pt x="105" y="12"/>
                      <a:pt x="100" y="14"/>
                      <a:pt x="99" y="14"/>
                    </a:cubicBezTo>
                    <a:cubicBezTo>
                      <a:pt x="99" y="14"/>
                      <a:pt x="98" y="16"/>
                      <a:pt x="96" y="20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55" y="21"/>
                      <a:pt x="55" y="21"/>
                      <a:pt x="55" y="21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28" y="6"/>
                      <a:pt x="23" y="4"/>
                      <a:pt x="18" y="0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" y="37"/>
                      <a:pt x="1" y="38"/>
                      <a:pt x="1" y="39"/>
                    </a:cubicBezTo>
                    <a:cubicBezTo>
                      <a:pt x="2" y="43"/>
                      <a:pt x="2" y="43"/>
                      <a:pt x="2" y="43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5" name="Google Shape;387;p50">
                <a:extLst>
                  <a:ext uri="{FF2B5EF4-FFF2-40B4-BE49-F238E27FC236}">
                    <a16:creationId xmlns:a16="http://schemas.microsoft.com/office/drawing/2014/main" id="{72939337-8E78-4320-ADEF-017D4FE450AB}"/>
                  </a:ext>
                </a:extLst>
              </p:cNvPr>
              <p:cNvSpPr/>
              <p:nvPr/>
            </p:nvSpPr>
            <p:spPr>
              <a:xfrm>
                <a:off x="6042586" y="3098531"/>
                <a:ext cx="279401" cy="33810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70" extrusionOk="0">
                    <a:moveTo>
                      <a:pt x="3" y="83"/>
                    </a:moveTo>
                    <a:cubicBezTo>
                      <a:pt x="11" y="103"/>
                      <a:pt x="11" y="103"/>
                      <a:pt x="11" y="103"/>
                    </a:cubicBezTo>
                    <a:cubicBezTo>
                      <a:pt x="21" y="113"/>
                      <a:pt x="21" y="113"/>
                      <a:pt x="21" y="113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58" y="114"/>
                      <a:pt x="58" y="114"/>
                      <a:pt x="58" y="114"/>
                    </a:cubicBezTo>
                    <a:cubicBezTo>
                      <a:pt x="127" y="170"/>
                      <a:pt x="127" y="170"/>
                      <a:pt x="127" y="170"/>
                    </a:cubicBezTo>
                    <a:cubicBezTo>
                      <a:pt x="127" y="167"/>
                      <a:pt x="127" y="166"/>
                      <a:pt x="128" y="164"/>
                    </a:cubicBezTo>
                    <a:cubicBezTo>
                      <a:pt x="128" y="158"/>
                      <a:pt x="128" y="158"/>
                      <a:pt x="128" y="158"/>
                    </a:cubicBezTo>
                    <a:cubicBezTo>
                      <a:pt x="136" y="158"/>
                      <a:pt x="136" y="158"/>
                      <a:pt x="136" y="158"/>
                    </a:cubicBezTo>
                    <a:cubicBezTo>
                      <a:pt x="136" y="131"/>
                      <a:pt x="136" y="131"/>
                      <a:pt x="136" y="131"/>
                    </a:cubicBezTo>
                    <a:cubicBezTo>
                      <a:pt x="136" y="48"/>
                      <a:pt x="136" y="48"/>
                      <a:pt x="136" y="48"/>
                    </a:cubicBezTo>
                    <a:cubicBezTo>
                      <a:pt x="135" y="43"/>
                      <a:pt x="135" y="43"/>
                      <a:pt x="135" y="43"/>
                    </a:cubicBezTo>
                    <a:cubicBezTo>
                      <a:pt x="139" y="36"/>
                      <a:pt x="139" y="36"/>
                      <a:pt x="139" y="36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41" y="18"/>
                      <a:pt x="141" y="18"/>
                      <a:pt x="141" y="18"/>
                    </a:cubicBezTo>
                    <a:cubicBezTo>
                      <a:pt x="131" y="19"/>
                      <a:pt x="131" y="19"/>
                      <a:pt x="131" y="19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4" y="13"/>
                      <a:pt x="124" y="13"/>
                      <a:pt x="124" y="13"/>
                    </a:cubicBezTo>
                    <a:cubicBezTo>
                      <a:pt x="116" y="9"/>
                      <a:pt x="116" y="9"/>
                      <a:pt x="116" y="9"/>
                    </a:cubicBezTo>
                    <a:cubicBezTo>
                      <a:pt x="105" y="12"/>
                      <a:pt x="100" y="14"/>
                      <a:pt x="99" y="14"/>
                    </a:cubicBezTo>
                    <a:cubicBezTo>
                      <a:pt x="99" y="14"/>
                      <a:pt x="98" y="16"/>
                      <a:pt x="96" y="20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55" y="21"/>
                      <a:pt x="55" y="21"/>
                      <a:pt x="55" y="21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28" y="6"/>
                      <a:pt x="23" y="4"/>
                      <a:pt x="18" y="0"/>
                    </a:cubicBezTo>
                    <a:cubicBezTo>
                      <a:pt x="17" y="9"/>
                      <a:pt x="17" y="9"/>
                      <a:pt x="17" y="9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" y="37"/>
                      <a:pt x="1" y="38"/>
                      <a:pt x="1" y="39"/>
                    </a:cubicBezTo>
                    <a:cubicBezTo>
                      <a:pt x="2" y="43"/>
                      <a:pt x="2" y="43"/>
                      <a:pt x="2" y="43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6" name="Google Shape;388;p50">
                <a:extLst>
                  <a:ext uri="{FF2B5EF4-FFF2-40B4-BE49-F238E27FC236}">
                    <a16:creationId xmlns:a16="http://schemas.microsoft.com/office/drawing/2014/main" id="{4C76785C-FAD6-4500-A8DA-7F6FC7B81622}"/>
                  </a:ext>
                </a:extLst>
              </p:cNvPr>
              <p:cNvSpPr/>
              <p:nvPr/>
            </p:nvSpPr>
            <p:spPr>
              <a:xfrm>
                <a:off x="5675137" y="3654987"/>
                <a:ext cx="66915" cy="77481"/>
              </a:xfrm>
              <a:custGeom>
                <a:avLst/>
                <a:gdLst/>
                <a:ahLst/>
                <a:cxnLst/>
                <a:rect l="l" t="t" r="r" b="b"/>
                <a:pathLst>
                  <a:path w="34" h="39" extrusionOk="0">
                    <a:moveTo>
                      <a:pt x="11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5" y="19"/>
                      <a:pt x="11" y="23"/>
                      <a:pt x="16" y="26"/>
                    </a:cubicBezTo>
                    <a:cubicBezTo>
                      <a:pt x="21" y="30"/>
                      <a:pt x="26" y="35"/>
                      <a:pt x="31" y="39"/>
                    </a:cubicBezTo>
                    <a:cubicBezTo>
                      <a:pt x="34" y="24"/>
                      <a:pt x="34" y="24"/>
                      <a:pt x="34" y="24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7" name="Google Shape;389;p50">
                <a:extLst>
                  <a:ext uri="{FF2B5EF4-FFF2-40B4-BE49-F238E27FC236}">
                    <a16:creationId xmlns:a16="http://schemas.microsoft.com/office/drawing/2014/main" id="{C2179915-9A20-4E40-8636-BA4161A52D70}"/>
                  </a:ext>
                </a:extLst>
              </p:cNvPr>
              <p:cNvSpPr/>
              <p:nvPr/>
            </p:nvSpPr>
            <p:spPr>
              <a:xfrm>
                <a:off x="6350163" y="4455626"/>
                <a:ext cx="43436" cy="49306"/>
              </a:xfrm>
              <a:custGeom>
                <a:avLst/>
                <a:gdLst/>
                <a:ahLst/>
                <a:cxnLst/>
                <a:rect l="l" t="t" r="r" b="b"/>
                <a:pathLst>
                  <a:path w="37" h="42" extrusionOk="0">
                    <a:moveTo>
                      <a:pt x="0" y="20"/>
                    </a:moveTo>
                    <a:lnTo>
                      <a:pt x="10" y="42"/>
                    </a:lnTo>
                    <a:lnTo>
                      <a:pt x="22" y="40"/>
                    </a:lnTo>
                    <a:lnTo>
                      <a:pt x="24" y="32"/>
                    </a:lnTo>
                    <a:lnTo>
                      <a:pt x="36" y="30"/>
                    </a:lnTo>
                    <a:lnTo>
                      <a:pt x="37" y="13"/>
                    </a:lnTo>
                    <a:lnTo>
                      <a:pt x="22" y="0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8" name="Google Shape;390;p50">
                <a:extLst>
                  <a:ext uri="{FF2B5EF4-FFF2-40B4-BE49-F238E27FC236}">
                    <a16:creationId xmlns:a16="http://schemas.microsoft.com/office/drawing/2014/main" id="{83C187EF-651E-4390-A050-782D4EDCF2D8}"/>
                  </a:ext>
                </a:extLst>
              </p:cNvPr>
              <p:cNvSpPr/>
              <p:nvPr/>
            </p:nvSpPr>
            <p:spPr>
              <a:xfrm>
                <a:off x="6467558" y="3740686"/>
                <a:ext cx="149092" cy="207791"/>
              </a:xfrm>
              <a:custGeom>
                <a:avLst/>
                <a:gdLst/>
                <a:ahLst/>
                <a:cxnLst/>
                <a:rect l="l" t="t" r="r" b="b"/>
                <a:pathLst>
                  <a:path w="75" h="105" extrusionOk="0">
                    <a:moveTo>
                      <a:pt x="69" y="14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0"/>
                      <a:pt x="14" y="0"/>
                      <a:pt x="13" y="0"/>
                    </a:cubicBezTo>
                    <a:cubicBezTo>
                      <a:pt x="10" y="0"/>
                      <a:pt x="6" y="0"/>
                      <a:pt x="3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9" y="27"/>
                      <a:pt x="8" y="37"/>
                      <a:pt x="7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53"/>
                      <a:pt x="12" y="53"/>
                      <a:pt x="12" y="53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8" y="56"/>
                      <a:pt x="18" y="56"/>
                      <a:pt x="18" y="56"/>
                    </a:cubicBezTo>
                    <a:cubicBezTo>
                      <a:pt x="12" y="57"/>
                      <a:pt x="12" y="57"/>
                      <a:pt x="12" y="57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9" y="96"/>
                      <a:pt x="39" y="96"/>
                      <a:pt x="39" y="96"/>
                    </a:cubicBezTo>
                    <a:cubicBezTo>
                      <a:pt x="50" y="105"/>
                      <a:pt x="50" y="105"/>
                      <a:pt x="50" y="105"/>
                    </a:cubicBezTo>
                    <a:cubicBezTo>
                      <a:pt x="52" y="99"/>
                      <a:pt x="54" y="94"/>
                      <a:pt x="57" y="89"/>
                    </a:cubicBezTo>
                    <a:cubicBezTo>
                      <a:pt x="62" y="80"/>
                      <a:pt x="68" y="71"/>
                      <a:pt x="74" y="63"/>
                    </a:cubicBezTo>
                    <a:cubicBezTo>
                      <a:pt x="67" y="53"/>
                      <a:pt x="67" y="53"/>
                      <a:pt x="67" y="53"/>
                    </a:cubicBezTo>
                    <a:cubicBezTo>
                      <a:pt x="68" y="17"/>
                      <a:pt x="68" y="17"/>
                      <a:pt x="68" y="17"/>
                    </a:cubicBezTo>
                    <a:lnTo>
                      <a:pt x="69" y="1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29" name="Google Shape;391;p50">
                <a:extLst>
                  <a:ext uri="{FF2B5EF4-FFF2-40B4-BE49-F238E27FC236}">
                    <a16:creationId xmlns:a16="http://schemas.microsoft.com/office/drawing/2014/main" id="{E3489674-746F-4728-9830-8ED820BE0E88}"/>
                  </a:ext>
                </a:extLst>
              </p:cNvPr>
              <p:cNvSpPr/>
              <p:nvPr/>
            </p:nvSpPr>
            <p:spPr>
              <a:xfrm>
                <a:off x="6040237" y="3798210"/>
                <a:ext cx="36392" cy="23479"/>
              </a:xfrm>
              <a:custGeom>
                <a:avLst/>
                <a:gdLst/>
                <a:ahLst/>
                <a:cxnLst/>
                <a:rect l="l" t="t" r="r" b="b"/>
                <a:pathLst>
                  <a:path w="31" h="20" extrusionOk="0">
                    <a:moveTo>
                      <a:pt x="31" y="20"/>
                    </a:moveTo>
                    <a:lnTo>
                      <a:pt x="31" y="0"/>
                    </a:lnTo>
                    <a:lnTo>
                      <a:pt x="4" y="0"/>
                    </a:lnTo>
                    <a:lnTo>
                      <a:pt x="0" y="11"/>
                    </a:lnTo>
                    <a:lnTo>
                      <a:pt x="7" y="18"/>
                    </a:lnTo>
                    <a:lnTo>
                      <a:pt x="4" y="20"/>
                    </a:lnTo>
                    <a:lnTo>
                      <a:pt x="31" y="2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0" name="Google Shape;392;p50">
                <a:extLst>
                  <a:ext uri="{FF2B5EF4-FFF2-40B4-BE49-F238E27FC236}">
                    <a16:creationId xmlns:a16="http://schemas.microsoft.com/office/drawing/2014/main" id="{200B8F25-827F-4F20-9A32-125B8AD8C942}"/>
                  </a:ext>
                </a:extLst>
              </p:cNvPr>
              <p:cNvSpPr/>
              <p:nvPr/>
            </p:nvSpPr>
            <p:spPr>
              <a:xfrm>
                <a:off x="5588264" y="3566941"/>
                <a:ext cx="57524" cy="48133"/>
              </a:xfrm>
              <a:custGeom>
                <a:avLst/>
                <a:gdLst/>
                <a:ahLst/>
                <a:cxnLst/>
                <a:rect l="l" t="t" r="r" b="b"/>
                <a:pathLst>
                  <a:path w="29" h="24" extrusionOk="0">
                    <a:moveTo>
                      <a:pt x="28" y="15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4" y="1"/>
                      <a:pt x="19" y="2"/>
                      <a:pt x="15" y="3"/>
                    </a:cubicBezTo>
                    <a:cubicBezTo>
                      <a:pt x="10" y="5"/>
                      <a:pt x="5" y="7"/>
                      <a:pt x="0" y="8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16" y="24"/>
                      <a:pt x="16" y="24"/>
                      <a:pt x="16" y="24"/>
                    </a:cubicBezTo>
                    <a:lnTo>
                      <a:pt x="28" y="1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1" name="Google Shape;393;p50">
                <a:extLst>
                  <a:ext uri="{FF2B5EF4-FFF2-40B4-BE49-F238E27FC236}">
                    <a16:creationId xmlns:a16="http://schemas.microsoft.com/office/drawing/2014/main" id="{F24D6BE3-23D1-4367-B79B-8804F72FAAE7}"/>
                  </a:ext>
                </a:extLst>
              </p:cNvPr>
              <p:cNvSpPr/>
              <p:nvPr/>
            </p:nvSpPr>
            <p:spPr>
              <a:xfrm>
                <a:off x="5619960" y="3566941"/>
                <a:ext cx="116221" cy="102135"/>
              </a:xfrm>
              <a:custGeom>
                <a:avLst/>
                <a:gdLst/>
                <a:ahLst/>
                <a:cxnLst/>
                <a:rect l="l" t="t" r="r" b="b"/>
                <a:pathLst>
                  <a:path w="59" h="51" extrusionOk="0">
                    <a:moveTo>
                      <a:pt x="54" y="7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2" y="27"/>
                      <a:pt x="3" y="28"/>
                    </a:cubicBezTo>
                    <a:cubicBezTo>
                      <a:pt x="4" y="30"/>
                      <a:pt x="5" y="33"/>
                      <a:pt x="6" y="3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7" y="51"/>
                      <a:pt x="47" y="51"/>
                      <a:pt x="47" y="51"/>
                    </a:cubicBezTo>
                    <a:cubicBezTo>
                      <a:pt x="54" y="48"/>
                      <a:pt x="54" y="48"/>
                      <a:pt x="54" y="48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52" y="15"/>
                      <a:pt x="52" y="15"/>
                      <a:pt x="52" y="15"/>
                    </a:cubicBezTo>
                    <a:lnTo>
                      <a:pt x="54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2" name="Google Shape;394;p50">
                <a:extLst>
                  <a:ext uri="{FF2B5EF4-FFF2-40B4-BE49-F238E27FC236}">
                    <a16:creationId xmlns:a16="http://schemas.microsoft.com/office/drawing/2014/main" id="{AE0B08EA-4E55-438D-ACBD-A132815C7FE0}"/>
                  </a:ext>
                </a:extLst>
              </p:cNvPr>
              <p:cNvSpPr/>
              <p:nvPr/>
            </p:nvSpPr>
            <p:spPr>
              <a:xfrm>
                <a:off x="5832447" y="3611551"/>
                <a:ext cx="58698" cy="12444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6" extrusionOk="0">
                    <a:moveTo>
                      <a:pt x="49" y="86"/>
                    </a:moveTo>
                    <a:lnTo>
                      <a:pt x="11" y="106"/>
                    </a:lnTo>
                    <a:lnTo>
                      <a:pt x="0" y="103"/>
                    </a:lnTo>
                    <a:lnTo>
                      <a:pt x="3" y="44"/>
                    </a:lnTo>
                    <a:lnTo>
                      <a:pt x="3" y="20"/>
                    </a:lnTo>
                    <a:lnTo>
                      <a:pt x="6" y="6"/>
                    </a:lnTo>
                    <a:lnTo>
                      <a:pt x="44" y="0"/>
                    </a:lnTo>
                    <a:lnTo>
                      <a:pt x="50" y="25"/>
                    </a:lnTo>
                    <a:lnTo>
                      <a:pt x="49" y="8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3" name="Google Shape;395;p50">
                <a:extLst>
                  <a:ext uri="{FF2B5EF4-FFF2-40B4-BE49-F238E27FC236}">
                    <a16:creationId xmlns:a16="http://schemas.microsoft.com/office/drawing/2014/main" id="{6656E705-D1E0-4DAB-948D-842A0DD7FA0E}"/>
                  </a:ext>
                </a:extLst>
              </p:cNvPr>
              <p:cNvSpPr/>
              <p:nvPr/>
            </p:nvSpPr>
            <p:spPr>
              <a:xfrm>
                <a:off x="5577698" y="3539939"/>
                <a:ext cx="63394" cy="25827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" extrusionOk="0">
                    <a:moveTo>
                      <a:pt x="32" y="8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26" y="0"/>
                      <a:pt x="21" y="0"/>
                      <a:pt x="16" y="1"/>
                    </a:cubicBezTo>
                    <a:cubicBezTo>
                      <a:pt x="11" y="1"/>
                      <a:pt x="5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2" y="11"/>
                      <a:pt x="22" y="9"/>
                      <a:pt x="32" y="8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4" name="Google Shape;396;p50">
                <a:extLst>
                  <a:ext uri="{FF2B5EF4-FFF2-40B4-BE49-F238E27FC236}">
                    <a16:creationId xmlns:a16="http://schemas.microsoft.com/office/drawing/2014/main" id="{8EA5861C-E63F-407A-A59E-8A10148547E3}"/>
                  </a:ext>
                </a:extLst>
              </p:cNvPr>
              <p:cNvSpPr/>
              <p:nvPr/>
            </p:nvSpPr>
            <p:spPr>
              <a:xfrm>
                <a:off x="5577698" y="3539939"/>
                <a:ext cx="63394" cy="25827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" extrusionOk="0">
                    <a:moveTo>
                      <a:pt x="32" y="8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26" y="0"/>
                      <a:pt x="21" y="0"/>
                      <a:pt x="16" y="1"/>
                    </a:cubicBezTo>
                    <a:cubicBezTo>
                      <a:pt x="11" y="1"/>
                      <a:pt x="5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2" y="11"/>
                      <a:pt x="22" y="9"/>
                      <a:pt x="32" y="8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5" name="Google Shape;397;p50">
                <a:extLst>
                  <a:ext uri="{FF2B5EF4-FFF2-40B4-BE49-F238E27FC236}">
                    <a16:creationId xmlns:a16="http://schemas.microsoft.com/office/drawing/2014/main" id="{1128FF26-E70A-45DE-9346-FE4C0F19B0CF}"/>
                  </a:ext>
                </a:extLst>
              </p:cNvPr>
              <p:cNvSpPr/>
              <p:nvPr/>
            </p:nvSpPr>
            <p:spPr>
              <a:xfrm>
                <a:off x="6024976" y="3789993"/>
                <a:ext cx="112700" cy="129135"/>
              </a:xfrm>
              <a:custGeom>
                <a:avLst/>
                <a:gdLst/>
                <a:ahLst/>
                <a:cxnLst/>
                <a:rect l="l" t="t" r="r" b="b"/>
                <a:pathLst>
                  <a:path w="57" h="65" extrusionOk="0">
                    <a:moveTo>
                      <a:pt x="56" y="19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6" y="39"/>
                      <a:pt x="12" y="48"/>
                      <a:pt x="17" y="57"/>
                    </a:cubicBezTo>
                    <a:cubicBezTo>
                      <a:pt x="20" y="60"/>
                      <a:pt x="21" y="62"/>
                      <a:pt x="23" y="65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1" y="54"/>
                      <a:pt x="31" y="54"/>
                      <a:pt x="31" y="54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2" y="39"/>
                      <a:pt x="52" y="39"/>
                      <a:pt x="52" y="39"/>
                    </a:cubicBezTo>
                    <a:cubicBezTo>
                      <a:pt x="48" y="34"/>
                      <a:pt x="48" y="34"/>
                      <a:pt x="48" y="34"/>
                    </a:cubicBezTo>
                    <a:cubicBezTo>
                      <a:pt x="49" y="25"/>
                      <a:pt x="49" y="25"/>
                      <a:pt x="49" y="25"/>
                    </a:cubicBezTo>
                    <a:lnTo>
                      <a:pt x="56" y="1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6" name="Google Shape;398;p50">
                <a:extLst>
                  <a:ext uri="{FF2B5EF4-FFF2-40B4-BE49-F238E27FC236}">
                    <a16:creationId xmlns:a16="http://schemas.microsoft.com/office/drawing/2014/main" id="{17DF6629-A2FF-4304-AB62-5EB36B7882AD}"/>
                  </a:ext>
                </a:extLst>
              </p:cNvPr>
              <p:cNvSpPr/>
              <p:nvPr/>
            </p:nvSpPr>
            <p:spPr>
              <a:xfrm>
                <a:off x="6467558" y="3517634"/>
                <a:ext cx="238313" cy="24183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22" extrusionOk="0">
                    <a:moveTo>
                      <a:pt x="111" y="76"/>
                    </a:moveTo>
                    <a:cubicBezTo>
                      <a:pt x="106" y="73"/>
                      <a:pt x="102" y="69"/>
                      <a:pt x="97" y="66"/>
                    </a:cubicBezTo>
                    <a:cubicBezTo>
                      <a:pt x="94" y="63"/>
                      <a:pt x="90" y="61"/>
                      <a:pt x="87" y="58"/>
                    </a:cubicBezTo>
                    <a:cubicBezTo>
                      <a:pt x="85" y="55"/>
                      <a:pt x="83" y="53"/>
                      <a:pt x="81" y="51"/>
                    </a:cubicBezTo>
                    <a:cubicBezTo>
                      <a:pt x="81" y="50"/>
                      <a:pt x="81" y="50"/>
                      <a:pt x="81" y="49"/>
                    </a:cubicBezTo>
                    <a:cubicBezTo>
                      <a:pt x="80" y="49"/>
                      <a:pt x="80" y="48"/>
                      <a:pt x="79" y="47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67" y="29"/>
                      <a:pt x="67" y="29"/>
                      <a:pt x="67" y="29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0" y="8"/>
                      <a:pt x="18" y="16"/>
                      <a:pt x="16" y="24"/>
                    </a:cubicBezTo>
                    <a:cubicBezTo>
                      <a:pt x="14" y="33"/>
                      <a:pt x="12" y="42"/>
                      <a:pt x="10" y="51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4" y="71"/>
                      <a:pt x="2" y="74"/>
                      <a:pt x="0" y="77"/>
                    </a:cubicBezTo>
                    <a:cubicBezTo>
                      <a:pt x="5" y="80"/>
                      <a:pt x="5" y="80"/>
                      <a:pt x="5" y="8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13" y="111"/>
                      <a:pt x="13" y="111"/>
                      <a:pt x="13" y="111"/>
                    </a:cubicBezTo>
                    <a:cubicBezTo>
                      <a:pt x="17" y="113"/>
                      <a:pt x="17" y="113"/>
                      <a:pt x="17" y="113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20" y="113"/>
                      <a:pt x="20" y="113"/>
                      <a:pt x="20" y="113"/>
                    </a:cubicBezTo>
                    <a:cubicBezTo>
                      <a:pt x="25" y="112"/>
                      <a:pt x="25" y="112"/>
                      <a:pt x="25" y="112"/>
                    </a:cubicBezTo>
                    <a:cubicBezTo>
                      <a:pt x="48" y="122"/>
                      <a:pt x="48" y="122"/>
                      <a:pt x="48" y="122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75" y="117"/>
                      <a:pt x="75" y="117"/>
                      <a:pt x="75" y="117"/>
                    </a:cubicBezTo>
                    <a:cubicBezTo>
                      <a:pt x="78" y="114"/>
                      <a:pt x="81" y="111"/>
                      <a:pt x="83" y="108"/>
                    </a:cubicBezTo>
                    <a:cubicBezTo>
                      <a:pt x="90" y="107"/>
                      <a:pt x="90" y="107"/>
                      <a:pt x="90" y="107"/>
                    </a:cubicBezTo>
                    <a:cubicBezTo>
                      <a:pt x="93" y="104"/>
                      <a:pt x="93" y="104"/>
                      <a:pt x="93" y="104"/>
                    </a:cubicBezTo>
                    <a:cubicBezTo>
                      <a:pt x="100" y="105"/>
                      <a:pt x="100" y="105"/>
                      <a:pt x="100" y="105"/>
                    </a:cubicBezTo>
                    <a:cubicBezTo>
                      <a:pt x="120" y="80"/>
                      <a:pt x="120" y="80"/>
                      <a:pt x="120" y="80"/>
                    </a:cubicBezTo>
                    <a:cubicBezTo>
                      <a:pt x="117" y="79"/>
                      <a:pt x="114" y="78"/>
                      <a:pt x="111" y="76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7" name="Google Shape;399;p50">
                <a:extLst>
                  <a:ext uri="{FF2B5EF4-FFF2-40B4-BE49-F238E27FC236}">
                    <a16:creationId xmlns:a16="http://schemas.microsoft.com/office/drawing/2014/main" id="{8FBF3DA1-D6BB-4440-A0C9-A4089F5AFE66}"/>
                  </a:ext>
                </a:extLst>
              </p:cNvPr>
              <p:cNvSpPr/>
              <p:nvPr/>
            </p:nvSpPr>
            <p:spPr>
              <a:xfrm>
                <a:off x="6467558" y="3517634"/>
                <a:ext cx="238313" cy="24183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22" extrusionOk="0">
                    <a:moveTo>
                      <a:pt x="111" y="76"/>
                    </a:moveTo>
                    <a:cubicBezTo>
                      <a:pt x="106" y="73"/>
                      <a:pt x="102" y="69"/>
                      <a:pt x="97" y="66"/>
                    </a:cubicBezTo>
                    <a:cubicBezTo>
                      <a:pt x="94" y="63"/>
                      <a:pt x="90" y="61"/>
                      <a:pt x="87" y="58"/>
                    </a:cubicBezTo>
                    <a:cubicBezTo>
                      <a:pt x="85" y="55"/>
                      <a:pt x="83" y="53"/>
                      <a:pt x="81" y="51"/>
                    </a:cubicBezTo>
                    <a:cubicBezTo>
                      <a:pt x="81" y="50"/>
                      <a:pt x="81" y="50"/>
                      <a:pt x="81" y="49"/>
                    </a:cubicBezTo>
                    <a:cubicBezTo>
                      <a:pt x="80" y="49"/>
                      <a:pt x="80" y="48"/>
                      <a:pt x="79" y="47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67" y="29"/>
                      <a:pt x="67" y="29"/>
                      <a:pt x="67" y="29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0" y="8"/>
                      <a:pt x="18" y="16"/>
                      <a:pt x="16" y="24"/>
                    </a:cubicBezTo>
                    <a:cubicBezTo>
                      <a:pt x="14" y="33"/>
                      <a:pt x="12" y="42"/>
                      <a:pt x="10" y="51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4" y="71"/>
                      <a:pt x="2" y="74"/>
                      <a:pt x="0" y="77"/>
                    </a:cubicBezTo>
                    <a:cubicBezTo>
                      <a:pt x="5" y="80"/>
                      <a:pt x="5" y="80"/>
                      <a:pt x="5" y="8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13" y="111"/>
                      <a:pt x="13" y="111"/>
                      <a:pt x="13" y="111"/>
                    </a:cubicBezTo>
                    <a:cubicBezTo>
                      <a:pt x="17" y="113"/>
                      <a:pt x="17" y="113"/>
                      <a:pt x="17" y="113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20" y="113"/>
                      <a:pt x="20" y="113"/>
                      <a:pt x="20" y="113"/>
                    </a:cubicBezTo>
                    <a:cubicBezTo>
                      <a:pt x="25" y="112"/>
                      <a:pt x="25" y="112"/>
                      <a:pt x="25" y="112"/>
                    </a:cubicBezTo>
                    <a:cubicBezTo>
                      <a:pt x="48" y="122"/>
                      <a:pt x="48" y="122"/>
                      <a:pt x="48" y="122"/>
                    </a:cubicBezTo>
                    <a:cubicBezTo>
                      <a:pt x="62" y="113"/>
                      <a:pt x="62" y="113"/>
                      <a:pt x="62" y="113"/>
                    </a:cubicBezTo>
                    <a:cubicBezTo>
                      <a:pt x="75" y="117"/>
                      <a:pt x="75" y="117"/>
                      <a:pt x="75" y="117"/>
                    </a:cubicBezTo>
                    <a:cubicBezTo>
                      <a:pt x="78" y="114"/>
                      <a:pt x="81" y="111"/>
                      <a:pt x="83" y="108"/>
                    </a:cubicBezTo>
                    <a:cubicBezTo>
                      <a:pt x="90" y="107"/>
                      <a:pt x="90" y="107"/>
                      <a:pt x="90" y="107"/>
                    </a:cubicBezTo>
                    <a:cubicBezTo>
                      <a:pt x="93" y="104"/>
                      <a:pt x="93" y="104"/>
                      <a:pt x="93" y="104"/>
                    </a:cubicBezTo>
                    <a:cubicBezTo>
                      <a:pt x="100" y="105"/>
                      <a:pt x="100" y="105"/>
                      <a:pt x="100" y="105"/>
                    </a:cubicBezTo>
                    <a:cubicBezTo>
                      <a:pt x="120" y="80"/>
                      <a:pt x="120" y="80"/>
                      <a:pt x="120" y="80"/>
                    </a:cubicBezTo>
                    <a:cubicBezTo>
                      <a:pt x="117" y="79"/>
                      <a:pt x="114" y="78"/>
                      <a:pt x="111" y="76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8" name="Google Shape;400;p50">
                <a:extLst>
                  <a:ext uri="{FF2B5EF4-FFF2-40B4-BE49-F238E27FC236}">
                    <a16:creationId xmlns:a16="http://schemas.microsoft.com/office/drawing/2014/main" id="{1D2F9827-FA93-4032-997B-CDDD73FC4710}"/>
                  </a:ext>
                </a:extLst>
              </p:cNvPr>
              <p:cNvSpPr/>
              <p:nvPr/>
            </p:nvSpPr>
            <p:spPr>
              <a:xfrm>
                <a:off x="6513343" y="3450719"/>
                <a:ext cx="115048" cy="1244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06" extrusionOk="0">
                    <a:moveTo>
                      <a:pt x="35" y="0"/>
                    </a:moveTo>
                    <a:lnTo>
                      <a:pt x="25" y="18"/>
                    </a:lnTo>
                    <a:lnTo>
                      <a:pt x="15" y="23"/>
                    </a:lnTo>
                    <a:lnTo>
                      <a:pt x="0" y="57"/>
                    </a:lnTo>
                    <a:lnTo>
                      <a:pt x="35" y="62"/>
                    </a:lnTo>
                    <a:lnTo>
                      <a:pt x="74" y="106"/>
                    </a:lnTo>
                    <a:lnTo>
                      <a:pt x="98" y="89"/>
                    </a:lnTo>
                    <a:lnTo>
                      <a:pt x="54" y="57"/>
                    </a:lnTo>
                    <a:lnTo>
                      <a:pt x="49" y="42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39" name="Google Shape;401;p50">
                <a:extLst>
                  <a:ext uri="{FF2B5EF4-FFF2-40B4-BE49-F238E27FC236}">
                    <a16:creationId xmlns:a16="http://schemas.microsoft.com/office/drawing/2014/main" id="{C934F826-E4F9-4396-94CA-2E906DE2FFF2}"/>
                  </a:ext>
                </a:extLst>
              </p:cNvPr>
              <p:cNvSpPr/>
              <p:nvPr/>
            </p:nvSpPr>
            <p:spPr>
              <a:xfrm>
                <a:off x="6310248" y="3134924"/>
                <a:ext cx="191355" cy="224226"/>
              </a:xfrm>
              <a:custGeom>
                <a:avLst/>
                <a:gdLst/>
                <a:ahLst/>
                <a:cxnLst/>
                <a:rect l="l" t="t" r="r" b="b"/>
                <a:pathLst>
                  <a:path w="96" h="113" extrusionOk="0">
                    <a:moveTo>
                      <a:pt x="83" y="9"/>
                    </a:moveTo>
                    <a:cubicBezTo>
                      <a:pt x="78" y="13"/>
                      <a:pt x="74" y="13"/>
                      <a:pt x="70" y="10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1" y="113"/>
                      <a:pt x="1" y="113"/>
                      <a:pt x="1" y="113"/>
                    </a:cubicBezTo>
                    <a:cubicBezTo>
                      <a:pt x="88" y="113"/>
                      <a:pt x="88" y="113"/>
                      <a:pt x="88" y="113"/>
                    </a:cubicBezTo>
                    <a:cubicBezTo>
                      <a:pt x="89" y="111"/>
                      <a:pt x="89" y="111"/>
                      <a:pt x="89" y="111"/>
                    </a:cubicBezTo>
                    <a:cubicBezTo>
                      <a:pt x="92" y="109"/>
                      <a:pt x="92" y="109"/>
                      <a:pt x="92" y="109"/>
                    </a:cubicBezTo>
                    <a:cubicBezTo>
                      <a:pt x="94" y="105"/>
                      <a:pt x="94" y="105"/>
                      <a:pt x="94" y="105"/>
                    </a:cubicBezTo>
                    <a:cubicBezTo>
                      <a:pt x="96" y="104"/>
                      <a:pt x="96" y="104"/>
                      <a:pt x="96" y="104"/>
                    </a:cubicBezTo>
                    <a:cubicBezTo>
                      <a:pt x="94" y="98"/>
                      <a:pt x="94" y="98"/>
                      <a:pt x="94" y="98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5" y="91"/>
                      <a:pt x="95" y="91"/>
                      <a:pt x="95" y="91"/>
                    </a:cubicBezTo>
                    <a:cubicBezTo>
                      <a:pt x="96" y="89"/>
                      <a:pt x="96" y="89"/>
                      <a:pt x="96" y="89"/>
                    </a:cubicBezTo>
                    <a:cubicBezTo>
                      <a:pt x="92" y="86"/>
                      <a:pt x="92" y="86"/>
                      <a:pt x="92" y="86"/>
                    </a:cubicBezTo>
                    <a:cubicBezTo>
                      <a:pt x="82" y="69"/>
                      <a:pt x="82" y="69"/>
                      <a:pt x="82" y="69"/>
                    </a:cubicBezTo>
                    <a:cubicBezTo>
                      <a:pt x="79" y="62"/>
                      <a:pt x="79" y="62"/>
                      <a:pt x="79" y="62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77" y="49"/>
                      <a:pt x="77" y="49"/>
                      <a:pt x="77" y="49"/>
                    </a:cubicBezTo>
                    <a:cubicBezTo>
                      <a:pt x="75" y="44"/>
                      <a:pt x="75" y="44"/>
                      <a:pt x="75" y="44"/>
                    </a:cubicBezTo>
                    <a:cubicBezTo>
                      <a:pt x="70" y="34"/>
                      <a:pt x="70" y="34"/>
                      <a:pt x="70" y="34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79" y="42"/>
                      <a:pt x="79" y="42"/>
                      <a:pt x="79" y="42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6" y="50"/>
                      <a:pt x="86" y="50"/>
                      <a:pt x="86" y="50"/>
                    </a:cubicBezTo>
                    <a:cubicBezTo>
                      <a:pt x="93" y="36"/>
                      <a:pt x="93" y="36"/>
                      <a:pt x="93" y="36"/>
                    </a:cubicBezTo>
                    <a:lnTo>
                      <a:pt x="83" y="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0" name="Google Shape;402;p50">
                <a:extLst>
                  <a:ext uri="{FF2B5EF4-FFF2-40B4-BE49-F238E27FC236}">
                    <a16:creationId xmlns:a16="http://schemas.microsoft.com/office/drawing/2014/main" id="{B8C18849-45C8-4443-A558-F483E30C5056}"/>
                  </a:ext>
                </a:extLst>
              </p:cNvPr>
              <p:cNvSpPr/>
              <p:nvPr/>
            </p:nvSpPr>
            <p:spPr>
              <a:xfrm>
                <a:off x="6596694" y="3555201"/>
                <a:ext cx="45784" cy="62220"/>
              </a:xfrm>
              <a:custGeom>
                <a:avLst/>
                <a:gdLst/>
                <a:ahLst/>
                <a:cxnLst/>
                <a:rect l="l" t="t" r="r" b="b"/>
                <a:pathLst>
                  <a:path w="39" h="53" extrusionOk="0">
                    <a:moveTo>
                      <a:pt x="3" y="17"/>
                    </a:moveTo>
                    <a:lnTo>
                      <a:pt x="0" y="43"/>
                    </a:lnTo>
                    <a:lnTo>
                      <a:pt x="7" y="53"/>
                    </a:lnTo>
                    <a:lnTo>
                      <a:pt x="23" y="48"/>
                    </a:lnTo>
                    <a:lnTo>
                      <a:pt x="27" y="51"/>
                    </a:lnTo>
                    <a:lnTo>
                      <a:pt x="39" y="34"/>
                    </a:lnTo>
                    <a:lnTo>
                      <a:pt x="37" y="31"/>
                    </a:lnTo>
                    <a:lnTo>
                      <a:pt x="25" y="31"/>
                    </a:lnTo>
                    <a:lnTo>
                      <a:pt x="22" y="27"/>
                    </a:lnTo>
                    <a:lnTo>
                      <a:pt x="34" y="21"/>
                    </a:lnTo>
                    <a:lnTo>
                      <a:pt x="34" y="10"/>
                    </a:lnTo>
                    <a:lnTo>
                      <a:pt x="27" y="0"/>
                    </a:lnTo>
                    <a:lnTo>
                      <a:pt x="3" y="1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1" name="Google Shape;403;p50">
                <a:extLst>
                  <a:ext uri="{FF2B5EF4-FFF2-40B4-BE49-F238E27FC236}">
                    <a16:creationId xmlns:a16="http://schemas.microsoft.com/office/drawing/2014/main" id="{84655A6B-A88B-41E0-9C8E-C0731D45EAAC}"/>
                  </a:ext>
                </a:extLst>
              </p:cNvPr>
              <p:cNvSpPr/>
              <p:nvPr/>
            </p:nvSpPr>
            <p:spPr>
              <a:xfrm>
                <a:off x="5726790" y="3600985"/>
                <a:ext cx="109178" cy="146745"/>
              </a:xfrm>
              <a:custGeom>
                <a:avLst/>
                <a:gdLst/>
                <a:ahLst/>
                <a:cxnLst/>
                <a:rect l="l" t="t" r="r" b="b"/>
                <a:pathLst>
                  <a:path w="55" h="74" extrusionOk="0">
                    <a:moveTo>
                      <a:pt x="23" y="0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5" y="66"/>
                      <a:pt x="5" y="66"/>
                      <a:pt x="5" y="66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25" y="71"/>
                      <a:pt x="36" y="68"/>
                      <a:pt x="47" y="65"/>
                    </a:cubicBezTo>
                    <a:cubicBezTo>
                      <a:pt x="49" y="65"/>
                      <a:pt x="51" y="65"/>
                      <a:pt x="53" y="65"/>
                    </a:cubicBezTo>
                    <a:cubicBezTo>
                      <a:pt x="54" y="54"/>
                      <a:pt x="54" y="43"/>
                      <a:pt x="55" y="32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34" y="19"/>
                      <a:pt x="34" y="19"/>
                      <a:pt x="34" y="19"/>
                    </a:cubicBezTo>
                    <a:lnTo>
                      <a:pt x="23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2" name="Google Shape;404;p50">
                <a:extLst>
                  <a:ext uri="{FF2B5EF4-FFF2-40B4-BE49-F238E27FC236}">
                    <a16:creationId xmlns:a16="http://schemas.microsoft.com/office/drawing/2014/main" id="{98868D79-1D15-4CA0-972E-B645F775C9A6}"/>
                  </a:ext>
                </a:extLst>
              </p:cNvPr>
              <p:cNvSpPr/>
              <p:nvPr/>
            </p:nvSpPr>
            <p:spPr>
              <a:xfrm>
                <a:off x="6070760" y="3747730"/>
                <a:ext cx="147919" cy="191355"/>
              </a:xfrm>
              <a:custGeom>
                <a:avLst/>
                <a:gdLst/>
                <a:ahLst/>
                <a:cxnLst/>
                <a:rect l="l" t="t" r="r" b="b"/>
                <a:pathLst>
                  <a:path w="75" h="96" extrusionOk="0">
                    <a:moveTo>
                      <a:pt x="55" y="14"/>
                    </a:moveTo>
                    <a:cubicBezTo>
                      <a:pt x="55" y="17"/>
                      <a:pt x="55" y="20"/>
                      <a:pt x="56" y="22"/>
                    </a:cubicBezTo>
                    <a:cubicBezTo>
                      <a:pt x="46" y="22"/>
                      <a:pt x="35" y="22"/>
                      <a:pt x="25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83"/>
                      <a:pt x="7" y="83"/>
                      <a:pt x="7" y="83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5" y="80"/>
                      <a:pt x="48" y="74"/>
                      <a:pt x="53" y="65"/>
                    </a:cubicBezTo>
                    <a:cubicBezTo>
                      <a:pt x="55" y="60"/>
                      <a:pt x="58" y="53"/>
                      <a:pt x="61" y="48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8"/>
                      <a:pt x="55" y="11"/>
                      <a:pt x="55" y="14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3" name="Google Shape;405;p50">
                <a:extLst>
                  <a:ext uri="{FF2B5EF4-FFF2-40B4-BE49-F238E27FC236}">
                    <a16:creationId xmlns:a16="http://schemas.microsoft.com/office/drawing/2014/main" id="{A2576589-2CCB-4FF6-ACC7-5FC51F1E765D}"/>
                  </a:ext>
                </a:extLst>
              </p:cNvPr>
              <p:cNvSpPr/>
              <p:nvPr/>
            </p:nvSpPr>
            <p:spPr>
              <a:xfrm>
                <a:off x="6070760" y="3747730"/>
                <a:ext cx="147919" cy="191355"/>
              </a:xfrm>
              <a:custGeom>
                <a:avLst/>
                <a:gdLst/>
                <a:ahLst/>
                <a:cxnLst/>
                <a:rect l="l" t="t" r="r" b="b"/>
                <a:pathLst>
                  <a:path w="75" h="96" extrusionOk="0">
                    <a:moveTo>
                      <a:pt x="55" y="14"/>
                    </a:moveTo>
                    <a:cubicBezTo>
                      <a:pt x="55" y="17"/>
                      <a:pt x="55" y="20"/>
                      <a:pt x="56" y="22"/>
                    </a:cubicBezTo>
                    <a:cubicBezTo>
                      <a:pt x="46" y="22"/>
                      <a:pt x="35" y="22"/>
                      <a:pt x="25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72"/>
                      <a:pt x="29" y="72"/>
                      <a:pt x="29" y="72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83"/>
                      <a:pt x="7" y="83"/>
                      <a:pt x="7" y="83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94"/>
                      <a:pt x="27" y="94"/>
                      <a:pt x="27" y="94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5" y="80"/>
                      <a:pt x="48" y="74"/>
                      <a:pt x="53" y="65"/>
                    </a:cubicBezTo>
                    <a:cubicBezTo>
                      <a:pt x="55" y="60"/>
                      <a:pt x="58" y="53"/>
                      <a:pt x="61" y="48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8"/>
                      <a:pt x="55" y="11"/>
                      <a:pt x="55" y="14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4" name="Google Shape;406;p50">
                <a:extLst>
                  <a:ext uri="{FF2B5EF4-FFF2-40B4-BE49-F238E27FC236}">
                    <a16:creationId xmlns:a16="http://schemas.microsoft.com/office/drawing/2014/main" id="{906C4892-ACB4-4BC6-A339-7086557AC028}"/>
                  </a:ext>
                </a:extLst>
              </p:cNvPr>
              <p:cNvSpPr/>
              <p:nvPr/>
            </p:nvSpPr>
            <p:spPr>
              <a:xfrm>
                <a:off x="6028498" y="3566941"/>
                <a:ext cx="152614" cy="23127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16" extrusionOk="0">
                    <a:moveTo>
                      <a:pt x="48" y="1"/>
                    </a:moveTo>
                    <a:cubicBezTo>
                      <a:pt x="48" y="9"/>
                      <a:pt x="48" y="9"/>
                      <a:pt x="48" y="9"/>
                    </a:cubicBezTo>
                    <a:cubicBezTo>
                      <a:pt x="43" y="15"/>
                      <a:pt x="43" y="15"/>
                      <a:pt x="43" y="15"/>
                    </a:cubicBezTo>
                    <a:cubicBezTo>
                      <a:pt x="36" y="45"/>
                      <a:pt x="36" y="45"/>
                      <a:pt x="36" y="45"/>
                    </a:cubicBezTo>
                    <a:cubicBezTo>
                      <a:pt x="24" y="65"/>
                      <a:pt x="24" y="65"/>
                      <a:pt x="24" y="65"/>
                    </a:cubicBezTo>
                    <a:cubicBezTo>
                      <a:pt x="20" y="63"/>
                      <a:pt x="20" y="63"/>
                      <a:pt x="20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7" y="64"/>
                      <a:pt x="15" y="65"/>
                      <a:pt x="13" y="67"/>
                    </a:cubicBezTo>
                    <a:cubicBezTo>
                      <a:pt x="10" y="69"/>
                      <a:pt x="8" y="71"/>
                      <a:pt x="6" y="74"/>
                    </a:cubicBezTo>
                    <a:cubicBezTo>
                      <a:pt x="4" y="77"/>
                      <a:pt x="2" y="80"/>
                      <a:pt x="1" y="83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8"/>
                      <a:pt x="2" y="88"/>
                      <a:pt x="2" y="88"/>
                    </a:cubicBezTo>
                    <a:cubicBezTo>
                      <a:pt x="2" y="90"/>
                      <a:pt x="2" y="91"/>
                      <a:pt x="2" y="93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11" y="92"/>
                      <a:pt x="11" y="92"/>
                      <a:pt x="11" y="92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8" y="101"/>
                      <a:pt x="8" y="101"/>
                      <a:pt x="8" y="101"/>
                    </a:cubicBezTo>
                    <a:cubicBezTo>
                      <a:pt x="11" y="108"/>
                      <a:pt x="11" y="108"/>
                      <a:pt x="11" y="108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24" y="116"/>
                      <a:pt x="24" y="116"/>
                      <a:pt x="24" y="116"/>
                    </a:cubicBezTo>
                    <a:cubicBezTo>
                      <a:pt x="24" y="112"/>
                      <a:pt x="24" y="112"/>
                      <a:pt x="24" y="112"/>
                    </a:cubicBezTo>
                    <a:cubicBezTo>
                      <a:pt x="41" y="112"/>
                      <a:pt x="41" y="112"/>
                      <a:pt x="41" y="112"/>
                    </a:cubicBezTo>
                    <a:cubicBezTo>
                      <a:pt x="46" y="112"/>
                      <a:pt x="46" y="112"/>
                      <a:pt x="46" y="112"/>
                    </a:cubicBezTo>
                    <a:cubicBezTo>
                      <a:pt x="51" y="112"/>
                      <a:pt x="57" y="112"/>
                      <a:pt x="62" y="113"/>
                    </a:cubicBezTo>
                    <a:cubicBezTo>
                      <a:pt x="68" y="113"/>
                      <a:pt x="73" y="113"/>
                      <a:pt x="77" y="113"/>
                    </a:cubicBezTo>
                    <a:cubicBezTo>
                      <a:pt x="76" y="111"/>
                      <a:pt x="76" y="108"/>
                      <a:pt x="76" y="105"/>
                    </a:cubicBezTo>
                    <a:cubicBezTo>
                      <a:pt x="76" y="102"/>
                      <a:pt x="76" y="99"/>
                      <a:pt x="76" y="96"/>
                    </a:cubicBezTo>
                    <a:cubicBezTo>
                      <a:pt x="73" y="94"/>
                      <a:pt x="71" y="91"/>
                      <a:pt x="69" y="88"/>
                    </a:cubicBezTo>
                    <a:cubicBezTo>
                      <a:pt x="67" y="85"/>
                      <a:pt x="65" y="81"/>
                      <a:pt x="63" y="77"/>
                    </a:cubicBezTo>
                    <a:cubicBezTo>
                      <a:pt x="62" y="76"/>
                      <a:pt x="61" y="74"/>
                      <a:pt x="60" y="73"/>
                    </a:cubicBezTo>
                    <a:cubicBezTo>
                      <a:pt x="58" y="69"/>
                      <a:pt x="56" y="65"/>
                      <a:pt x="55" y="62"/>
                    </a:cubicBezTo>
                    <a:cubicBezTo>
                      <a:pt x="60" y="50"/>
                      <a:pt x="60" y="50"/>
                      <a:pt x="60" y="50"/>
                    </a:cubicBezTo>
                    <a:cubicBezTo>
                      <a:pt x="59" y="47"/>
                      <a:pt x="58" y="44"/>
                      <a:pt x="56" y="41"/>
                    </a:cubicBezTo>
                    <a:cubicBezTo>
                      <a:pt x="54" y="37"/>
                      <a:pt x="52" y="34"/>
                      <a:pt x="49" y="31"/>
                    </a:cubicBezTo>
                    <a:cubicBezTo>
                      <a:pt x="51" y="26"/>
                      <a:pt x="51" y="26"/>
                      <a:pt x="51" y="26"/>
                    </a:cubicBezTo>
                    <a:cubicBezTo>
                      <a:pt x="63" y="25"/>
                      <a:pt x="63" y="25"/>
                      <a:pt x="63" y="25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53" y="0"/>
                      <a:pt x="53" y="0"/>
                      <a:pt x="53" y="0"/>
                    </a:cubicBezTo>
                    <a:lnTo>
                      <a:pt x="48" y="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5" name="Google Shape;407;p50">
                <a:extLst>
                  <a:ext uri="{FF2B5EF4-FFF2-40B4-BE49-F238E27FC236}">
                    <a16:creationId xmlns:a16="http://schemas.microsoft.com/office/drawing/2014/main" id="{CCBA38BF-8E54-4BEB-90C0-8445E14A9BD5}"/>
                  </a:ext>
                </a:extLst>
              </p:cNvPr>
              <p:cNvSpPr/>
              <p:nvPr/>
            </p:nvSpPr>
            <p:spPr>
              <a:xfrm>
                <a:off x="6398295" y="3870995"/>
                <a:ext cx="29349" cy="68090"/>
              </a:xfrm>
              <a:custGeom>
                <a:avLst/>
                <a:gdLst/>
                <a:ahLst/>
                <a:cxnLst/>
                <a:rect l="l" t="t" r="r" b="b"/>
                <a:pathLst>
                  <a:path w="15" h="34" extrusionOk="0">
                    <a:moveTo>
                      <a:pt x="3" y="34"/>
                    </a:moveTo>
                    <a:cubicBezTo>
                      <a:pt x="1" y="27"/>
                      <a:pt x="1" y="27"/>
                      <a:pt x="1" y="27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11"/>
                      <a:pt x="11" y="19"/>
                      <a:pt x="15" y="27"/>
                    </a:cubicBezTo>
                    <a:lnTo>
                      <a:pt x="3" y="3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6" name="Google Shape;408;p50">
                <a:extLst>
                  <a:ext uri="{FF2B5EF4-FFF2-40B4-BE49-F238E27FC236}">
                    <a16:creationId xmlns:a16="http://schemas.microsoft.com/office/drawing/2014/main" id="{5C69C303-13BD-4333-8B1B-9EAE730CA458}"/>
                  </a:ext>
                </a:extLst>
              </p:cNvPr>
              <p:cNvSpPr/>
              <p:nvPr/>
            </p:nvSpPr>
            <p:spPr>
              <a:xfrm>
                <a:off x="5772576" y="3505895"/>
                <a:ext cx="144396" cy="132658"/>
              </a:xfrm>
              <a:custGeom>
                <a:avLst/>
                <a:gdLst/>
                <a:ahLst/>
                <a:cxnLst/>
                <a:rect l="l" t="t" r="r" b="b"/>
                <a:pathLst>
                  <a:path w="73" h="67" extrusionOk="0">
                    <a:moveTo>
                      <a:pt x="52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2" y="25"/>
                      <a:pt x="9" y="30"/>
                      <a:pt x="5" y="36"/>
                    </a:cubicBezTo>
                    <a:cubicBezTo>
                      <a:pt x="3" y="40"/>
                      <a:pt x="0" y="43"/>
                      <a:pt x="0" y="48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46" y="55"/>
                      <a:pt x="56" y="53"/>
                      <a:pt x="67" y="51"/>
                    </a:cubicBezTo>
                    <a:cubicBezTo>
                      <a:pt x="73" y="37"/>
                      <a:pt x="73" y="37"/>
                      <a:pt x="73" y="37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66" y="29"/>
                      <a:pt x="66" y="29"/>
                      <a:pt x="66" y="29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9" y="2"/>
                      <a:pt x="59" y="2"/>
                      <a:pt x="59" y="2"/>
                    </a:cubicBezTo>
                    <a:lnTo>
                      <a:pt x="52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7" name="Google Shape;409;p50">
                <a:extLst>
                  <a:ext uri="{FF2B5EF4-FFF2-40B4-BE49-F238E27FC236}">
                    <a16:creationId xmlns:a16="http://schemas.microsoft.com/office/drawing/2014/main" id="{A23A946A-718D-4A41-A8A9-C5C13FB84E50}"/>
                  </a:ext>
                </a:extLst>
              </p:cNvPr>
              <p:cNvSpPr/>
              <p:nvPr/>
            </p:nvSpPr>
            <p:spPr>
              <a:xfrm>
                <a:off x="6221027" y="4218487"/>
                <a:ext cx="178442" cy="211312"/>
              </a:xfrm>
              <a:custGeom>
                <a:avLst/>
                <a:gdLst/>
                <a:ahLst/>
                <a:cxnLst/>
                <a:rect l="l" t="t" r="r" b="b"/>
                <a:pathLst>
                  <a:path w="90" h="106" extrusionOk="0">
                    <a:moveTo>
                      <a:pt x="31" y="9"/>
                    </a:moveTo>
                    <a:cubicBezTo>
                      <a:pt x="29" y="4"/>
                      <a:pt x="29" y="4"/>
                      <a:pt x="29" y="4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1" y="106"/>
                      <a:pt x="11" y="106"/>
                      <a:pt x="11" y="106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40" y="81"/>
                      <a:pt x="43" y="81"/>
                      <a:pt x="44" y="81"/>
                    </a:cubicBezTo>
                    <a:cubicBezTo>
                      <a:pt x="49" y="82"/>
                      <a:pt x="53" y="82"/>
                      <a:pt x="58" y="82"/>
                    </a:cubicBezTo>
                    <a:cubicBezTo>
                      <a:pt x="63" y="76"/>
                      <a:pt x="68" y="70"/>
                      <a:pt x="72" y="64"/>
                    </a:cubicBezTo>
                    <a:cubicBezTo>
                      <a:pt x="75" y="61"/>
                      <a:pt x="76" y="57"/>
                      <a:pt x="78" y="53"/>
                    </a:cubicBezTo>
                    <a:cubicBezTo>
                      <a:pt x="90" y="49"/>
                      <a:pt x="90" y="49"/>
                      <a:pt x="90" y="49"/>
                    </a:cubicBezTo>
                    <a:cubicBezTo>
                      <a:pt x="88" y="43"/>
                      <a:pt x="88" y="43"/>
                      <a:pt x="88" y="43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70" y="21"/>
                      <a:pt x="65" y="17"/>
                      <a:pt x="60" y="13"/>
                    </a:cubicBezTo>
                    <a:cubicBezTo>
                      <a:pt x="56" y="9"/>
                      <a:pt x="52" y="5"/>
                      <a:pt x="49" y="0"/>
                    </a:cubicBezTo>
                    <a:lnTo>
                      <a:pt x="31" y="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8" name="Google Shape;410;p50">
                <a:extLst>
                  <a:ext uri="{FF2B5EF4-FFF2-40B4-BE49-F238E27FC236}">
                    <a16:creationId xmlns:a16="http://schemas.microsoft.com/office/drawing/2014/main" id="{4858AB3D-C61E-4D35-A322-82FB67D41A02}"/>
                  </a:ext>
                </a:extLst>
              </p:cNvPr>
              <p:cNvSpPr/>
              <p:nvPr/>
            </p:nvSpPr>
            <p:spPr>
              <a:xfrm>
                <a:off x="5902884" y="3571637"/>
                <a:ext cx="44610" cy="140875"/>
              </a:xfrm>
              <a:custGeom>
                <a:avLst/>
                <a:gdLst/>
                <a:ahLst/>
                <a:cxnLst/>
                <a:rect l="l" t="t" r="r" b="b"/>
                <a:pathLst>
                  <a:path w="22" h="71" extrusionOk="0">
                    <a:moveTo>
                      <a:pt x="7" y="4"/>
                    </a:moveTo>
                    <a:cubicBezTo>
                      <a:pt x="1" y="18"/>
                      <a:pt x="1" y="18"/>
                      <a:pt x="1" y="1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1" y="71"/>
                      <a:pt x="1" y="71"/>
                      <a:pt x="1" y="71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10" y="65"/>
                      <a:pt x="15" y="6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7" y="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49" name="Google Shape;411;p50">
                <a:extLst>
                  <a:ext uri="{FF2B5EF4-FFF2-40B4-BE49-F238E27FC236}">
                    <a16:creationId xmlns:a16="http://schemas.microsoft.com/office/drawing/2014/main" id="{10CD97F6-2467-4F5F-9489-8DCC8414E09B}"/>
                  </a:ext>
                </a:extLst>
              </p:cNvPr>
              <p:cNvSpPr/>
              <p:nvPr/>
            </p:nvSpPr>
            <p:spPr>
              <a:xfrm>
                <a:off x="6083673" y="3930868"/>
                <a:ext cx="39915" cy="31697"/>
              </a:xfrm>
              <a:custGeom>
                <a:avLst/>
                <a:gdLst/>
                <a:ahLst/>
                <a:cxnLst/>
                <a:rect l="l" t="t" r="r" b="b"/>
                <a:pathLst>
                  <a:path w="20" h="16" extrusionOk="0">
                    <a:moveTo>
                      <a:pt x="9" y="16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2" y="6"/>
                      <a:pt x="3" y="8"/>
                      <a:pt x="4" y="10"/>
                    </a:cubicBezTo>
                    <a:cubicBezTo>
                      <a:pt x="5" y="11"/>
                      <a:pt x="5" y="12"/>
                      <a:pt x="6" y="14"/>
                    </a:cubicBezTo>
                    <a:lnTo>
                      <a:pt x="9" y="1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0" name="Google Shape;412;p50">
                <a:extLst>
                  <a:ext uri="{FF2B5EF4-FFF2-40B4-BE49-F238E27FC236}">
                    <a16:creationId xmlns:a16="http://schemas.microsoft.com/office/drawing/2014/main" id="{B238E6B7-7FB5-411D-9C50-4B52DB98A498}"/>
                  </a:ext>
                </a:extLst>
              </p:cNvPr>
              <p:cNvSpPr/>
              <p:nvPr/>
            </p:nvSpPr>
            <p:spPr>
              <a:xfrm>
                <a:off x="6076630" y="3964912"/>
                <a:ext cx="221878" cy="25944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1" extrusionOk="0">
                    <a:moveTo>
                      <a:pt x="16" y="23"/>
                    </a:moveTo>
                    <a:cubicBezTo>
                      <a:pt x="12" y="29"/>
                      <a:pt x="12" y="29"/>
                      <a:pt x="12" y="2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20" y="51"/>
                      <a:pt x="20" y="61"/>
                      <a:pt x="12" y="70"/>
                    </a:cubicBezTo>
                    <a:cubicBezTo>
                      <a:pt x="4" y="93"/>
                      <a:pt x="4" y="93"/>
                      <a:pt x="4" y="93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2" y="122"/>
                      <a:pt x="2" y="122"/>
                      <a:pt x="2" y="122"/>
                    </a:cubicBezTo>
                    <a:cubicBezTo>
                      <a:pt x="20" y="117"/>
                      <a:pt x="20" y="117"/>
                      <a:pt x="20" y="117"/>
                    </a:cubicBezTo>
                    <a:cubicBezTo>
                      <a:pt x="21" y="117"/>
                      <a:pt x="21" y="117"/>
                      <a:pt x="21" y="117"/>
                    </a:cubicBezTo>
                    <a:cubicBezTo>
                      <a:pt x="23" y="118"/>
                      <a:pt x="26" y="119"/>
                      <a:pt x="29" y="119"/>
                    </a:cubicBezTo>
                    <a:cubicBezTo>
                      <a:pt x="36" y="119"/>
                      <a:pt x="43" y="120"/>
                      <a:pt x="50" y="120"/>
                    </a:cubicBezTo>
                    <a:cubicBezTo>
                      <a:pt x="57" y="120"/>
                      <a:pt x="57" y="120"/>
                      <a:pt x="57" y="120"/>
                    </a:cubicBezTo>
                    <a:cubicBezTo>
                      <a:pt x="63" y="127"/>
                      <a:pt x="63" y="127"/>
                      <a:pt x="63" y="127"/>
                    </a:cubicBezTo>
                    <a:cubicBezTo>
                      <a:pt x="83" y="131"/>
                      <a:pt x="83" y="131"/>
                      <a:pt x="83" y="131"/>
                    </a:cubicBezTo>
                    <a:cubicBezTo>
                      <a:pt x="86" y="131"/>
                      <a:pt x="89" y="129"/>
                      <a:pt x="93" y="128"/>
                    </a:cubicBezTo>
                    <a:cubicBezTo>
                      <a:pt x="95" y="128"/>
                      <a:pt x="95" y="128"/>
                      <a:pt x="95" y="128"/>
                    </a:cubicBezTo>
                    <a:cubicBezTo>
                      <a:pt x="102" y="125"/>
                      <a:pt x="102" y="125"/>
                      <a:pt x="102" y="125"/>
                    </a:cubicBezTo>
                    <a:cubicBezTo>
                      <a:pt x="96" y="119"/>
                      <a:pt x="96" y="119"/>
                      <a:pt x="96" y="119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112" y="76"/>
                      <a:pt x="112" y="76"/>
                      <a:pt x="112" y="76"/>
                    </a:cubicBezTo>
                    <a:cubicBezTo>
                      <a:pt x="112" y="56"/>
                      <a:pt x="112" y="56"/>
                      <a:pt x="112" y="56"/>
                    </a:cubicBezTo>
                    <a:cubicBezTo>
                      <a:pt x="110" y="56"/>
                      <a:pt x="107" y="56"/>
                      <a:pt x="104" y="56"/>
                    </a:cubicBezTo>
                    <a:cubicBezTo>
                      <a:pt x="103" y="41"/>
                      <a:pt x="103" y="41"/>
                      <a:pt x="103" y="41"/>
                    </a:cubicBezTo>
                    <a:cubicBezTo>
                      <a:pt x="101" y="37"/>
                      <a:pt x="101" y="37"/>
                      <a:pt x="101" y="37"/>
                    </a:cubicBezTo>
                    <a:cubicBezTo>
                      <a:pt x="98" y="26"/>
                      <a:pt x="95" y="15"/>
                      <a:pt x="92" y="4"/>
                    </a:cubicBezTo>
                    <a:cubicBezTo>
                      <a:pt x="75" y="3"/>
                      <a:pt x="75" y="3"/>
                      <a:pt x="75" y="3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7" y="2"/>
                      <a:pt x="24" y="4"/>
                      <a:pt x="11" y="6"/>
                    </a:cubicBezTo>
                    <a:cubicBezTo>
                      <a:pt x="11" y="13"/>
                      <a:pt x="11" y="13"/>
                      <a:pt x="11" y="13"/>
                    </a:cubicBezTo>
                    <a:lnTo>
                      <a:pt x="16" y="2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1" name="Google Shape;413;p50">
                <a:extLst>
                  <a:ext uri="{FF2B5EF4-FFF2-40B4-BE49-F238E27FC236}">
                    <a16:creationId xmlns:a16="http://schemas.microsoft.com/office/drawing/2014/main" id="{DFFEC45B-FA79-4D99-A787-FCD1BFE1025C}"/>
                  </a:ext>
                </a:extLst>
              </p:cNvPr>
              <p:cNvSpPr/>
              <p:nvPr/>
            </p:nvSpPr>
            <p:spPr>
              <a:xfrm>
                <a:off x="5730313" y="3017528"/>
                <a:ext cx="353361" cy="40501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04" extrusionOk="0">
                    <a:moveTo>
                      <a:pt x="101" y="7"/>
                    </a:moveTo>
                    <a:cubicBezTo>
                      <a:pt x="92" y="4"/>
                      <a:pt x="92" y="4"/>
                      <a:pt x="92" y="4"/>
                    </a:cubicBezTo>
                    <a:cubicBezTo>
                      <a:pt x="79" y="10"/>
                      <a:pt x="67" y="15"/>
                      <a:pt x="54" y="21"/>
                    </a:cubicBezTo>
                    <a:cubicBezTo>
                      <a:pt x="58" y="28"/>
                      <a:pt x="62" y="35"/>
                      <a:pt x="67" y="41"/>
                    </a:cubicBezTo>
                    <a:cubicBezTo>
                      <a:pt x="63" y="48"/>
                      <a:pt x="63" y="48"/>
                      <a:pt x="63" y="48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61"/>
                      <a:pt x="55" y="61"/>
                      <a:pt x="55" y="61"/>
                    </a:cubicBezTo>
                    <a:cubicBezTo>
                      <a:pt x="51" y="62"/>
                      <a:pt x="51" y="62"/>
                      <a:pt x="51" y="62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12" y="83"/>
                      <a:pt x="12" y="83"/>
                      <a:pt x="12" y="83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9" y="144"/>
                      <a:pt x="39" y="144"/>
                      <a:pt x="39" y="144"/>
                    </a:cubicBezTo>
                    <a:cubicBezTo>
                      <a:pt x="102" y="194"/>
                      <a:pt x="102" y="194"/>
                      <a:pt x="102" y="194"/>
                    </a:cubicBezTo>
                    <a:cubicBezTo>
                      <a:pt x="108" y="194"/>
                      <a:pt x="108" y="194"/>
                      <a:pt x="108" y="194"/>
                    </a:cubicBezTo>
                    <a:cubicBezTo>
                      <a:pt x="107" y="201"/>
                      <a:pt x="107" y="201"/>
                      <a:pt x="107" y="201"/>
                    </a:cubicBezTo>
                    <a:cubicBezTo>
                      <a:pt x="108" y="204"/>
                      <a:pt x="108" y="204"/>
                      <a:pt x="108" y="204"/>
                    </a:cubicBezTo>
                    <a:cubicBezTo>
                      <a:pt x="115" y="202"/>
                      <a:pt x="121" y="199"/>
                      <a:pt x="126" y="195"/>
                    </a:cubicBezTo>
                    <a:cubicBezTo>
                      <a:pt x="128" y="194"/>
                      <a:pt x="130" y="193"/>
                      <a:pt x="132" y="191"/>
                    </a:cubicBezTo>
                    <a:cubicBezTo>
                      <a:pt x="134" y="189"/>
                      <a:pt x="134" y="189"/>
                      <a:pt x="134" y="189"/>
                    </a:cubicBezTo>
                    <a:cubicBezTo>
                      <a:pt x="178" y="154"/>
                      <a:pt x="178" y="154"/>
                      <a:pt x="178" y="154"/>
                    </a:cubicBezTo>
                    <a:cubicBezTo>
                      <a:pt x="168" y="144"/>
                      <a:pt x="168" y="144"/>
                      <a:pt x="168" y="144"/>
                    </a:cubicBezTo>
                    <a:cubicBezTo>
                      <a:pt x="160" y="124"/>
                      <a:pt x="160" y="124"/>
                      <a:pt x="160" y="124"/>
                    </a:cubicBezTo>
                    <a:cubicBezTo>
                      <a:pt x="161" y="119"/>
                      <a:pt x="161" y="113"/>
                      <a:pt x="161" y="107"/>
                    </a:cubicBezTo>
                    <a:cubicBezTo>
                      <a:pt x="160" y="99"/>
                      <a:pt x="160" y="91"/>
                      <a:pt x="159" y="84"/>
                    </a:cubicBezTo>
                    <a:cubicBezTo>
                      <a:pt x="158" y="80"/>
                      <a:pt x="158" y="80"/>
                      <a:pt x="158" y="80"/>
                    </a:cubicBezTo>
                    <a:cubicBezTo>
                      <a:pt x="158" y="79"/>
                      <a:pt x="158" y="78"/>
                      <a:pt x="157" y="78"/>
                    </a:cubicBezTo>
                    <a:cubicBezTo>
                      <a:pt x="160" y="73"/>
                      <a:pt x="160" y="73"/>
                      <a:pt x="160" y="73"/>
                    </a:cubicBezTo>
                    <a:cubicBezTo>
                      <a:pt x="152" y="50"/>
                      <a:pt x="152" y="50"/>
                      <a:pt x="152" y="50"/>
                    </a:cubicBezTo>
                    <a:cubicBezTo>
                      <a:pt x="144" y="45"/>
                      <a:pt x="144" y="45"/>
                      <a:pt x="144" y="45"/>
                    </a:cubicBezTo>
                    <a:cubicBezTo>
                      <a:pt x="142" y="36"/>
                      <a:pt x="142" y="36"/>
                      <a:pt x="142" y="36"/>
                    </a:cubicBezTo>
                    <a:cubicBezTo>
                      <a:pt x="149" y="27"/>
                      <a:pt x="149" y="27"/>
                      <a:pt x="149" y="27"/>
                    </a:cubicBezTo>
                    <a:cubicBezTo>
                      <a:pt x="146" y="9"/>
                      <a:pt x="146" y="9"/>
                      <a:pt x="146" y="9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9" y="2"/>
                      <a:pt x="132" y="3"/>
                      <a:pt x="125" y="4"/>
                    </a:cubicBezTo>
                    <a:cubicBezTo>
                      <a:pt x="119" y="3"/>
                      <a:pt x="119" y="3"/>
                      <a:pt x="119" y="3"/>
                    </a:cubicBezTo>
                    <a:cubicBezTo>
                      <a:pt x="116" y="5"/>
                      <a:pt x="116" y="5"/>
                      <a:pt x="116" y="5"/>
                    </a:cubicBezTo>
                    <a:cubicBezTo>
                      <a:pt x="106" y="4"/>
                      <a:pt x="106" y="4"/>
                      <a:pt x="106" y="4"/>
                    </a:cubicBezTo>
                    <a:lnTo>
                      <a:pt x="101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2" name="Google Shape;414;p50">
                <a:extLst>
                  <a:ext uri="{FF2B5EF4-FFF2-40B4-BE49-F238E27FC236}">
                    <a16:creationId xmlns:a16="http://schemas.microsoft.com/office/drawing/2014/main" id="{C8849046-895D-4DEF-BB60-B5B2A4C42765}"/>
                  </a:ext>
                </a:extLst>
              </p:cNvPr>
              <p:cNvSpPr/>
              <p:nvPr/>
            </p:nvSpPr>
            <p:spPr>
              <a:xfrm>
                <a:off x="6172894" y="4315926"/>
                <a:ext cx="292315" cy="2758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39" extrusionOk="0">
                    <a:moveTo>
                      <a:pt x="136" y="50"/>
                    </a:moveTo>
                    <a:cubicBezTo>
                      <a:pt x="133" y="57"/>
                      <a:pt x="133" y="57"/>
                      <a:pt x="133" y="57"/>
                    </a:cubicBezTo>
                    <a:cubicBezTo>
                      <a:pt x="125" y="56"/>
                      <a:pt x="125" y="56"/>
                      <a:pt x="125" y="56"/>
                    </a:cubicBezTo>
                    <a:cubicBezTo>
                      <a:pt x="120" y="43"/>
                      <a:pt x="120" y="43"/>
                      <a:pt x="120" y="43"/>
                    </a:cubicBezTo>
                    <a:cubicBezTo>
                      <a:pt x="125" y="35"/>
                      <a:pt x="125" y="35"/>
                      <a:pt x="125" y="35"/>
                    </a:cubicBezTo>
                    <a:cubicBezTo>
                      <a:pt x="133" y="37"/>
                      <a:pt x="133" y="37"/>
                      <a:pt x="133" y="37"/>
                    </a:cubicBezTo>
                    <a:cubicBezTo>
                      <a:pt x="131" y="31"/>
                      <a:pt x="131" y="25"/>
                      <a:pt x="130" y="19"/>
                    </a:cubicBezTo>
                    <a:cubicBezTo>
                      <a:pt x="127" y="2"/>
                      <a:pt x="127" y="2"/>
                      <a:pt x="127" y="2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02" y="4"/>
                      <a:pt x="102" y="4"/>
                      <a:pt x="102" y="4"/>
                    </a:cubicBezTo>
                    <a:cubicBezTo>
                      <a:pt x="100" y="8"/>
                      <a:pt x="99" y="12"/>
                      <a:pt x="96" y="15"/>
                    </a:cubicBezTo>
                    <a:cubicBezTo>
                      <a:pt x="92" y="21"/>
                      <a:pt x="87" y="27"/>
                      <a:pt x="82" y="33"/>
                    </a:cubicBezTo>
                    <a:cubicBezTo>
                      <a:pt x="77" y="33"/>
                      <a:pt x="73" y="33"/>
                      <a:pt x="68" y="32"/>
                    </a:cubicBezTo>
                    <a:cubicBezTo>
                      <a:pt x="67" y="32"/>
                      <a:pt x="64" y="32"/>
                      <a:pt x="62" y="31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35" y="57"/>
                      <a:pt x="35" y="57"/>
                      <a:pt x="35" y="57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4" y="70"/>
                      <a:pt x="4" y="70"/>
                      <a:pt x="4" y="7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2" y="116"/>
                      <a:pt x="12" y="116"/>
                      <a:pt x="12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8"/>
                      <a:pt x="7" y="119"/>
                      <a:pt x="8" y="121"/>
                    </a:cubicBezTo>
                    <a:cubicBezTo>
                      <a:pt x="9" y="125"/>
                      <a:pt x="9" y="128"/>
                      <a:pt x="10" y="131"/>
                    </a:cubicBezTo>
                    <a:cubicBezTo>
                      <a:pt x="11" y="133"/>
                      <a:pt x="11" y="135"/>
                      <a:pt x="11" y="136"/>
                    </a:cubicBezTo>
                    <a:cubicBezTo>
                      <a:pt x="13" y="138"/>
                      <a:pt x="13" y="138"/>
                      <a:pt x="13" y="138"/>
                    </a:cubicBezTo>
                    <a:cubicBezTo>
                      <a:pt x="15" y="133"/>
                      <a:pt x="15" y="133"/>
                      <a:pt x="15" y="133"/>
                    </a:cubicBezTo>
                    <a:cubicBezTo>
                      <a:pt x="18" y="133"/>
                      <a:pt x="18" y="133"/>
                      <a:pt x="18" y="133"/>
                    </a:cubicBezTo>
                    <a:cubicBezTo>
                      <a:pt x="21" y="138"/>
                      <a:pt x="21" y="138"/>
                      <a:pt x="21" y="138"/>
                    </a:cubicBezTo>
                    <a:cubicBezTo>
                      <a:pt x="23" y="137"/>
                      <a:pt x="23" y="137"/>
                      <a:pt x="23" y="137"/>
                    </a:cubicBezTo>
                    <a:cubicBezTo>
                      <a:pt x="28" y="139"/>
                      <a:pt x="28" y="139"/>
                      <a:pt x="28" y="139"/>
                    </a:cubicBezTo>
                    <a:cubicBezTo>
                      <a:pt x="44" y="135"/>
                      <a:pt x="44" y="135"/>
                      <a:pt x="44" y="135"/>
                    </a:cubicBezTo>
                    <a:cubicBezTo>
                      <a:pt x="47" y="131"/>
                      <a:pt x="47" y="131"/>
                      <a:pt x="47" y="131"/>
                    </a:cubicBezTo>
                    <a:cubicBezTo>
                      <a:pt x="56" y="131"/>
                      <a:pt x="64" y="130"/>
                      <a:pt x="73" y="130"/>
                    </a:cubicBezTo>
                    <a:cubicBezTo>
                      <a:pt x="79" y="132"/>
                      <a:pt x="79" y="132"/>
                      <a:pt x="79" y="132"/>
                    </a:cubicBezTo>
                    <a:cubicBezTo>
                      <a:pt x="79" y="128"/>
                      <a:pt x="79" y="128"/>
                      <a:pt x="79" y="128"/>
                    </a:cubicBezTo>
                    <a:cubicBezTo>
                      <a:pt x="83" y="126"/>
                      <a:pt x="83" y="126"/>
                      <a:pt x="83" y="126"/>
                    </a:cubicBezTo>
                    <a:cubicBezTo>
                      <a:pt x="89" y="128"/>
                      <a:pt x="89" y="128"/>
                      <a:pt x="89" y="128"/>
                    </a:cubicBezTo>
                    <a:cubicBezTo>
                      <a:pt x="90" y="125"/>
                      <a:pt x="90" y="125"/>
                      <a:pt x="90" y="125"/>
                    </a:cubicBezTo>
                    <a:cubicBezTo>
                      <a:pt x="99" y="118"/>
                      <a:pt x="107" y="110"/>
                      <a:pt x="114" y="102"/>
                    </a:cubicBezTo>
                    <a:cubicBezTo>
                      <a:pt x="120" y="96"/>
                      <a:pt x="125" y="90"/>
                      <a:pt x="130" y="82"/>
                    </a:cubicBezTo>
                    <a:cubicBezTo>
                      <a:pt x="133" y="77"/>
                      <a:pt x="137" y="71"/>
                      <a:pt x="141" y="65"/>
                    </a:cubicBezTo>
                    <a:cubicBezTo>
                      <a:pt x="143" y="61"/>
                      <a:pt x="145" y="57"/>
                      <a:pt x="147" y="52"/>
                    </a:cubicBezTo>
                    <a:lnTo>
                      <a:pt x="136" y="50"/>
                    </a:lnTo>
                    <a:close/>
                    <a:moveTo>
                      <a:pt x="103" y="89"/>
                    </a:moveTo>
                    <a:cubicBezTo>
                      <a:pt x="102" y="94"/>
                      <a:pt x="102" y="94"/>
                      <a:pt x="102" y="94"/>
                    </a:cubicBezTo>
                    <a:cubicBezTo>
                      <a:pt x="95" y="95"/>
                      <a:pt x="95" y="95"/>
                      <a:pt x="95" y="95"/>
                    </a:cubicBezTo>
                    <a:cubicBezTo>
                      <a:pt x="89" y="82"/>
                      <a:pt x="89" y="82"/>
                      <a:pt x="89" y="82"/>
                    </a:cubicBezTo>
                    <a:cubicBezTo>
                      <a:pt x="102" y="70"/>
                      <a:pt x="102" y="70"/>
                      <a:pt x="102" y="70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0" y="88"/>
                      <a:pt x="110" y="88"/>
                      <a:pt x="110" y="88"/>
                    </a:cubicBezTo>
                    <a:lnTo>
                      <a:pt x="103" y="8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3" name="Google Shape;415;p50">
                <a:extLst>
                  <a:ext uri="{FF2B5EF4-FFF2-40B4-BE49-F238E27FC236}">
                    <a16:creationId xmlns:a16="http://schemas.microsoft.com/office/drawing/2014/main" id="{C350C432-B640-4141-8CD5-BCA32D21A52F}"/>
                  </a:ext>
                </a:extLst>
              </p:cNvPr>
              <p:cNvSpPr/>
              <p:nvPr/>
            </p:nvSpPr>
            <p:spPr>
              <a:xfrm>
                <a:off x="5657528" y="3045703"/>
                <a:ext cx="206617" cy="18666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94" extrusionOk="0">
                    <a:moveTo>
                      <a:pt x="91" y="7"/>
                    </a:moveTo>
                    <a:cubicBezTo>
                      <a:pt x="90" y="7"/>
                      <a:pt x="90" y="7"/>
                      <a:pt x="90" y="7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79" y="3"/>
                      <a:pt x="79" y="3"/>
                      <a:pt x="79" y="3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1" y="2"/>
                      <a:pt x="61" y="2"/>
                      <a:pt x="61" y="2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9" y="65"/>
                      <a:pt x="25" y="72"/>
                      <a:pt x="16" y="82"/>
                    </a:cubicBezTo>
                    <a:cubicBezTo>
                      <a:pt x="15" y="84"/>
                      <a:pt x="14" y="84"/>
                      <a:pt x="14" y="85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37" y="94"/>
                      <a:pt x="37" y="94"/>
                      <a:pt x="37" y="94"/>
                    </a:cubicBezTo>
                    <a:cubicBezTo>
                      <a:pt x="37" y="82"/>
                      <a:pt x="37" y="82"/>
                      <a:pt x="37" y="82"/>
                    </a:cubicBezTo>
                    <a:cubicBezTo>
                      <a:pt x="49" y="69"/>
                      <a:pt x="49" y="69"/>
                      <a:pt x="49" y="69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92" y="47"/>
                      <a:pt x="92" y="47"/>
                      <a:pt x="92" y="47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4" y="27"/>
                      <a:pt x="104" y="27"/>
                      <a:pt x="104" y="27"/>
                    </a:cubicBezTo>
                    <a:lnTo>
                      <a:pt x="91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4" name="Google Shape;416;p50">
                <a:extLst>
                  <a:ext uri="{FF2B5EF4-FFF2-40B4-BE49-F238E27FC236}">
                    <a16:creationId xmlns:a16="http://schemas.microsoft.com/office/drawing/2014/main" id="{DCC165D6-7EF6-4083-B2F2-CC92EF77B411}"/>
                  </a:ext>
                </a:extLst>
              </p:cNvPr>
              <p:cNvSpPr/>
              <p:nvPr/>
            </p:nvSpPr>
            <p:spPr>
              <a:xfrm>
                <a:off x="5571828" y="3232362"/>
                <a:ext cx="158484" cy="142049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21" extrusionOk="0">
                    <a:moveTo>
                      <a:pt x="68" y="16"/>
                    </a:moveTo>
                    <a:lnTo>
                      <a:pt x="57" y="18"/>
                    </a:lnTo>
                    <a:lnTo>
                      <a:pt x="49" y="27"/>
                    </a:lnTo>
                    <a:lnTo>
                      <a:pt x="37" y="57"/>
                    </a:lnTo>
                    <a:lnTo>
                      <a:pt x="24" y="66"/>
                    </a:lnTo>
                    <a:lnTo>
                      <a:pt x="24" y="69"/>
                    </a:lnTo>
                    <a:lnTo>
                      <a:pt x="29" y="71"/>
                    </a:lnTo>
                    <a:lnTo>
                      <a:pt x="27" y="77"/>
                    </a:lnTo>
                    <a:lnTo>
                      <a:pt x="3" y="109"/>
                    </a:lnTo>
                    <a:lnTo>
                      <a:pt x="0" y="121"/>
                    </a:lnTo>
                    <a:lnTo>
                      <a:pt x="73" y="121"/>
                    </a:lnTo>
                    <a:lnTo>
                      <a:pt x="69" y="94"/>
                    </a:lnTo>
                    <a:lnTo>
                      <a:pt x="79" y="84"/>
                    </a:lnTo>
                    <a:lnTo>
                      <a:pt x="98" y="79"/>
                    </a:lnTo>
                    <a:lnTo>
                      <a:pt x="98" y="27"/>
                    </a:lnTo>
                    <a:lnTo>
                      <a:pt x="135" y="27"/>
                    </a:lnTo>
                    <a:lnTo>
                      <a:pt x="135" y="6"/>
                    </a:lnTo>
                    <a:lnTo>
                      <a:pt x="135" y="0"/>
                    </a:lnTo>
                    <a:lnTo>
                      <a:pt x="73" y="0"/>
                    </a:lnTo>
                    <a:lnTo>
                      <a:pt x="68" y="1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5" name="Google Shape;417;p50">
                <a:extLst>
                  <a:ext uri="{FF2B5EF4-FFF2-40B4-BE49-F238E27FC236}">
                    <a16:creationId xmlns:a16="http://schemas.microsoft.com/office/drawing/2014/main" id="{3932A692-41BB-4CB6-9518-A44B4F1AA71B}"/>
                  </a:ext>
                </a:extLst>
              </p:cNvPr>
              <p:cNvSpPr/>
              <p:nvPr/>
            </p:nvSpPr>
            <p:spPr>
              <a:xfrm>
                <a:off x="6628390" y="3451893"/>
                <a:ext cx="186659" cy="11387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7" extrusionOk="0">
                    <a:moveTo>
                      <a:pt x="18" y="17"/>
                    </a:moveTo>
                    <a:cubicBezTo>
                      <a:pt x="10" y="15"/>
                      <a:pt x="10" y="15"/>
                      <a:pt x="10" y="15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4" y="27"/>
                      <a:pt x="4" y="29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52"/>
                      <a:pt x="6" y="52"/>
                      <a:pt x="6" y="52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6" y="53"/>
                      <a:pt x="26" y="53"/>
                      <a:pt x="26" y="53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1" y="45"/>
                      <a:pt x="51" y="45"/>
                      <a:pt x="51" y="45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71" y="35"/>
                      <a:pt x="71" y="35"/>
                      <a:pt x="71" y="35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94" y="14"/>
                      <a:pt x="94" y="14"/>
                      <a:pt x="94" y="14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48" y="17"/>
                      <a:pt x="48" y="17"/>
                      <a:pt x="48" y="17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18" y="1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6" name="Google Shape;418;p50">
                <a:extLst>
                  <a:ext uri="{FF2B5EF4-FFF2-40B4-BE49-F238E27FC236}">
                    <a16:creationId xmlns:a16="http://schemas.microsoft.com/office/drawing/2014/main" id="{F3D99CFD-BF50-41FA-956E-BF1960AA55EC}"/>
                  </a:ext>
                </a:extLst>
              </p:cNvPr>
              <p:cNvSpPr/>
              <p:nvPr/>
            </p:nvSpPr>
            <p:spPr>
              <a:xfrm>
                <a:off x="7670864" y="3339193"/>
                <a:ext cx="124440" cy="307577"/>
              </a:xfrm>
              <a:custGeom>
                <a:avLst/>
                <a:gdLst/>
                <a:ahLst/>
                <a:cxnLst/>
                <a:rect l="l" t="t" r="r" b="b"/>
                <a:pathLst>
                  <a:path w="63" h="155" extrusionOk="0">
                    <a:moveTo>
                      <a:pt x="14" y="6"/>
                    </a:moveTo>
                    <a:cubicBezTo>
                      <a:pt x="7" y="9"/>
                      <a:pt x="7" y="9"/>
                      <a:pt x="7" y="9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50" y="95"/>
                      <a:pt x="50" y="95"/>
                      <a:pt x="50" y="95"/>
                    </a:cubicBezTo>
                    <a:cubicBezTo>
                      <a:pt x="45" y="105"/>
                      <a:pt x="45" y="105"/>
                      <a:pt x="45" y="105"/>
                    </a:cubicBezTo>
                    <a:cubicBezTo>
                      <a:pt x="45" y="115"/>
                      <a:pt x="45" y="115"/>
                      <a:pt x="45" y="115"/>
                    </a:cubicBezTo>
                    <a:cubicBezTo>
                      <a:pt x="34" y="123"/>
                      <a:pt x="34" y="123"/>
                      <a:pt x="34" y="123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21" y="136"/>
                      <a:pt x="21" y="136"/>
                      <a:pt x="21" y="136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22" y="142"/>
                      <a:pt x="22" y="142"/>
                      <a:pt x="22" y="142"/>
                    </a:cubicBezTo>
                    <a:cubicBezTo>
                      <a:pt x="22" y="149"/>
                      <a:pt x="22" y="149"/>
                      <a:pt x="22" y="149"/>
                    </a:cubicBezTo>
                    <a:cubicBezTo>
                      <a:pt x="19" y="154"/>
                      <a:pt x="19" y="154"/>
                      <a:pt x="19" y="154"/>
                    </a:cubicBezTo>
                    <a:cubicBezTo>
                      <a:pt x="23" y="155"/>
                      <a:pt x="23" y="155"/>
                      <a:pt x="23" y="155"/>
                    </a:cubicBezTo>
                    <a:cubicBezTo>
                      <a:pt x="25" y="151"/>
                      <a:pt x="25" y="151"/>
                      <a:pt x="25" y="151"/>
                    </a:cubicBezTo>
                    <a:cubicBezTo>
                      <a:pt x="32" y="148"/>
                      <a:pt x="32" y="148"/>
                      <a:pt x="32" y="148"/>
                    </a:cubicBezTo>
                    <a:cubicBezTo>
                      <a:pt x="32" y="144"/>
                      <a:pt x="32" y="144"/>
                      <a:pt x="32" y="144"/>
                    </a:cubicBezTo>
                    <a:cubicBezTo>
                      <a:pt x="36" y="144"/>
                      <a:pt x="36" y="144"/>
                      <a:pt x="36" y="144"/>
                    </a:cubicBezTo>
                    <a:cubicBezTo>
                      <a:pt x="38" y="143"/>
                      <a:pt x="38" y="143"/>
                      <a:pt x="38" y="143"/>
                    </a:cubicBezTo>
                    <a:cubicBezTo>
                      <a:pt x="36" y="140"/>
                      <a:pt x="36" y="140"/>
                      <a:pt x="36" y="140"/>
                    </a:cubicBezTo>
                    <a:cubicBezTo>
                      <a:pt x="40" y="138"/>
                      <a:pt x="40" y="138"/>
                      <a:pt x="40" y="138"/>
                    </a:cubicBezTo>
                    <a:cubicBezTo>
                      <a:pt x="40" y="133"/>
                      <a:pt x="40" y="133"/>
                      <a:pt x="40" y="133"/>
                    </a:cubicBezTo>
                    <a:cubicBezTo>
                      <a:pt x="44" y="135"/>
                      <a:pt x="44" y="135"/>
                      <a:pt x="44" y="135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1" y="119"/>
                      <a:pt x="61" y="119"/>
                      <a:pt x="61" y="119"/>
                    </a:cubicBezTo>
                    <a:cubicBezTo>
                      <a:pt x="63" y="110"/>
                      <a:pt x="63" y="110"/>
                      <a:pt x="63" y="110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57" y="81"/>
                      <a:pt x="57" y="81"/>
                      <a:pt x="57" y="81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41" y="60"/>
                      <a:pt x="41" y="60"/>
                      <a:pt x="41" y="60"/>
                    </a:cubicBezTo>
                    <a:cubicBezTo>
                      <a:pt x="36" y="48"/>
                      <a:pt x="35" y="38"/>
                      <a:pt x="40" y="32"/>
                    </a:cubicBezTo>
                    <a:cubicBezTo>
                      <a:pt x="49" y="24"/>
                      <a:pt x="49" y="24"/>
                      <a:pt x="49" y="24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2" y="2"/>
                      <a:pt x="18" y="4"/>
                      <a:pt x="14" y="6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7" name="Google Shape;419;p50">
                <a:extLst>
                  <a:ext uri="{FF2B5EF4-FFF2-40B4-BE49-F238E27FC236}">
                    <a16:creationId xmlns:a16="http://schemas.microsoft.com/office/drawing/2014/main" id="{A7BC5A34-0C32-4C08-97E8-A277D204C9F3}"/>
                  </a:ext>
                </a:extLst>
              </p:cNvPr>
              <p:cNvSpPr/>
              <p:nvPr/>
            </p:nvSpPr>
            <p:spPr>
              <a:xfrm>
                <a:off x="7670864" y="3339193"/>
                <a:ext cx="124440" cy="307577"/>
              </a:xfrm>
              <a:custGeom>
                <a:avLst/>
                <a:gdLst/>
                <a:ahLst/>
                <a:cxnLst/>
                <a:rect l="l" t="t" r="r" b="b"/>
                <a:pathLst>
                  <a:path w="63" h="155" extrusionOk="0">
                    <a:moveTo>
                      <a:pt x="14" y="6"/>
                    </a:moveTo>
                    <a:cubicBezTo>
                      <a:pt x="7" y="9"/>
                      <a:pt x="7" y="9"/>
                      <a:pt x="7" y="9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50" y="95"/>
                      <a:pt x="50" y="95"/>
                      <a:pt x="50" y="95"/>
                    </a:cubicBezTo>
                    <a:cubicBezTo>
                      <a:pt x="45" y="105"/>
                      <a:pt x="45" y="105"/>
                      <a:pt x="45" y="105"/>
                    </a:cubicBezTo>
                    <a:cubicBezTo>
                      <a:pt x="45" y="115"/>
                      <a:pt x="45" y="115"/>
                      <a:pt x="45" y="115"/>
                    </a:cubicBezTo>
                    <a:cubicBezTo>
                      <a:pt x="34" y="123"/>
                      <a:pt x="34" y="123"/>
                      <a:pt x="34" y="123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21" y="136"/>
                      <a:pt x="21" y="136"/>
                      <a:pt x="21" y="136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22" y="142"/>
                      <a:pt x="22" y="142"/>
                      <a:pt x="22" y="142"/>
                    </a:cubicBezTo>
                    <a:cubicBezTo>
                      <a:pt x="22" y="149"/>
                      <a:pt x="22" y="149"/>
                      <a:pt x="22" y="149"/>
                    </a:cubicBezTo>
                    <a:cubicBezTo>
                      <a:pt x="19" y="154"/>
                      <a:pt x="19" y="154"/>
                      <a:pt x="19" y="154"/>
                    </a:cubicBezTo>
                    <a:cubicBezTo>
                      <a:pt x="23" y="155"/>
                      <a:pt x="23" y="155"/>
                      <a:pt x="23" y="155"/>
                    </a:cubicBezTo>
                    <a:cubicBezTo>
                      <a:pt x="25" y="151"/>
                      <a:pt x="25" y="151"/>
                      <a:pt x="25" y="151"/>
                    </a:cubicBezTo>
                    <a:cubicBezTo>
                      <a:pt x="32" y="148"/>
                      <a:pt x="32" y="148"/>
                      <a:pt x="32" y="148"/>
                    </a:cubicBezTo>
                    <a:cubicBezTo>
                      <a:pt x="32" y="144"/>
                      <a:pt x="32" y="144"/>
                      <a:pt x="32" y="144"/>
                    </a:cubicBezTo>
                    <a:cubicBezTo>
                      <a:pt x="36" y="144"/>
                      <a:pt x="36" y="144"/>
                      <a:pt x="36" y="144"/>
                    </a:cubicBezTo>
                    <a:cubicBezTo>
                      <a:pt x="38" y="143"/>
                      <a:pt x="38" y="143"/>
                      <a:pt x="38" y="143"/>
                    </a:cubicBezTo>
                    <a:cubicBezTo>
                      <a:pt x="36" y="140"/>
                      <a:pt x="36" y="140"/>
                      <a:pt x="36" y="140"/>
                    </a:cubicBezTo>
                    <a:cubicBezTo>
                      <a:pt x="40" y="138"/>
                      <a:pt x="40" y="138"/>
                      <a:pt x="40" y="138"/>
                    </a:cubicBezTo>
                    <a:cubicBezTo>
                      <a:pt x="40" y="133"/>
                      <a:pt x="40" y="133"/>
                      <a:pt x="40" y="133"/>
                    </a:cubicBezTo>
                    <a:cubicBezTo>
                      <a:pt x="44" y="135"/>
                      <a:pt x="44" y="135"/>
                      <a:pt x="44" y="135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1" y="119"/>
                      <a:pt x="61" y="119"/>
                      <a:pt x="61" y="119"/>
                    </a:cubicBezTo>
                    <a:cubicBezTo>
                      <a:pt x="63" y="110"/>
                      <a:pt x="63" y="110"/>
                      <a:pt x="63" y="110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57" y="81"/>
                      <a:pt x="57" y="81"/>
                      <a:pt x="57" y="81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41" y="60"/>
                      <a:pt x="41" y="60"/>
                      <a:pt x="41" y="60"/>
                    </a:cubicBezTo>
                    <a:cubicBezTo>
                      <a:pt x="36" y="48"/>
                      <a:pt x="35" y="38"/>
                      <a:pt x="40" y="32"/>
                    </a:cubicBezTo>
                    <a:cubicBezTo>
                      <a:pt x="49" y="24"/>
                      <a:pt x="49" y="24"/>
                      <a:pt x="49" y="24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2" y="2"/>
                      <a:pt x="18" y="4"/>
                      <a:pt x="14" y="6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8" name="Google Shape;420;p50">
                <a:extLst>
                  <a:ext uri="{FF2B5EF4-FFF2-40B4-BE49-F238E27FC236}">
                    <a16:creationId xmlns:a16="http://schemas.microsoft.com/office/drawing/2014/main" id="{3202B0AA-1518-4BED-A5C4-08CDFA1C2633}"/>
                  </a:ext>
                </a:extLst>
              </p:cNvPr>
              <p:cNvSpPr/>
              <p:nvPr/>
            </p:nvSpPr>
            <p:spPr>
              <a:xfrm>
                <a:off x="7593384" y="3394369"/>
                <a:ext cx="135005" cy="318143"/>
              </a:xfrm>
              <a:custGeom>
                <a:avLst/>
                <a:gdLst/>
                <a:ahLst/>
                <a:cxnLst/>
                <a:rect l="l" t="t" r="r" b="b"/>
                <a:pathLst>
                  <a:path w="68" h="160" extrusionOk="0">
                    <a:moveTo>
                      <a:pt x="66" y="61"/>
                    </a:move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37"/>
                      <a:pt x="58" y="37"/>
                      <a:pt x="58" y="37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7"/>
                      <a:pt x="9" y="52"/>
                      <a:pt x="10" y="56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11" y="97"/>
                      <a:pt x="11" y="97"/>
                      <a:pt x="11" y="97"/>
                    </a:cubicBezTo>
                    <a:cubicBezTo>
                      <a:pt x="7" y="111"/>
                      <a:pt x="7" y="111"/>
                      <a:pt x="7" y="111"/>
                    </a:cubicBezTo>
                    <a:cubicBezTo>
                      <a:pt x="6" y="111"/>
                      <a:pt x="6" y="111"/>
                      <a:pt x="6" y="111"/>
                    </a:cubicBezTo>
                    <a:cubicBezTo>
                      <a:pt x="6" y="112"/>
                      <a:pt x="6" y="112"/>
                      <a:pt x="6" y="112"/>
                    </a:cubicBezTo>
                    <a:cubicBezTo>
                      <a:pt x="1" y="125"/>
                      <a:pt x="1" y="125"/>
                      <a:pt x="1" y="125"/>
                    </a:cubicBezTo>
                    <a:cubicBezTo>
                      <a:pt x="1" y="129"/>
                      <a:pt x="1" y="129"/>
                      <a:pt x="1" y="129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4" y="138"/>
                      <a:pt x="4" y="138"/>
                      <a:pt x="4" y="138"/>
                    </a:cubicBezTo>
                    <a:cubicBezTo>
                      <a:pt x="7" y="135"/>
                      <a:pt x="7" y="135"/>
                      <a:pt x="7" y="135"/>
                    </a:cubicBezTo>
                    <a:cubicBezTo>
                      <a:pt x="12" y="148"/>
                      <a:pt x="12" y="148"/>
                      <a:pt x="12" y="148"/>
                    </a:cubicBezTo>
                    <a:cubicBezTo>
                      <a:pt x="16" y="153"/>
                      <a:pt x="16" y="153"/>
                      <a:pt x="16" y="153"/>
                    </a:cubicBezTo>
                    <a:cubicBezTo>
                      <a:pt x="21" y="156"/>
                      <a:pt x="21" y="156"/>
                      <a:pt x="21" y="156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5" y="157"/>
                      <a:pt x="25" y="157"/>
                      <a:pt x="25" y="157"/>
                    </a:cubicBezTo>
                    <a:cubicBezTo>
                      <a:pt x="32" y="160"/>
                      <a:pt x="32" y="160"/>
                      <a:pt x="32" y="160"/>
                    </a:cubicBezTo>
                    <a:cubicBezTo>
                      <a:pt x="37" y="157"/>
                      <a:pt x="37" y="157"/>
                      <a:pt x="37" y="157"/>
                    </a:cubicBezTo>
                    <a:cubicBezTo>
                      <a:pt x="32" y="154"/>
                      <a:pt x="32" y="154"/>
                      <a:pt x="32" y="154"/>
                    </a:cubicBezTo>
                    <a:cubicBezTo>
                      <a:pt x="32" y="152"/>
                      <a:pt x="32" y="152"/>
                      <a:pt x="32" y="152"/>
                    </a:cubicBezTo>
                    <a:cubicBezTo>
                      <a:pt x="29" y="154"/>
                      <a:pt x="29" y="154"/>
                      <a:pt x="29" y="154"/>
                    </a:cubicBezTo>
                    <a:cubicBezTo>
                      <a:pt x="25" y="150"/>
                      <a:pt x="25" y="150"/>
                      <a:pt x="25" y="150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23" y="135"/>
                      <a:pt x="23" y="135"/>
                      <a:pt x="23" y="135"/>
                    </a:cubicBezTo>
                    <a:cubicBezTo>
                      <a:pt x="20" y="137"/>
                      <a:pt x="20" y="137"/>
                      <a:pt x="20" y="137"/>
                    </a:cubicBezTo>
                    <a:cubicBezTo>
                      <a:pt x="18" y="133"/>
                      <a:pt x="18" y="133"/>
                      <a:pt x="18" y="133"/>
                    </a:cubicBezTo>
                    <a:cubicBezTo>
                      <a:pt x="21" y="128"/>
                      <a:pt x="21" y="128"/>
                      <a:pt x="21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3" y="129"/>
                      <a:pt x="13" y="129"/>
                      <a:pt x="13" y="129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13" y="117"/>
                      <a:pt x="13" y="117"/>
                      <a:pt x="13" y="117"/>
                    </a:cubicBezTo>
                    <a:cubicBezTo>
                      <a:pt x="11" y="112"/>
                      <a:pt x="11" y="112"/>
                      <a:pt x="11" y="112"/>
                    </a:cubicBezTo>
                    <a:cubicBezTo>
                      <a:pt x="14" y="102"/>
                      <a:pt x="14" y="102"/>
                      <a:pt x="14" y="102"/>
                    </a:cubicBezTo>
                    <a:cubicBezTo>
                      <a:pt x="20" y="93"/>
                      <a:pt x="20" y="93"/>
                      <a:pt x="20" y="93"/>
                    </a:cubicBezTo>
                    <a:cubicBezTo>
                      <a:pt x="20" y="83"/>
                      <a:pt x="20" y="83"/>
                      <a:pt x="20" y="83"/>
                    </a:cubicBezTo>
                    <a:cubicBezTo>
                      <a:pt x="16" y="79"/>
                      <a:pt x="16" y="79"/>
                      <a:pt x="16" y="79"/>
                    </a:cubicBezTo>
                    <a:cubicBezTo>
                      <a:pt x="18" y="75"/>
                      <a:pt x="18" y="75"/>
                      <a:pt x="18" y="75"/>
                    </a:cubicBezTo>
                    <a:cubicBezTo>
                      <a:pt x="28" y="75"/>
                      <a:pt x="28" y="75"/>
                      <a:pt x="28" y="75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32" y="83"/>
                      <a:pt x="36" y="85"/>
                      <a:pt x="39" y="90"/>
                    </a:cubicBezTo>
                    <a:cubicBezTo>
                      <a:pt x="39" y="90"/>
                      <a:pt x="39" y="90"/>
                      <a:pt x="39" y="89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60" y="72"/>
                      <a:pt x="60" y="72"/>
                      <a:pt x="60" y="72"/>
                    </a:cubicBezTo>
                    <a:cubicBezTo>
                      <a:pt x="66" y="73"/>
                      <a:pt x="66" y="73"/>
                      <a:pt x="66" y="73"/>
                    </a:cubicBezTo>
                    <a:cubicBezTo>
                      <a:pt x="68" y="67"/>
                      <a:pt x="68" y="67"/>
                      <a:pt x="68" y="67"/>
                    </a:cubicBezTo>
                    <a:lnTo>
                      <a:pt x="66" y="6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59" name="Google Shape;421;p50">
                <a:extLst>
                  <a:ext uri="{FF2B5EF4-FFF2-40B4-BE49-F238E27FC236}">
                    <a16:creationId xmlns:a16="http://schemas.microsoft.com/office/drawing/2014/main" id="{B38EE6F8-938E-48D8-A1C1-69466613379E}"/>
                  </a:ext>
                </a:extLst>
              </p:cNvPr>
              <p:cNvSpPr/>
              <p:nvPr/>
            </p:nvSpPr>
            <p:spPr>
              <a:xfrm>
                <a:off x="6346640" y="2903654"/>
                <a:ext cx="313446" cy="137353"/>
              </a:xfrm>
              <a:custGeom>
                <a:avLst/>
                <a:gdLst/>
                <a:ahLst/>
                <a:cxnLst/>
                <a:rect l="l" t="t" r="r" b="b"/>
                <a:pathLst>
                  <a:path w="158" h="69" extrusionOk="0">
                    <a:moveTo>
                      <a:pt x="127" y="8"/>
                    </a:moveTo>
                    <a:cubicBezTo>
                      <a:pt x="125" y="11"/>
                      <a:pt x="125" y="11"/>
                      <a:pt x="125" y="11"/>
                    </a:cubicBezTo>
                    <a:cubicBezTo>
                      <a:pt x="118" y="11"/>
                      <a:pt x="111" y="12"/>
                      <a:pt x="105" y="12"/>
                    </a:cubicBezTo>
                    <a:cubicBezTo>
                      <a:pt x="100" y="11"/>
                      <a:pt x="96" y="11"/>
                      <a:pt x="92" y="10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89" y="7"/>
                      <a:pt x="87" y="7"/>
                      <a:pt x="85" y="7"/>
                    </a:cubicBezTo>
                    <a:cubicBezTo>
                      <a:pt x="82" y="6"/>
                      <a:pt x="78" y="5"/>
                      <a:pt x="74" y="4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1" y="1"/>
                      <a:pt x="70" y="2"/>
                      <a:pt x="68" y="2"/>
                    </a:cubicBezTo>
                    <a:cubicBezTo>
                      <a:pt x="58" y="5"/>
                      <a:pt x="47" y="8"/>
                      <a:pt x="37" y="9"/>
                    </a:cubicBezTo>
                    <a:cubicBezTo>
                      <a:pt x="33" y="10"/>
                      <a:pt x="30" y="10"/>
                      <a:pt x="26" y="10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30"/>
                      <a:pt x="2" y="30"/>
                      <a:pt x="2" y="30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9" y="51"/>
                      <a:pt x="9" y="51"/>
                      <a:pt x="9" y="51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23" y="65"/>
                      <a:pt x="23" y="65"/>
                      <a:pt x="23" y="65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54" y="69"/>
                      <a:pt x="54" y="69"/>
                      <a:pt x="54" y="69"/>
                    </a:cubicBezTo>
                    <a:cubicBezTo>
                      <a:pt x="57" y="68"/>
                      <a:pt x="59" y="68"/>
                      <a:pt x="61" y="66"/>
                    </a:cubicBezTo>
                    <a:cubicBezTo>
                      <a:pt x="64" y="65"/>
                      <a:pt x="67" y="63"/>
                      <a:pt x="70" y="60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6" y="60"/>
                      <a:pt x="86" y="60"/>
                      <a:pt x="86" y="60"/>
                    </a:cubicBezTo>
                    <a:cubicBezTo>
                      <a:pt x="81" y="66"/>
                      <a:pt x="81" y="66"/>
                      <a:pt x="81" y="66"/>
                    </a:cubicBezTo>
                    <a:cubicBezTo>
                      <a:pt x="82" y="66"/>
                      <a:pt x="83" y="65"/>
                      <a:pt x="84" y="65"/>
                    </a:cubicBezTo>
                    <a:cubicBezTo>
                      <a:pt x="86" y="64"/>
                      <a:pt x="86" y="64"/>
                      <a:pt x="86" y="64"/>
                    </a:cubicBezTo>
                    <a:cubicBezTo>
                      <a:pt x="89" y="64"/>
                      <a:pt x="91" y="63"/>
                      <a:pt x="94" y="63"/>
                    </a:cubicBezTo>
                    <a:cubicBezTo>
                      <a:pt x="97" y="63"/>
                      <a:pt x="101" y="63"/>
                      <a:pt x="104" y="63"/>
                    </a:cubicBezTo>
                    <a:cubicBezTo>
                      <a:pt x="113" y="61"/>
                      <a:pt x="122" y="59"/>
                      <a:pt x="132" y="58"/>
                    </a:cubicBezTo>
                    <a:cubicBezTo>
                      <a:pt x="132" y="57"/>
                      <a:pt x="132" y="57"/>
                      <a:pt x="133" y="56"/>
                    </a:cubicBezTo>
                    <a:cubicBezTo>
                      <a:pt x="156" y="58"/>
                      <a:pt x="156" y="58"/>
                      <a:pt x="156" y="58"/>
                    </a:cubicBezTo>
                    <a:cubicBezTo>
                      <a:pt x="156" y="46"/>
                      <a:pt x="156" y="46"/>
                      <a:pt x="156" y="46"/>
                    </a:cubicBezTo>
                    <a:cubicBezTo>
                      <a:pt x="158" y="29"/>
                      <a:pt x="158" y="29"/>
                      <a:pt x="158" y="29"/>
                    </a:cubicBezTo>
                    <a:cubicBezTo>
                      <a:pt x="151" y="28"/>
                      <a:pt x="151" y="28"/>
                      <a:pt x="151" y="28"/>
                    </a:cubicBezTo>
                    <a:cubicBezTo>
                      <a:pt x="149" y="28"/>
                      <a:pt x="149" y="28"/>
                      <a:pt x="149" y="28"/>
                    </a:cubicBezTo>
                    <a:cubicBezTo>
                      <a:pt x="148" y="27"/>
                      <a:pt x="148" y="27"/>
                      <a:pt x="148" y="27"/>
                    </a:cubicBezTo>
                    <a:cubicBezTo>
                      <a:pt x="146" y="24"/>
                      <a:pt x="144" y="22"/>
                      <a:pt x="142" y="20"/>
                    </a:cubicBezTo>
                    <a:cubicBezTo>
                      <a:pt x="137" y="16"/>
                      <a:pt x="133" y="13"/>
                      <a:pt x="129" y="9"/>
                    </a:cubicBezTo>
                    <a:lnTo>
                      <a:pt x="127" y="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0" name="Google Shape;422;p50">
                <a:extLst>
                  <a:ext uri="{FF2B5EF4-FFF2-40B4-BE49-F238E27FC236}">
                    <a16:creationId xmlns:a16="http://schemas.microsoft.com/office/drawing/2014/main" id="{63231499-C7DC-421F-818F-3003B92ED4A5}"/>
                  </a:ext>
                </a:extLst>
              </p:cNvPr>
              <p:cNvSpPr/>
              <p:nvPr/>
            </p:nvSpPr>
            <p:spPr>
              <a:xfrm>
                <a:off x="6346640" y="2908350"/>
                <a:ext cx="45784" cy="28175"/>
              </a:xfrm>
              <a:custGeom>
                <a:avLst/>
                <a:gdLst/>
                <a:ahLst/>
                <a:cxnLst/>
                <a:rect l="l" t="t" r="r" b="b"/>
                <a:pathLst>
                  <a:path w="23" h="14" extrusionOk="0">
                    <a:moveTo>
                      <a:pt x="11" y="1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10" y="13"/>
                      <a:pt x="16" y="12"/>
                      <a:pt x="21" y="1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8" y="3"/>
                      <a:pt x="17" y="2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3" y="0"/>
                      <a:pt x="12" y="1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1" name="Google Shape;423;p50">
                <a:extLst>
                  <a:ext uri="{FF2B5EF4-FFF2-40B4-BE49-F238E27FC236}">
                    <a16:creationId xmlns:a16="http://schemas.microsoft.com/office/drawing/2014/main" id="{A40B96CB-985B-465A-B19D-8E6796751E66}"/>
                  </a:ext>
                </a:extLst>
              </p:cNvPr>
              <p:cNvSpPr/>
              <p:nvPr/>
            </p:nvSpPr>
            <p:spPr>
              <a:xfrm>
                <a:off x="6804483" y="2888393"/>
                <a:ext cx="223052" cy="18313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92" extrusionOk="0">
                    <a:moveTo>
                      <a:pt x="64" y="19"/>
                    </a:moveTo>
                    <a:cubicBezTo>
                      <a:pt x="50" y="2"/>
                      <a:pt x="50" y="2"/>
                      <a:pt x="50" y="2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4" y="47"/>
                      <a:pt x="14" y="47"/>
                      <a:pt x="14" y="47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60"/>
                      <a:pt x="16" y="62"/>
                      <a:pt x="15" y="64"/>
                    </a:cubicBezTo>
                    <a:cubicBezTo>
                      <a:pt x="45" y="62"/>
                      <a:pt x="45" y="62"/>
                      <a:pt x="45" y="62"/>
                    </a:cubicBezTo>
                    <a:cubicBezTo>
                      <a:pt x="73" y="75"/>
                      <a:pt x="73" y="75"/>
                      <a:pt x="73" y="75"/>
                    </a:cubicBezTo>
                    <a:cubicBezTo>
                      <a:pt x="76" y="91"/>
                      <a:pt x="76" y="91"/>
                      <a:pt x="76" y="91"/>
                    </a:cubicBezTo>
                    <a:cubicBezTo>
                      <a:pt x="88" y="92"/>
                      <a:pt x="88" y="92"/>
                      <a:pt x="88" y="92"/>
                    </a:cubicBezTo>
                    <a:cubicBezTo>
                      <a:pt x="112" y="60"/>
                      <a:pt x="112" y="60"/>
                      <a:pt x="112" y="60"/>
                    </a:cubicBezTo>
                    <a:cubicBezTo>
                      <a:pt x="77" y="24"/>
                      <a:pt x="77" y="24"/>
                      <a:pt x="77" y="24"/>
                    </a:cubicBezTo>
                    <a:lnTo>
                      <a:pt x="64" y="1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2" name="Google Shape;424;p50">
                <a:extLst>
                  <a:ext uri="{FF2B5EF4-FFF2-40B4-BE49-F238E27FC236}">
                    <a16:creationId xmlns:a16="http://schemas.microsoft.com/office/drawing/2014/main" id="{F2FC3964-47D1-4C13-9720-B9FFCD3EF783}"/>
                  </a:ext>
                </a:extLst>
              </p:cNvPr>
              <p:cNvSpPr/>
              <p:nvPr/>
            </p:nvSpPr>
            <p:spPr>
              <a:xfrm>
                <a:off x="7986659" y="3291060"/>
                <a:ext cx="39915" cy="65742"/>
              </a:xfrm>
              <a:custGeom>
                <a:avLst/>
                <a:gdLst/>
                <a:ahLst/>
                <a:cxnLst/>
                <a:rect l="l" t="t" r="r" b="b"/>
                <a:pathLst>
                  <a:path w="20" h="33" extrusionOk="0">
                    <a:moveTo>
                      <a:pt x="20" y="3"/>
                    </a:moveTo>
                    <a:cubicBezTo>
                      <a:pt x="19" y="5"/>
                      <a:pt x="19" y="7"/>
                      <a:pt x="18" y="9"/>
                    </a:cubicBezTo>
                    <a:cubicBezTo>
                      <a:pt x="18" y="11"/>
                      <a:pt x="18" y="12"/>
                      <a:pt x="18" y="14"/>
                    </a:cubicBezTo>
                    <a:cubicBezTo>
                      <a:pt x="15" y="21"/>
                      <a:pt x="11" y="27"/>
                      <a:pt x="8" y="33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21"/>
                      <a:pt x="2" y="18"/>
                      <a:pt x="3" y="15"/>
                    </a:cubicBezTo>
                    <a:cubicBezTo>
                      <a:pt x="4" y="12"/>
                      <a:pt x="6" y="8"/>
                      <a:pt x="8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3"/>
                      <a:pt x="20" y="3"/>
                      <a:pt x="20" y="3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3" name="Google Shape;425;p50">
                <a:extLst>
                  <a:ext uri="{FF2B5EF4-FFF2-40B4-BE49-F238E27FC236}">
                    <a16:creationId xmlns:a16="http://schemas.microsoft.com/office/drawing/2014/main" id="{13D1DC44-B425-4743-B555-DD8EA49E5A34}"/>
                  </a:ext>
                </a:extLst>
              </p:cNvPr>
              <p:cNvSpPr/>
              <p:nvPr/>
            </p:nvSpPr>
            <p:spPr>
              <a:xfrm>
                <a:off x="7986659" y="3291060"/>
                <a:ext cx="39915" cy="65742"/>
              </a:xfrm>
              <a:custGeom>
                <a:avLst/>
                <a:gdLst/>
                <a:ahLst/>
                <a:cxnLst/>
                <a:rect l="l" t="t" r="r" b="b"/>
                <a:pathLst>
                  <a:path w="20" h="33" extrusionOk="0">
                    <a:moveTo>
                      <a:pt x="20" y="3"/>
                    </a:moveTo>
                    <a:cubicBezTo>
                      <a:pt x="19" y="5"/>
                      <a:pt x="19" y="7"/>
                      <a:pt x="18" y="9"/>
                    </a:cubicBezTo>
                    <a:cubicBezTo>
                      <a:pt x="18" y="11"/>
                      <a:pt x="18" y="12"/>
                      <a:pt x="18" y="14"/>
                    </a:cubicBezTo>
                    <a:cubicBezTo>
                      <a:pt x="15" y="21"/>
                      <a:pt x="11" y="27"/>
                      <a:pt x="8" y="33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21"/>
                      <a:pt x="2" y="18"/>
                      <a:pt x="3" y="15"/>
                    </a:cubicBezTo>
                    <a:cubicBezTo>
                      <a:pt x="4" y="12"/>
                      <a:pt x="6" y="8"/>
                      <a:pt x="8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3"/>
                      <a:pt x="20" y="3"/>
                      <a:pt x="20" y="3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4" name="Google Shape;426;p50">
                <a:extLst>
                  <a:ext uri="{FF2B5EF4-FFF2-40B4-BE49-F238E27FC236}">
                    <a16:creationId xmlns:a16="http://schemas.microsoft.com/office/drawing/2014/main" id="{A869172E-4B31-4D5D-AEFF-6FBF254415BA}"/>
                  </a:ext>
                </a:extLst>
              </p:cNvPr>
              <p:cNvSpPr/>
              <p:nvPr/>
            </p:nvSpPr>
            <p:spPr>
              <a:xfrm>
                <a:off x="7065103" y="2937699"/>
                <a:ext cx="135005" cy="93917"/>
              </a:xfrm>
              <a:custGeom>
                <a:avLst/>
                <a:gdLst/>
                <a:ahLst/>
                <a:cxnLst/>
                <a:rect l="l" t="t" r="r" b="b"/>
                <a:pathLst>
                  <a:path w="68" h="47" extrusionOk="0">
                    <a:moveTo>
                      <a:pt x="55" y="15"/>
                    </a:moveTo>
                    <a:cubicBezTo>
                      <a:pt x="55" y="14"/>
                      <a:pt x="55" y="14"/>
                      <a:pt x="55" y="14"/>
                    </a:cubicBezTo>
                    <a:cubicBezTo>
                      <a:pt x="55" y="10"/>
                      <a:pt x="55" y="10"/>
                      <a:pt x="55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9" y="38"/>
                      <a:pt x="13" y="39"/>
                      <a:pt x="17" y="39"/>
                    </a:cubicBezTo>
                    <a:cubicBezTo>
                      <a:pt x="26" y="30"/>
                      <a:pt x="26" y="30"/>
                      <a:pt x="26" y="30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8" y="47"/>
                      <a:pt x="38" y="47"/>
                      <a:pt x="38" y="47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2" y="43"/>
                      <a:pt x="55" y="43"/>
                      <a:pt x="58" y="42"/>
                    </a:cubicBezTo>
                    <a:cubicBezTo>
                      <a:pt x="60" y="41"/>
                      <a:pt x="62" y="40"/>
                      <a:pt x="64" y="40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68" y="28"/>
                      <a:pt x="68" y="28"/>
                      <a:pt x="68" y="28"/>
                    </a:cubicBezTo>
                    <a:lnTo>
                      <a:pt x="55" y="1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5" name="Google Shape;427;p50">
                <a:extLst>
                  <a:ext uri="{FF2B5EF4-FFF2-40B4-BE49-F238E27FC236}">
                    <a16:creationId xmlns:a16="http://schemas.microsoft.com/office/drawing/2014/main" id="{39D99455-26D2-44D3-BDE3-E8424EA161AD}"/>
                  </a:ext>
                </a:extLst>
              </p:cNvPr>
              <p:cNvSpPr/>
              <p:nvPr/>
            </p:nvSpPr>
            <p:spPr>
              <a:xfrm>
                <a:off x="6502777" y="3019876"/>
                <a:ext cx="105656" cy="116222"/>
              </a:xfrm>
              <a:custGeom>
                <a:avLst/>
                <a:gdLst/>
                <a:ahLst/>
                <a:cxnLst/>
                <a:rect l="l" t="t" r="r" b="b"/>
                <a:pathLst>
                  <a:path w="53" h="59" extrusionOk="0">
                    <a:moveTo>
                      <a:pt x="25" y="5"/>
                    </a:moveTo>
                    <a:cubicBezTo>
                      <a:pt x="22" y="5"/>
                      <a:pt x="18" y="5"/>
                      <a:pt x="15" y="5"/>
                    </a:cubicBezTo>
                    <a:cubicBezTo>
                      <a:pt x="12" y="5"/>
                      <a:pt x="10" y="6"/>
                      <a:pt x="7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16"/>
                      <a:pt x="3" y="23"/>
                      <a:pt x="3" y="31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20" y="47"/>
                      <a:pt x="22" y="45"/>
                      <a:pt x="25" y="43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9" y="10"/>
                      <a:pt x="51" y="5"/>
                      <a:pt x="53" y="0"/>
                    </a:cubicBezTo>
                    <a:cubicBezTo>
                      <a:pt x="43" y="1"/>
                      <a:pt x="34" y="3"/>
                      <a:pt x="25" y="5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6" name="Google Shape;428;p50">
                <a:extLst>
                  <a:ext uri="{FF2B5EF4-FFF2-40B4-BE49-F238E27FC236}">
                    <a16:creationId xmlns:a16="http://schemas.microsoft.com/office/drawing/2014/main" id="{E7251259-8E1C-48F1-8763-26B7CC252000}"/>
                  </a:ext>
                </a:extLst>
              </p:cNvPr>
              <p:cNvSpPr/>
              <p:nvPr/>
            </p:nvSpPr>
            <p:spPr>
              <a:xfrm>
                <a:off x="6502777" y="3019876"/>
                <a:ext cx="105656" cy="116222"/>
              </a:xfrm>
              <a:custGeom>
                <a:avLst/>
                <a:gdLst/>
                <a:ahLst/>
                <a:cxnLst/>
                <a:rect l="l" t="t" r="r" b="b"/>
                <a:pathLst>
                  <a:path w="53" h="59" extrusionOk="0">
                    <a:moveTo>
                      <a:pt x="25" y="5"/>
                    </a:moveTo>
                    <a:cubicBezTo>
                      <a:pt x="22" y="5"/>
                      <a:pt x="18" y="5"/>
                      <a:pt x="15" y="5"/>
                    </a:cubicBezTo>
                    <a:cubicBezTo>
                      <a:pt x="12" y="5"/>
                      <a:pt x="10" y="6"/>
                      <a:pt x="7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16"/>
                      <a:pt x="3" y="23"/>
                      <a:pt x="3" y="31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20" y="47"/>
                      <a:pt x="22" y="45"/>
                      <a:pt x="25" y="43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9" y="10"/>
                      <a:pt x="51" y="5"/>
                      <a:pt x="53" y="0"/>
                    </a:cubicBezTo>
                    <a:cubicBezTo>
                      <a:pt x="43" y="1"/>
                      <a:pt x="34" y="3"/>
                      <a:pt x="25" y="5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7" name="Google Shape;429;p50">
                <a:extLst>
                  <a:ext uri="{FF2B5EF4-FFF2-40B4-BE49-F238E27FC236}">
                    <a16:creationId xmlns:a16="http://schemas.microsoft.com/office/drawing/2014/main" id="{CEE5CBA3-0A4F-4336-9E11-B24C39C5D596}"/>
                  </a:ext>
                </a:extLst>
              </p:cNvPr>
              <p:cNvSpPr/>
              <p:nvPr/>
            </p:nvSpPr>
            <p:spPr>
              <a:xfrm>
                <a:off x="7279937" y="3631508"/>
                <a:ext cx="37567" cy="64568"/>
              </a:xfrm>
              <a:custGeom>
                <a:avLst/>
                <a:gdLst/>
                <a:ahLst/>
                <a:cxnLst/>
                <a:rect l="l" t="t" r="r" b="b"/>
                <a:pathLst>
                  <a:path w="19" h="33" extrusionOk="0">
                    <a:moveTo>
                      <a:pt x="4" y="0"/>
                    </a:moveTo>
                    <a:cubicBezTo>
                      <a:pt x="11" y="4"/>
                      <a:pt x="11" y="4"/>
                      <a:pt x="11" y="4"/>
                    </a:cubicBezTo>
                    <a:cubicBezTo>
                      <a:pt x="14" y="10"/>
                      <a:pt x="16" y="16"/>
                      <a:pt x="19" y="23"/>
                    </a:cubicBezTo>
                    <a:cubicBezTo>
                      <a:pt x="19" y="24"/>
                      <a:pt x="18" y="26"/>
                      <a:pt x="17" y="27"/>
                    </a:cubicBezTo>
                    <a:cubicBezTo>
                      <a:pt x="15" y="29"/>
                      <a:pt x="14" y="31"/>
                      <a:pt x="12" y="32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3"/>
                      <a:pt x="1" y="18"/>
                      <a:pt x="1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8" name="Google Shape;430;p50">
                <a:extLst>
                  <a:ext uri="{FF2B5EF4-FFF2-40B4-BE49-F238E27FC236}">
                    <a16:creationId xmlns:a16="http://schemas.microsoft.com/office/drawing/2014/main" id="{BE174D65-4090-4265-8746-EA94E5E882DC}"/>
                  </a:ext>
                </a:extLst>
              </p:cNvPr>
              <p:cNvSpPr/>
              <p:nvPr/>
            </p:nvSpPr>
            <p:spPr>
              <a:xfrm>
                <a:off x="7279937" y="3631508"/>
                <a:ext cx="37567" cy="64568"/>
              </a:xfrm>
              <a:custGeom>
                <a:avLst/>
                <a:gdLst/>
                <a:ahLst/>
                <a:cxnLst/>
                <a:rect l="l" t="t" r="r" b="b"/>
                <a:pathLst>
                  <a:path w="19" h="33" extrusionOk="0">
                    <a:moveTo>
                      <a:pt x="4" y="0"/>
                    </a:moveTo>
                    <a:cubicBezTo>
                      <a:pt x="11" y="4"/>
                      <a:pt x="11" y="4"/>
                      <a:pt x="11" y="4"/>
                    </a:cubicBezTo>
                    <a:cubicBezTo>
                      <a:pt x="14" y="10"/>
                      <a:pt x="16" y="16"/>
                      <a:pt x="19" y="23"/>
                    </a:cubicBezTo>
                    <a:cubicBezTo>
                      <a:pt x="19" y="24"/>
                      <a:pt x="18" y="26"/>
                      <a:pt x="17" y="27"/>
                    </a:cubicBezTo>
                    <a:cubicBezTo>
                      <a:pt x="15" y="29"/>
                      <a:pt x="14" y="31"/>
                      <a:pt x="12" y="32"/>
                    </a:cubicBezTo>
                    <a:cubicBezTo>
                      <a:pt x="3" y="33"/>
                      <a:pt x="3" y="33"/>
                      <a:pt x="3" y="33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3"/>
                      <a:pt x="1" y="18"/>
                      <a:pt x="1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69" name="Google Shape;431;p50">
                <a:extLst>
                  <a:ext uri="{FF2B5EF4-FFF2-40B4-BE49-F238E27FC236}">
                    <a16:creationId xmlns:a16="http://schemas.microsoft.com/office/drawing/2014/main" id="{FDBC1F8F-B89F-4FC3-8503-82950B749549}"/>
                  </a:ext>
                </a:extLst>
              </p:cNvPr>
              <p:cNvSpPr/>
              <p:nvPr/>
            </p:nvSpPr>
            <p:spPr>
              <a:xfrm>
                <a:off x="7699039" y="3789993"/>
                <a:ext cx="7044" cy="8218"/>
              </a:xfrm>
              <a:custGeom>
                <a:avLst/>
                <a:gdLst/>
                <a:ahLst/>
                <a:cxnLst/>
                <a:rect l="l" t="t" r="r" b="b"/>
                <a:pathLst>
                  <a:path w="6" h="7" extrusionOk="0">
                    <a:moveTo>
                      <a:pt x="6" y="3"/>
                    </a:moveTo>
                    <a:lnTo>
                      <a:pt x="5" y="0"/>
                    </a:lnTo>
                    <a:lnTo>
                      <a:pt x="0" y="7"/>
                    </a:lnTo>
                    <a:lnTo>
                      <a:pt x="6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0" name="Google Shape;432;p50">
                <a:extLst>
                  <a:ext uri="{FF2B5EF4-FFF2-40B4-BE49-F238E27FC236}">
                    <a16:creationId xmlns:a16="http://schemas.microsoft.com/office/drawing/2014/main" id="{3AD9CB0F-974A-411C-B12B-E6125C38E0F4}"/>
                  </a:ext>
                </a:extLst>
              </p:cNvPr>
              <p:cNvSpPr/>
              <p:nvPr/>
            </p:nvSpPr>
            <p:spPr>
              <a:xfrm>
                <a:off x="6772787" y="3264060"/>
                <a:ext cx="18783" cy="43437"/>
              </a:xfrm>
              <a:custGeom>
                <a:avLst/>
                <a:gdLst/>
                <a:ahLst/>
                <a:cxnLst/>
                <a:rect l="l" t="t" r="r" b="b"/>
                <a:pathLst>
                  <a:path w="9" h="22" extrusionOk="0">
                    <a:moveTo>
                      <a:pt x="0" y="18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8" y="5"/>
                      <a:pt x="8" y="8"/>
                      <a:pt x="8" y="10"/>
                    </a:cubicBezTo>
                    <a:cubicBezTo>
                      <a:pt x="8" y="12"/>
                      <a:pt x="8" y="13"/>
                      <a:pt x="8" y="15"/>
                    </a:cubicBezTo>
                    <a:cubicBezTo>
                      <a:pt x="5" y="22"/>
                      <a:pt x="5" y="22"/>
                      <a:pt x="5" y="22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871" name="Google Shape;433;p50">
                <a:extLst>
                  <a:ext uri="{FF2B5EF4-FFF2-40B4-BE49-F238E27FC236}">
                    <a16:creationId xmlns:a16="http://schemas.microsoft.com/office/drawing/2014/main" id="{788760F5-6937-4C34-BABA-672C323622F8}"/>
                  </a:ext>
                </a:extLst>
              </p:cNvPr>
              <p:cNvGrpSpPr/>
              <p:nvPr/>
            </p:nvGrpSpPr>
            <p:grpSpPr>
              <a:xfrm>
                <a:off x="7926787" y="3454241"/>
                <a:ext cx="183137" cy="261792"/>
                <a:chOff x="6932612" y="3567113"/>
                <a:chExt cx="247650" cy="354012"/>
              </a:xfrm>
              <a:grpFill/>
            </p:grpSpPr>
            <p:sp>
              <p:nvSpPr>
                <p:cNvPr id="1058" name="Google Shape;434;p50">
                  <a:extLst>
                    <a:ext uri="{FF2B5EF4-FFF2-40B4-BE49-F238E27FC236}">
                      <a16:creationId xmlns:a16="http://schemas.microsoft.com/office/drawing/2014/main" id="{4F2BD578-E471-4223-AB6D-EAA25919B4F6}"/>
                    </a:ext>
                  </a:extLst>
                </p:cNvPr>
                <p:cNvSpPr/>
                <p:nvPr/>
              </p:nvSpPr>
              <p:spPr>
                <a:xfrm>
                  <a:off x="6997700" y="3567113"/>
                  <a:ext cx="106362" cy="163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61" extrusionOk="0">
                      <a:moveTo>
                        <a:pt x="11" y="37"/>
                      </a:moveTo>
                      <a:cubicBezTo>
                        <a:pt x="14" y="42"/>
                        <a:pt x="14" y="42"/>
                        <a:pt x="14" y="42"/>
                      </a:cubicBezTo>
                      <a:cubicBezTo>
                        <a:pt x="10" y="46"/>
                        <a:pt x="10" y="46"/>
                        <a:pt x="10" y="46"/>
                      </a:cubicBezTo>
                      <a:cubicBezTo>
                        <a:pt x="13" y="51"/>
                        <a:pt x="13" y="51"/>
                        <a:pt x="13" y="51"/>
                      </a:cubicBezTo>
                      <a:cubicBezTo>
                        <a:pt x="22" y="49"/>
                        <a:pt x="22" y="49"/>
                        <a:pt x="22" y="49"/>
                      </a:cubicBezTo>
                      <a:cubicBezTo>
                        <a:pt x="23" y="51"/>
                        <a:pt x="24" y="52"/>
                        <a:pt x="25" y="54"/>
                      </a:cubicBezTo>
                      <a:cubicBezTo>
                        <a:pt x="25" y="55"/>
                        <a:pt x="26" y="55"/>
                        <a:pt x="26" y="55"/>
                      </a:cubicBezTo>
                      <a:cubicBezTo>
                        <a:pt x="27" y="51"/>
                        <a:pt x="27" y="51"/>
                        <a:pt x="27" y="51"/>
                      </a:cubicBezTo>
                      <a:cubicBezTo>
                        <a:pt x="37" y="61"/>
                        <a:pt x="37" y="61"/>
                        <a:pt x="37" y="61"/>
                      </a:cubicBezTo>
                      <a:cubicBezTo>
                        <a:pt x="40" y="60"/>
                        <a:pt x="40" y="60"/>
                        <a:pt x="40" y="60"/>
                      </a:cubicBezTo>
                      <a:cubicBezTo>
                        <a:pt x="37" y="54"/>
                        <a:pt x="37" y="54"/>
                        <a:pt x="37" y="54"/>
                      </a:cubicBezTo>
                      <a:cubicBezTo>
                        <a:pt x="39" y="51"/>
                        <a:pt x="39" y="51"/>
                        <a:pt x="39" y="51"/>
                      </a:cubicBezTo>
                      <a:cubicBezTo>
                        <a:pt x="38" y="49"/>
                        <a:pt x="38" y="49"/>
                        <a:pt x="38" y="49"/>
                      </a:cubicBezTo>
                      <a:cubicBezTo>
                        <a:pt x="33" y="48"/>
                        <a:pt x="33" y="48"/>
                        <a:pt x="33" y="48"/>
                      </a:cubicBezTo>
                      <a:cubicBezTo>
                        <a:pt x="32" y="43"/>
                        <a:pt x="32" y="43"/>
                        <a:pt x="32" y="43"/>
                      </a:cubicBezTo>
                      <a:cubicBezTo>
                        <a:pt x="29" y="42"/>
                        <a:pt x="29" y="42"/>
                        <a:pt x="29" y="42"/>
                      </a:cubicBezTo>
                      <a:cubicBezTo>
                        <a:pt x="24" y="46"/>
                        <a:pt x="24" y="46"/>
                        <a:pt x="24" y="46"/>
                      </a:cubicBezTo>
                      <a:cubicBezTo>
                        <a:pt x="19" y="40"/>
                        <a:pt x="19" y="40"/>
                        <a:pt x="19" y="40"/>
                      </a:cubicBezTo>
                      <a:cubicBezTo>
                        <a:pt x="20" y="34"/>
                        <a:pt x="20" y="34"/>
                        <a:pt x="20" y="34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20" y="23"/>
                        <a:pt x="20" y="23"/>
                        <a:pt x="20" y="23"/>
                      </a:cubicBezTo>
                      <a:cubicBezTo>
                        <a:pt x="24" y="23"/>
                        <a:pt x="24" y="23"/>
                        <a:pt x="24" y="23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5" y="11"/>
                        <a:pt x="25" y="11"/>
                        <a:pt x="25" y="11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23"/>
                        <a:pt x="9" y="23"/>
                        <a:pt x="9" y="23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5" y="20"/>
                        <a:pt x="5" y="20"/>
                        <a:pt x="5" y="20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2" y="29"/>
                        <a:pt x="3" y="32"/>
                        <a:pt x="5" y="35"/>
                      </a:cubicBezTo>
                      <a:cubicBezTo>
                        <a:pt x="5" y="37"/>
                        <a:pt x="6" y="39"/>
                        <a:pt x="6" y="41"/>
                      </a:cubicBezTo>
                      <a:cubicBezTo>
                        <a:pt x="8" y="42"/>
                        <a:pt x="8" y="42"/>
                        <a:pt x="8" y="42"/>
                      </a:cubicBezTo>
                      <a:lnTo>
                        <a:pt x="11" y="3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59" name="Google Shape;435;p50">
                  <a:extLst>
                    <a:ext uri="{FF2B5EF4-FFF2-40B4-BE49-F238E27FC236}">
                      <a16:creationId xmlns:a16="http://schemas.microsoft.com/office/drawing/2014/main" id="{26A1346B-625C-4635-846A-D8FFD5373C0C}"/>
                    </a:ext>
                  </a:extLst>
                </p:cNvPr>
                <p:cNvSpPr/>
                <p:nvPr/>
              </p:nvSpPr>
              <p:spPr>
                <a:xfrm>
                  <a:off x="7112000" y="3727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6" y="13"/>
                      </a:move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2" y="9"/>
                        <a:pt x="11" y="5"/>
                        <a:pt x="1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6" y="8"/>
                        <a:pt x="6" y="8"/>
                        <a:pt x="6" y="8"/>
                      </a:cubicBezTo>
                      <a:lnTo>
                        <a:pt x="6" y="1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60" name="Google Shape;436;p50">
                  <a:extLst>
                    <a:ext uri="{FF2B5EF4-FFF2-40B4-BE49-F238E27FC236}">
                      <a16:creationId xmlns:a16="http://schemas.microsoft.com/office/drawing/2014/main" id="{CFB84F12-9603-4D8A-B999-9EDA52B99D9B}"/>
                    </a:ext>
                  </a:extLst>
                </p:cNvPr>
                <p:cNvSpPr/>
                <p:nvPr/>
              </p:nvSpPr>
              <p:spPr>
                <a:xfrm>
                  <a:off x="7050087" y="3744913"/>
                  <a:ext cx="26987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12" extrusionOk="0">
                      <a:moveTo>
                        <a:pt x="10" y="5"/>
                      </a:move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7"/>
                        <a:pt x="1" y="11"/>
                      </a:cubicBezTo>
                      <a:cubicBezTo>
                        <a:pt x="2" y="12"/>
                        <a:pt x="2" y="12"/>
                        <a:pt x="2" y="12"/>
                      </a:cubicBezTo>
                      <a:lnTo>
                        <a:pt x="10" y="5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61" name="Google Shape;437;p50">
                  <a:extLst>
                    <a:ext uri="{FF2B5EF4-FFF2-40B4-BE49-F238E27FC236}">
                      <a16:creationId xmlns:a16="http://schemas.microsoft.com/office/drawing/2014/main" id="{93972DAD-48D6-4E28-AD7D-540BC956CD7F}"/>
                    </a:ext>
                  </a:extLst>
                </p:cNvPr>
                <p:cNvSpPr/>
                <p:nvPr/>
              </p:nvSpPr>
              <p:spPr>
                <a:xfrm>
                  <a:off x="7056437" y="3768725"/>
                  <a:ext cx="317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8" extrusionOk="0">
                      <a:moveTo>
                        <a:pt x="7" y="17"/>
                      </a:moveTo>
                      <a:cubicBezTo>
                        <a:pt x="7" y="15"/>
                        <a:pt x="8" y="14"/>
                        <a:pt x="8" y="12"/>
                      </a:cubicBezTo>
                      <a:cubicBezTo>
                        <a:pt x="9" y="9"/>
                        <a:pt x="10" y="6"/>
                        <a:pt x="12" y="3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5" y="18"/>
                        <a:pt x="5" y="18"/>
                        <a:pt x="5" y="18"/>
                      </a:cubicBezTo>
                      <a:lnTo>
                        <a:pt x="7" y="1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62" name="Google Shape;438;p50">
                  <a:extLst>
                    <a:ext uri="{FF2B5EF4-FFF2-40B4-BE49-F238E27FC236}">
                      <a16:creationId xmlns:a16="http://schemas.microsoft.com/office/drawing/2014/main" id="{240C9FA7-2731-4C44-B119-89FCC66EE7EC}"/>
                    </a:ext>
                  </a:extLst>
                </p:cNvPr>
                <p:cNvSpPr/>
                <p:nvPr/>
              </p:nvSpPr>
              <p:spPr>
                <a:xfrm>
                  <a:off x="7107237" y="3760788"/>
                  <a:ext cx="19050" cy="3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" h="14" extrusionOk="0">
                      <a:moveTo>
                        <a:pt x="4" y="14"/>
                      </a:move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5" y="3"/>
                        <a:pt x="4" y="2"/>
                      </a:cubicBezTo>
                      <a:cubicBezTo>
                        <a:pt x="4" y="1"/>
                        <a:pt x="3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9"/>
                        <a:pt x="3" y="9"/>
                        <a:pt x="3" y="9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63" name="Google Shape;439;p50">
                  <a:extLst>
                    <a:ext uri="{FF2B5EF4-FFF2-40B4-BE49-F238E27FC236}">
                      <a16:creationId xmlns:a16="http://schemas.microsoft.com/office/drawing/2014/main" id="{781034C4-642C-4EC7-9836-527FA808D381}"/>
                    </a:ext>
                  </a:extLst>
                </p:cNvPr>
                <p:cNvSpPr/>
                <p:nvPr/>
              </p:nvSpPr>
              <p:spPr>
                <a:xfrm>
                  <a:off x="7059612" y="3797300"/>
                  <a:ext cx="12065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46" extrusionOk="0">
                      <a:moveTo>
                        <a:pt x="42" y="18"/>
                      </a:moveTo>
                      <a:cubicBezTo>
                        <a:pt x="40" y="16"/>
                        <a:pt x="39" y="14"/>
                        <a:pt x="37" y="12"/>
                      </a:cubicBezTo>
                      <a:cubicBezTo>
                        <a:pt x="38" y="6"/>
                        <a:pt x="38" y="6"/>
                        <a:pt x="38" y="6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29" y="1"/>
                        <a:pt x="29" y="1"/>
                        <a:pt x="29" y="1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18" y="15"/>
                        <a:pt x="18" y="15"/>
                        <a:pt x="18" y="15"/>
                      </a:cubicBezTo>
                      <a:cubicBezTo>
                        <a:pt x="17" y="12"/>
                        <a:pt x="17" y="12"/>
                        <a:pt x="17" y="12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2" y="21"/>
                        <a:pt x="2" y="21"/>
                        <a:pt x="2" y="21"/>
                      </a:cubicBezTo>
                      <a:cubicBezTo>
                        <a:pt x="0" y="30"/>
                        <a:pt x="0" y="30"/>
                        <a:pt x="0" y="30"/>
                      </a:cubicBezTo>
                      <a:cubicBezTo>
                        <a:pt x="3" y="31"/>
                        <a:pt x="3" y="31"/>
                        <a:pt x="3" y="31"/>
                      </a:cubicBezTo>
                      <a:cubicBezTo>
                        <a:pt x="7" y="22"/>
                        <a:pt x="7" y="22"/>
                        <a:pt x="7" y="22"/>
                      </a:cubicBezTo>
                      <a:cubicBezTo>
                        <a:pt x="9" y="22"/>
                        <a:pt x="9" y="22"/>
                        <a:pt x="9" y="22"/>
                      </a:cubicBezTo>
                      <a:cubicBezTo>
                        <a:pt x="10" y="25"/>
                        <a:pt x="10" y="25"/>
                        <a:pt x="10" y="25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8" y="22"/>
                        <a:pt x="18" y="22"/>
                        <a:pt x="18" y="22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33"/>
                        <a:pt x="20" y="33"/>
                        <a:pt x="20" y="33"/>
                      </a:cubicBezTo>
                      <a:cubicBezTo>
                        <a:pt x="18" y="34"/>
                        <a:pt x="18" y="34"/>
                        <a:pt x="18" y="34"/>
                      </a:cubicBezTo>
                      <a:cubicBezTo>
                        <a:pt x="20" y="43"/>
                        <a:pt x="20" y="43"/>
                        <a:pt x="20" y="43"/>
                      </a:cubicBezTo>
                      <a:cubicBezTo>
                        <a:pt x="22" y="44"/>
                        <a:pt x="24" y="44"/>
                        <a:pt x="26" y="45"/>
                      </a:cubicBezTo>
                      <a:cubicBezTo>
                        <a:pt x="27" y="45"/>
                        <a:pt x="28" y="46"/>
                        <a:pt x="29" y="46"/>
                      </a:cubicBezTo>
                      <a:cubicBezTo>
                        <a:pt x="33" y="43"/>
                        <a:pt x="33" y="43"/>
                        <a:pt x="33" y="43"/>
                      </a:cubicBezTo>
                      <a:cubicBezTo>
                        <a:pt x="33" y="38"/>
                        <a:pt x="33" y="38"/>
                        <a:pt x="33" y="38"/>
                      </a:cubicBezTo>
                      <a:cubicBezTo>
                        <a:pt x="31" y="35"/>
                        <a:pt x="31" y="35"/>
                        <a:pt x="31" y="35"/>
                      </a:cubicBezTo>
                      <a:cubicBezTo>
                        <a:pt x="35" y="26"/>
                        <a:pt x="35" y="26"/>
                        <a:pt x="35" y="26"/>
                      </a:cubicBezTo>
                      <a:cubicBezTo>
                        <a:pt x="37" y="27"/>
                        <a:pt x="37" y="27"/>
                        <a:pt x="37" y="27"/>
                      </a:cubicBezTo>
                      <a:cubicBezTo>
                        <a:pt x="37" y="30"/>
                        <a:pt x="38" y="33"/>
                        <a:pt x="39" y="35"/>
                      </a:cubicBezTo>
                      <a:cubicBezTo>
                        <a:pt x="39" y="36"/>
                        <a:pt x="39" y="37"/>
                        <a:pt x="40" y="38"/>
                      </a:cubicBezTo>
                      <a:cubicBezTo>
                        <a:pt x="41" y="38"/>
                        <a:pt x="41" y="38"/>
                        <a:pt x="41" y="38"/>
                      </a:cubicBezTo>
                      <a:cubicBezTo>
                        <a:pt x="41" y="33"/>
                        <a:pt x="41" y="33"/>
                        <a:pt x="41" y="33"/>
                      </a:cubicBezTo>
                      <a:cubicBezTo>
                        <a:pt x="45" y="27"/>
                        <a:pt x="45" y="27"/>
                        <a:pt x="45" y="27"/>
                      </a:cubicBezTo>
                      <a:cubicBezTo>
                        <a:pt x="44" y="24"/>
                        <a:pt x="43" y="21"/>
                        <a:pt x="42" y="18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64" name="Google Shape;440;p50">
                  <a:extLst>
                    <a:ext uri="{FF2B5EF4-FFF2-40B4-BE49-F238E27FC236}">
                      <a16:creationId xmlns:a16="http://schemas.microsoft.com/office/drawing/2014/main" id="{D7B3E92B-7B96-416F-A2C9-09AAE9BB994D}"/>
                    </a:ext>
                  </a:extLst>
                </p:cNvPr>
                <p:cNvSpPr/>
                <p:nvPr/>
              </p:nvSpPr>
              <p:spPr>
                <a:xfrm>
                  <a:off x="6932612" y="3752850"/>
                  <a:ext cx="61912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31" extrusionOk="0">
                      <a:moveTo>
                        <a:pt x="19" y="2"/>
                      </a:move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2" y="15"/>
                        <a:pt x="6" y="22"/>
                        <a:pt x="0" y="29"/>
                      </a:cubicBezTo>
                      <a:cubicBezTo>
                        <a:pt x="2" y="31"/>
                        <a:pt x="2" y="31"/>
                        <a:pt x="2" y="31"/>
                      </a:cubicBezTo>
                      <a:cubicBezTo>
                        <a:pt x="22" y="9"/>
                        <a:pt x="22" y="9"/>
                        <a:pt x="22" y="9"/>
                      </a:cubicBezTo>
                      <a:cubicBezTo>
                        <a:pt x="23" y="2"/>
                        <a:pt x="23" y="2"/>
                        <a:pt x="23" y="2"/>
                      </a:cubicBezTo>
                      <a:cubicBezTo>
                        <a:pt x="22" y="0"/>
                        <a:pt x="22" y="0"/>
                        <a:pt x="22" y="0"/>
                      </a:cubicBezTo>
                      <a:lnTo>
                        <a:pt x="19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65" name="Google Shape;441;p50">
                  <a:extLst>
                    <a:ext uri="{FF2B5EF4-FFF2-40B4-BE49-F238E27FC236}">
                      <a16:creationId xmlns:a16="http://schemas.microsoft.com/office/drawing/2014/main" id="{C871557E-66BA-4AFE-A55D-D0F70FAD46A8}"/>
                    </a:ext>
                  </a:extLst>
                </p:cNvPr>
                <p:cNvSpPr/>
                <p:nvPr/>
              </p:nvSpPr>
              <p:spPr>
                <a:xfrm>
                  <a:off x="7018337" y="3711575"/>
                  <a:ext cx="26987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9" extrusionOk="0">
                      <a:moveTo>
                        <a:pt x="0" y="2"/>
                      </a:moveTo>
                      <a:lnTo>
                        <a:pt x="7" y="17"/>
                      </a:lnTo>
                      <a:lnTo>
                        <a:pt x="12" y="19"/>
                      </a:lnTo>
                      <a:lnTo>
                        <a:pt x="17" y="2"/>
                      </a:lnTo>
                      <a:lnTo>
                        <a:pt x="9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872" name="Google Shape;442;p50">
                <a:extLst>
                  <a:ext uri="{FF2B5EF4-FFF2-40B4-BE49-F238E27FC236}">
                    <a16:creationId xmlns:a16="http://schemas.microsoft.com/office/drawing/2014/main" id="{7EE1D3AA-872A-41DB-8EA8-FE7B6613CDB5}"/>
                  </a:ext>
                </a:extLst>
              </p:cNvPr>
              <p:cNvSpPr/>
              <p:nvPr/>
            </p:nvSpPr>
            <p:spPr>
              <a:xfrm>
                <a:off x="6952402" y="3029268"/>
                <a:ext cx="279401" cy="29936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51" extrusionOk="0">
                    <a:moveTo>
                      <a:pt x="125" y="1"/>
                    </a:moveTo>
                    <a:cubicBezTo>
                      <a:pt x="124" y="1"/>
                      <a:pt x="122" y="0"/>
                      <a:pt x="121" y="0"/>
                    </a:cubicBezTo>
                    <a:cubicBezTo>
                      <a:pt x="115" y="4"/>
                      <a:pt x="115" y="4"/>
                      <a:pt x="115" y="4"/>
                    </a:cubicBezTo>
                    <a:cubicBezTo>
                      <a:pt x="111" y="7"/>
                      <a:pt x="111" y="7"/>
                      <a:pt x="111" y="7"/>
                    </a:cubicBezTo>
                    <a:cubicBezTo>
                      <a:pt x="109" y="6"/>
                      <a:pt x="107" y="6"/>
                      <a:pt x="104" y="7"/>
                    </a:cubicBezTo>
                    <a:cubicBezTo>
                      <a:pt x="102" y="7"/>
                      <a:pt x="99" y="8"/>
                      <a:pt x="97" y="8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51" y="64"/>
                      <a:pt x="40" y="72"/>
                      <a:pt x="28" y="8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16" y="109"/>
                      <a:pt x="16" y="109"/>
                      <a:pt x="16" y="109"/>
                    </a:cubicBezTo>
                    <a:cubicBezTo>
                      <a:pt x="13" y="118"/>
                      <a:pt x="13" y="118"/>
                      <a:pt x="13" y="118"/>
                    </a:cubicBezTo>
                    <a:cubicBezTo>
                      <a:pt x="4" y="124"/>
                      <a:pt x="4" y="124"/>
                      <a:pt x="4" y="124"/>
                    </a:cubicBezTo>
                    <a:cubicBezTo>
                      <a:pt x="3" y="133"/>
                      <a:pt x="3" y="133"/>
                      <a:pt x="3" y="133"/>
                    </a:cubicBezTo>
                    <a:cubicBezTo>
                      <a:pt x="6" y="131"/>
                      <a:pt x="6" y="131"/>
                      <a:pt x="6" y="131"/>
                    </a:cubicBezTo>
                    <a:cubicBezTo>
                      <a:pt x="9" y="133"/>
                      <a:pt x="9" y="133"/>
                      <a:pt x="9" y="133"/>
                    </a:cubicBezTo>
                    <a:cubicBezTo>
                      <a:pt x="14" y="130"/>
                      <a:pt x="14" y="130"/>
                      <a:pt x="14" y="130"/>
                    </a:cubicBezTo>
                    <a:cubicBezTo>
                      <a:pt x="16" y="133"/>
                      <a:pt x="16" y="133"/>
                      <a:pt x="16" y="133"/>
                    </a:cubicBezTo>
                    <a:cubicBezTo>
                      <a:pt x="20" y="133"/>
                      <a:pt x="25" y="132"/>
                      <a:pt x="29" y="131"/>
                    </a:cubicBezTo>
                    <a:cubicBezTo>
                      <a:pt x="31" y="131"/>
                      <a:pt x="32" y="130"/>
                      <a:pt x="34" y="130"/>
                    </a:cubicBezTo>
                    <a:cubicBezTo>
                      <a:pt x="43" y="131"/>
                      <a:pt x="43" y="131"/>
                      <a:pt x="43" y="131"/>
                    </a:cubicBezTo>
                    <a:cubicBezTo>
                      <a:pt x="49" y="127"/>
                      <a:pt x="49" y="127"/>
                      <a:pt x="49" y="127"/>
                    </a:cubicBezTo>
                    <a:cubicBezTo>
                      <a:pt x="51" y="131"/>
                      <a:pt x="51" y="131"/>
                      <a:pt x="51" y="131"/>
                    </a:cubicBezTo>
                    <a:cubicBezTo>
                      <a:pt x="49" y="139"/>
                      <a:pt x="49" y="139"/>
                      <a:pt x="49" y="139"/>
                    </a:cubicBezTo>
                    <a:cubicBezTo>
                      <a:pt x="53" y="140"/>
                      <a:pt x="53" y="140"/>
                      <a:pt x="53" y="140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77" y="150"/>
                      <a:pt x="77" y="150"/>
                      <a:pt x="77" y="150"/>
                    </a:cubicBezTo>
                    <a:cubicBezTo>
                      <a:pt x="81" y="141"/>
                      <a:pt x="81" y="141"/>
                      <a:pt x="81" y="141"/>
                    </a:cubicBezTo>
                    <a:cubicBezTo>
                      <a:pt x="75" y="122"/>
                      <a:pt x="75" y="122"/>
                      <a:pt x="75" y="122"/>
                    </a:cubicBezTo>
                    <a:cubicBezTo>
                      <a:pt x="79" y="109"/>
                      <a:pt x="79" y="109"/>
                      <a:pt x="79" y="109"/>
                    </a:cubicBezTo>
                    <a:cubicBezTo>
                      <a:pt x="86" y="109"/>
                      <a:pt x="86" y="109"/>
                      <a:pt x="86" y="109"/>
                    </a:cubicBezTo>
                    <a:cubicBezTo>
                      <a:pt x="98" y="94"/>
                      <a:pt x="109" y="79"/>
                      <a:pt x="121" y="64"/>
                    </a:cubicBezTo>
                    <a:cubicBezTo>
                      <a:pt x="122" y="61"/>
                      <a:pt x="122" y="58"/>
                      <a:pt x="123" y="55"/>
                    </a:cubicBezTo>
                    <a:cubicBezTo>
                      <a:pt x="124" y="52"/>
                      <a:pt x="124" y="49"/>
                      <a:pt x="126" y="46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26"/>
                      <a:pt x="117" y="26"/>
                      <a:pt x="117" y="26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41" y="17"/>
                      <a:pt x="141" y="17"/>
                      <a:pt x="141" y="17"/>
                    </a:cubicBezTo>
                    <a:cubicBezTo>
                      <a:pt x="137" y="5"/>
                      <a:pt x="137" y="5"/>
                      <a:pt x="137" y="5"/>
                    </a:cubicBezTo>
                    <a:cubicBezTo>
                      <a:pt x="128" y="2"/>
                      <a:pt x="128" y="2"/>
                      <a:pt x="128" y="2"/>
                    </a:cubicBezTo>
                    <a:lnTo>
                      <a:pt x="125" y="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3" name="Google Shape;443;p50">
                <a:extLst>
                  <a:ext uri="{FF2B5EF4-FFF2-40B4-BE49-F238E27FC236}">
                    <a16:creationId xmlns:a16="http://schemas.microsoft.com/office/drawing/2014/main" id="{797E1860-5050-477B-BB45-54FC677CC4E4}"/>
                  </a:ext>
                </a:extLst>
              </p:cNvPr>
              <p:cNvSpPr/>
              <p:nvPr/>
            </p:nvSpPr>
            <p:spPr>
              <a:xfrm>
                <a:off x="6858485" y="2814433"/>
                <a:ext cx="301707" cy="198399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00" extrusionOk="0">
                    <a:moveTo>
                      <a:pt x="81" y="31"/>
                    </a:moveTo>
                    <a:cubicBezTo>
                      <a:pt x="74" y="31"/>
                      <a:pt x="74" y="31"/>
                      <a:pt x="74" y="31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5" y="21"/>
                      <a:pt x="45" y="21"/>
                      <a:pt x="45" y="22"/>
                    </a:cubicBezTo>
                    <a:cubicBezTo>
                      <a:pt x="43" y="24"/>
                      <a:pt x="41" y="27"/>
                      <a:pt x="40" y="30"/>
                    </a:cubicBezTo>
                    <a:cubicBezTo>
                      <a:pt x="37" y="29"/>
                      <a:pt x="35" y="29"/>
                      <a:pt x="32" y="29"/>
                    </a:cubicBezTo>
                    <a:cubicBezTo>
                      <a:pt x="31" y="29"/>
                      <a:pt x="29" y="29"/>
                      <a:pt x="28" y="2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37" y="56"/>
                      <a:pt x="37" y="56"/>
                      <a:pt x="37" y="56"/>
                    </a:cubicBezTo>
                    <a:cubicBezTo>
                      <a:pt x="50" y="61"/>
                      <a:pt x="50" y="61"/>
                      <a:pt x="50" y="61"/>
                    </a:cubicBezTo>
                    <a:cubicBezTo>
                      <a:pt x="85" y="97"/>
                      <a:pt x="85" y="97"/>
                      <a:pt x="85" y="97"/>
                    </a:cubicBezTo>
                    <a:cubicBezTo>
                      <a:pt x="92" y="98"/>
                      <a:pt x="100" y="99"/>
                      <a:pt x="108" y="100"/>
                    </a:cubicBezTo>
                    <a:cubicBezTo>
                      <a:pt x="104" y="78"/>
                      <a:pt x="104" y="78"/>
                      <a:pt x="104" y="78"/>
                    </a:cubicBezTo>
                    <a:cubicBezTo>
                      <a:pt x="118" y="63"/>
                      <a:pt x="118" y="63"/>
                      <a:pt x="118" y="63"/>
                    </a:cubicBezTo>
                    <a:cubicBezTo>
                      <a:pt x="124" y="62"/>
                      <a:pt x="124" y="62"/>
                      <a:pt x="124" y="62"/>
                    </a:cubicBezTo>
                    <a:cubicBezTo>
                      <a:pt x="129" y="67"/>
                      <a:pt x="129" y="67"/>
                      <a:pt x="129" y="67"/>
                    </a:cubicBezTo>
                    <a:cubicBezTo>
                      <a:pt x="150" y="64"/>
                      <a:pt x="150" y="64"/>
                      <a:pt x="150" y="64"/>
                    </a:cubicBezTo>
                    <a:cubicBezTo>
                      <a:pt x="152" y="53"/>
                      <a:pt x="152" y="53"/>
                      <a:pt x="152" y="53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5" y="47"/>
                      <a:pt x="118" y="51"/>
                      <a:pt x="112" y="55"/>
                    </a:cubicBezTo>
                    <a:cubicBezTo>
                      <a:pt x="111" y="56"/>
                      <a:pt x="110" y="56"/>
                      <a:pt x="108" y="57"/>
                    </a:cubicBezTo>
                    <a:cubicBezTo>
                      <a:pt x="104" y="59"/>
                      <a:pt x="101" y="62"/>
                      <a:pt x="97" y="64"/>
                    </a:cubicBezTo>
                    <a:cubicBezTo>
                      <a:pt x="90" y="63"/>
                      <a:pt x="90" y="63"/>
                      <a:pt x="90" y="63"/>
                    </a:cubicBezTo>
                    <a:lnTo>
                      <a:pt x="81" y="3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4" name="Google Shape;444;p50">
                <a:extLst>
                  <a:ext uri="{FF2B5EF4-FFF2-40B4-BE49-F238E27FC236}">
                    <a16:creationId xmlns:a16="http://schemas.microsoft.com/office/drawing/2014/main" id="{0E5B35E5-3978-4650-8122-4A4DFD962B2D}"/>
                  </a:ext>
                </a:extLst>
              </p:cNvPr>
              <p:cNvSpPr/>
              <p:nvPr/>
            </p:nvSpPr>
            <p:spPr>
              <a:xfrm>
                <a:off x="6803310" y="3309844"/>
                <a:ext cx="130309" cy="172572"/>
              </a:xfrm>
              <a:custGeom>
                <a:avLst/>
                <a:gdLst/>
                <a:ahLst/>
                <a:cxnLst/>
                <a:rect l="l" t="t" r="r" b="b"/>
                <a:pathLst>
                  <a:path w="66" h="87" extrusionOk="0">
                    <a:moveTo>
                      <a:pt x="66" y="24"/>
                    </a:moveTo>
                    <a:cubicBezTo>
                      <a:pt x="64" y="25"/>
                      <a:pt x="64" y="25"/>
                      <a:pt x="64" y="25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3" y="14"/>
                      <a:pt x="53" y="14"/>
                      <a:pt x="53" y="14"/>
                    </a:cubicBezTo>
                    <a:cubicBezTo>
                      <a:pt x="50" y="12"/>
                      <a:pt x="50" y="12"/>
                      <a:pt x="50" y="12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36" y="8"/>
                      <a:pt x="34" y="4"/>
                      <a:pt x="34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6" y="86"/>
                      <a:pt x="6" y="86"/>
                      <a:pt x="6" y="86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6" y="87"/>
                      <a:pt x="16" y="87"/>
                      <a:pt x="16" y="87"/>
                    </a:cubicBezTo>
                    <a:cubicBezTo>
                      <a:pt x="19" y="85"/>
                      <a:pt x="19" y="85"/>
                      <a:pt x="19" y="85"/>
                    </a:cubicBezTo>
                    <a:cubicBezTo>
                      <a:pt x="21" y="85"/>
                      <a:pt x="21" y="85"/>
                      <a:pt x="21" y="85"/>
                    </a:cubicBezTo>
                    <a:cubicBezTo>
                      <a:pt x="24" y="81"/>
                      <a:pt x="24" y="81"/>
                      <a:pt x="24" y="81"/>
                    </a:cubicBezTo>
                    <a:cubicBezTo>
                      <a:pt x="21" y="79"/>
                      <a:pt x="21" y="79"/>
                      <a:pt x="21" y="79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0"/>
                      <a:pt x="34" y="70"/>
                      <a:pt x="34" y="70"/>
                    </a:cubicBezTo>
                    <a:cubicBezTo>
                      <a:pt x="39" y="64"/>
                      <a:pt x="39" y="64"/>
                      <a:pt x="39" y="64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5" y="61"/>
                      <a:pt x="45" y="61"/>
                      <a:pt x="45" y="61"/>
                    </a:cubicBezTo>
                    <a:cubicBezTo>
                      <a:pt x="45" y="50"/>
                      <a:pt x="47" y="44"/>
                      <a:pt x="50" y="44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5" y="45"/>
                      <a:pt x="55" y="45"/>
                      <a:pt x="55" y="45"/>
                    </a:cubicBezTo>
                    <a:cubicBezTo>
                      <a:pt x="65" y="31"/>
                      <a:pt x="65" y="31"/>
                      <a:pt x="65" y="31"/>
                    </a:cubicBezTo>
                    <a:lnTo>
                      <a:pt x="66" y="2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5" name="Google Shape;445;p50">
                <a:extLst>
                  <a:ext uri="{FF2B5EF4-FFF2-40B4-BE49-F238E27FC236}">
                    <a16:creationId xmlns:a16="http://schemas.microsoft.com/office/drawing/2014/main" id="{6310B51F-DD3D-4C29-822E-157B28C33E4D}"/>
                  </a:ext>
                </a:extLst>
              </p:cNvPr>
              <p:cNvSpPr/>
              <p:nvPr/>
            </p:nvSpPr>
            <p:spPr>
              <a:xfrm>
                <a:off x="7495945" y="3225319"/>
                <a:ext cx="149092" cy="389754"/>
              </a:xfrm>
              <a:custGeom>
                <a:avLst/>
                <a:gdLst/>
                <a:ahLst/>
                <a:cxnLst/>
                <a:rect l="l" t="t" r="r" b="b"/>
                <a:pathLst>
                  <a:path w="75" h="196" extrusionOk="0">
                    <a:moveTo>
                      <a:pt x="46" y="0"/>
                    </a:moveTo>
                    <a:cubicBezTo>
                      <a:pt x="41" y="6"/>
                      <a:pt x="37" y="12"/>
                      <a:pt x="32" y="17"/>
                    </a:cubicBezTo>
                    <a:cubicBezTo>
                      <a:pt x="28" y="22"/>
                      <a:pt x="23" y="26"/>
                      <a:pt x="18" y="30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5" y="66"/>
                      <a:pt x="5" y="68"/>
                      <a:pt x="4" y="70"/>
                    </a:cubicBezTo>
                    <a:cubicBezTo>
                      <a:pt x="3" y="75"/>
                      <a:pt x="1" y="80"/>
                      <a:pt x="0" y="85"/>
                    </a:cubicBezTo>
                    <a:cubicBezTo>
                      <a:pt x="3" y="90"/>
                      <a:pt x="3" y="90"/>
                      <a:pt x="3" y="90"/>
                    </a:cubicBezTo>
                    <a:cubicBezTo>
                      <a:pt x="6" y="90"/>
                      <a:pt x="6" y="90"/>
                      <a:pt x="6" y="90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10" y="90"/>
                      <a:pt x="10" y="90"/>
                      <a:pt x="10" y="90"/>
                    </a:cubicBezTo>
                    <a:cubicBezTo>
                      <a:pt x="12" y="95"/>
                      <a:pt x="13" y="100"/>
                      <a:pt x="15" y="104"/>
                    </a:cubicBezTo>
                    <a:cubicBezTo>
                      <a:pt x="17" y="109"/>
                      <a:pt x="18" y="112"/>
                      <a:pt x="20" y="116"/>
                    </a:cubicBezTo>
                    <a:cubicBezTo>
                      <a:pt x="19" y="119"/>
                      <a:pt x="19" y="122"/>
                      <a:pt x="17" y="125"/>
                    </a:cubicBezTo>
                    <a:cubicBezTo>
                      <a:pt x="17" y="128"/>
                      <a:pt x="15" y="131"/>
                      <a:pt x="14" y="135"/>
                    </a:cubicBezTo>
                    <a:cubicBezTo>
                      <a:pt x="16" y="136"/>
                      <a:pt x="17" y="137"/>
                      <a:pt x="20" y="138"/>
                    </a:cubicBezTo>
                    <a:cubicBezTo>
                      <a:pt x="21" y="139"/>
                      <a:pt x="23" y="140"/>
                      <a:pt x="26" y="141"/>
                    </a:cubicBezTo>
                    <a:cubicBezTo>
                      <a:pt x="38" y="132"/>
                      <a:pt x="38" y="132"/>
                      <a:pt x="38" y="132"/>
                    </a:cubicBezTo>
                    <a:cubicBezTo>
                      <a:pt x="38" y="131"/>
                      <a:pt x="38" y="129"/>
                      <a:pt x="38" y="128"/>
                    </a:cubicBezTo>
                    <a:cubicBezTo>
                      <a:pt x="39" y="127"/>
                      <a:pt x="39" y="126"/>
                      <a:pt x="40" y="125"/>
                    </a:cubicBezTo>
                    <a:cubicBezTo>
                      <a:pt x="41" y="125"/>
                      <a:pt x="41" y="125"/>
                      <a:pt x="41" y="125"/>
                    </a:cubicBezTo>
                    <a:cubicBezTo>
                      <a:pt x="43" y="133"/>
                      <a:pt x="46" y="141"/>
                      <a:pt x="48" y="148"/>
                    </a:cubicBezTo>
                    <a:cubicBezTo>
                      <a:pt x="49" y="153"/>
                      <a:pt x="51" y="157"/>
                      <a:pt x="52" y="161"/>
                    </a:cubicBezTo>
                    <a:cubicBezTo>
                      <a:pt x="55" y="161"/>
                      <a:pt x="55" y="161"/>
                      <a:pt x="55" y="161"/>
                    </a:cubicBezTo>
                    <a:cubicBezTo>
                      <a:pt x="55" y="163"/>
                      <a:pt x="56" y="165"/>
                      <a:pt x="56" y="167"/>
                    </a:cubicBezTo>
                    <a:cubicBezTo>
                      <a:pt x="55" y="173"/>
                      <a:pt x="55" y="179"/>
                      <a:pt x="55" y="184"/>
                    </a:cubicBezTo>
                    <a:cubicBezTo>
                      <a:pt x="55" y="188"/>
                      <a:pt x="55" y="192"/>
                      <a:pt x="55" y="196"/>
                    </a:cubicBezTo>
                    <a:cubicBezTo>
                      <a:pt x="56" y="196"/>
                      <a:pt x="56" y="196"/>
                      <a:pt x="56" y="196"/>
                    </a:cubicBezTo>
                    <a:cubicBezTo>
                      <a:pt x="60" y="182"/>
                      <a:pt x="60" y="182"/>
                      <a:pt x="60" y="182"/>
                    </a:cubicBezTo>
                    <a:cubicBezTo>
                      <a:pt x="59" y="170"/>
                      <a:pt x="59" y="158"/>
                      <a:pt x="59" y="146"/>
                    </a:cubicBezTo>
                    <a:cubicBezTo>
                      <a:pt x="59" y="141"/>
                      <a:pt x="59" y="141"/>
                      <a:pt x="59" y="141"/>
                    </a:cubicBezTo>
                    <a:cubicBezTo>
                      <a:pt x="58" y="137"/>
                      <a:pt x="59" y="132"/>
                      <a:pt x="59" y="127"/>
                    </a:cubicBezTo>
                    <a:cubicBezTo>
                      <a:pt x="59" y="125"/>
                      <a:pt x="59" y="125"/>
                      <a:pt x="59" y="125"/>
                    </a:cubicBezTo>
                    <a:cubicBezTo>
                      <a:pt x="49" y="112"/>
                      <a:pt x="49" y="112"/>
                      <a:pt x="49" y="112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2" y="88"/>
                      <a:pt x="62" y="88"/>
                      <a:pt x="62" y="88"/>
                    </a:cubicBezTo>
                    <a:cubicBezTo>
                      <a:pt x="64" y="87"/>
                      <a:pt x="65" y="86"/>
                      <a:pt x="67" y="85"/>
                    </a:cubicBezTo>
                    <a:cubicBezTo>
                      <a:pt x="70" y="82"/>
                      <a:pt x="72" y="79"/>
                      <a:pt x="75" y="76"/>
                    </a:cubicBezTo>
                    <a:cubicBezTo>
                      <a:pt x="62" y="72"/>
                      <a:pt x="62" y="72"/>
                      <a:pt x="62" y="7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6" y="41"/>
                      <a:pt x="48" y="37"/>
                      <a:pt x="49" y="32"/>
                    </a:cubicBezTo>
                    <a:cubicBezTo>
                      <a:pt x="52" y="27"/>
                      <a:pt x="54" y="22"/>
                      <a:pt x="58" y="17"/>
                    </a:cubicBezTo>
                    <a:cubicBezTo>
                      <a:pt x="51" y="1"/>
                      <a:pt x="51" y="1"/>
                      <a:pt x="51" y="1"/>
                    </a:cubicBezTo>
                    <a:lnTo>
                      <a:pt x="46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6" name="Google Shape;446;p50">
                <a:extLst>
                  <a:ext uri="{FF2B5EF4-FFF2-40B4-BE49-F238E27FC236}">
                    <a16:creationId xmlns:a16="http://schemas.microsoft.com/office/drawing/2014/main" id="{D6F4127C-8A65-4957-AB41-BD8AAA3F35F3}"/>
                  </a:ext>
                </a:extLst>
              </p:cNvPr>
              <p:cNvSpPr/>
              <p:nvPr/>
            </p:nvSpPr>
            <p:spPr>
              <a:xfrm>
                <a:off x="7277589" y="3173664"/>
                <a:ext cx="138527" cy="77481"/>
              </a:xfrm>
              <a:custGeom>
                <a:avLst/>
                <a:gdLst/>
                <a:ahLst/>
                <a:cxnLst/>
                <a:rect l="l" t="t" r="r" b="b"/>
                <a:pathLst>
                  <a:path w="70" h="39" extrusionOk="0">
                    <a:moveTo>
                      <a:pt x="6" y="0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2" y="25"/>
                      <a:pt x="24" y="30"/>
                      <a:pt x="37" y="34"/>
                    </a:cubicBezTo>
                    <a:cubicBezTo>
                      <a:pt x="38" y="34"/>
                      <a:pt x="38" y="34"/>
                      <a:pt x="39" y="34"/>
                    </a:cubicBezTo>
                    <a:cubicBezTo>
                      <a:pt x="47" y="37"/>
                      <a:pt x="57" y="39"/>
                      <a:pt x="67" y="39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70" y="27"/>
                      <a:pt x="70" y="27"/>
                      <a:pt x="70" y="27"/>
                    </a:cubicBezTo>
                    <a:cubicBezTo>
                      <a:pt x="57" y="21"/>
                      <a:pt x="44" y="16"/>
                      <a:pt x="29" y="10"/>
                    </a:cubicBezTo>
                    <a:cubicBezTo>
                      <a:pt x="22" y="7"/>
                      <a:pt x="14" y="4"/>
                      <a:pt x="6" y="0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7" name="Google Shape;447;p50">
                <a:extLst>
                  <a:ext uri="{FF2B5EF4-FFF2-40B4-BE49-F238E27FC236}">
                    <a16:creationId xmlns:a16="http://schemas.microsoft.com/office/drawing/2014/main" id="{F502D68D-88C1-4379-B0CB-0EB1A7446296}"/>
                  </a:ext>
                </a:extLst>
              </p:cNvPr>
              <p:cNvSpPr/>
              <p:nvPr/>
            </p:nvSpPr>
            <p:spPr>
              <a:xfrm>
                <a:off x="7277589" y="3173664"/>
                <a:ext cx="138527" cy="77481"/>
              </a:xfrm>
              <a:custGeom>
                <a:avLst/>
                <a:gdLst/>
                <a:ahLst/>
                <a:cxnLst/>
                <a:rect l="l" t="t" r="r" b="b"/>
                <a:pathLst>
                  <a:path w="70" h="39" extrusionOk="0">
                    <a:moveTo>
                      <a:pt x="6" y="0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2" y="25"/>
                      <a:pt x="24" y="30"/>
                      <a:pt x="37" y="34"/>
                    </a:cubicBezTo>
                    <a:cubicBezTo>
                      <a:pt x="38" y="34"/>
                      <a:pt x="38" y="34"/>
                      <a:pt x="39" y="34"/>
                    </a:cubicBezTo>
                    <a:cubicBezTo>
                      <a:pt x="47" y="37"/>
                      <a:pt x="57" y="39"/>
                      <a:pt x="67" y="39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70" y="27"/>
                      <a:pt x="70" y="27"/>
                      <a:pt x="70" y="27"/>
                    </a:cubicBezTo>
                    <a:cubicBezTo>
                      <a:pt x="57" y="21"/>
                      <a:pt x="44" y="16"/>
                      <a:pt x="29" y="10"/>
                    </a:cubicBezTo>
                    <a:cubicBezTo>
                      <a:pt x="22" y="7"/>
                      <a:pt x="14" y="4"/>
                      <a:pt x="6" y="0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8" name="Google Shape;448;p50">
                <a:extLst>
                  <a:ext uri="{FF2B5EF4-FFF2-40B4-BE49-F238E27FC236}">
                    <a16:creationId xmlns:a16="http://schemas.microsoft.com/office/drawing/2014/main" id="{83348288-8395-486A-BD30-B8FFEF85B354}"/>
                  </a:ext>
                </a:extLst>
              </p:cNvPr>
              <p:cNvSpPr/>
              <p:nvPr/>
            </p:nvSpPr>
            <p:spPr>
              <a:xfrm>
                <a:off x="7429029" y="2667689"/>
                <a:ext cx="541194" cy="240662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21" extrusionOk="0">
                    <a:moveTo>
                      <a:pt x="14" y="15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6" y="49"/>
                      <a:pt x="26" y="49"/>
                      <a:pt x="26" y="49"/>
                    </a:cubicBezTo>
                    <a:cubicBezTo>
                      <a:pt x="26" y="54"/>
                      <a:pt x="25" y="58"/>
                      <a:pt x="24" y="63"/>
                    </a:cubicBezTo>
                    <a:cubicBezTo>
                      <a:pt x="23" y="66"/>
                      <a:pt x="22" y="69"/>
                      <a:pt x="21" y="72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37" y="75"/>
                      <a:pt x="37" y="75"/>
                      <a:pt x="37" y="75"/>
                    </a:cubicBezTo>
                    <a:cubicBezTo>
                      <a:pt x="60" y="88"/>
                      <a:pt x="60" y="88"/>
                      <a:pt x="60" y="88"/>
                    </a:cubicBezTo>
                    <a:cubicBezTo>
                      <a:pt x="58" y="99"/>
                      <a:pt x="58" y="99"/>
                      <a:pt x="58" y="99"/>
                    </a:cubicBezTo>
                    <a:cubicBezTo>
                      <a:pt x="66" y="107"/>
                      <a:pt x="66" y="107"/>
                      <a:pt x="66" y="107"/>
                    </a:cubicBezTo>
                    <a:cubicBezTo>
                      <a:pt x="91" y="105"/>
                      <a:pt x="91" y="105"/>
                      <a:pt x="91" y="105"/>
                    </a:cubicBezTo>
                    <a:cubicBezTo>
                      <a:pt x="102" y="117"/>
                      <a:pt x="102" y="117"/>
                      <a:pt x="102" y="117"/>
                    </a:cubicBezTo>
                    <a:cubicBezTo>
                      <a:pt x="115" y="118"/>
                      <a:pt x="128" y="120"/>
                      <a:pt x="141" y="121"/>
                    </a:cubicBezTo>
                    <a:cubicBezTo>
                      <a:pt x="159" y="110"/>
                      <a:pt x="159" y="110"/>
                      <a:pt x="159" y="110"/>
                    </a:cubicBezTo>
                    <a:cubicBezTo>
                      <a:pt x="178" y="113"/>
                      <a:pt x="178" y="113"/>
                      <a:pt x="178" y="113"/>
                    </a:cubicBezTo>
                    <a:cubicBezTo>
                      <a:pt x="188" y="103"/>
                      <a:pt x="188" y="103"/>
                      <a:pt x="188" y="103"/>
                    </a:cubicBezTo>
                    <a:cubicBezTo>
                      <a:pt x="182" y="90"/>
                      <a:pt x="182" y="90"/>
                      <a:pt x="182" y="90"/>
                    </a:cubicBezTo>
                    <a:cubicBezTo>
                      <a:pt x="193" y="78"/>
                      <a:pt x="193" y="78"/>
                      <a:pt x="193" y="78"/>
                    </a:cubicBezTo>
                    <a:cubicBezTo>
                      <a:pt x="207" y="83"/>
                      <a:pt x="207" y="83"/>
                      <a:pt x="207" y="83"/>
                    </a:cubicBezTo>
                    <a:cubicBezTo>
                      <a:pt x="218" y="77"/>
                      <a:pt x="230" y="70"/>
                      <a:pt x="241" y="64"/>
                    </a:cubicBezTo>
                    <a:cubicBezTo>
                      <a:pt x="247" y="60"/>
                      <a:pt x="252" y="57"/>
                      <a:pt x="258" y="54"/>
                    </a:cubicBezTo>
                    <a:cubicBezTo>
                      <a:pt x="267" y="54"/>
                      <a:pt x="267" y="54"/>
                      <a:pt x="267" y="54"/>
                    </a:cubicBezTo>
                    <a:cubicBezTo>
                      <a:pt x="273" y="51"/>
                      <a:pt x="273" y="51"/>
                      <a:pt x="273" y="51"/>
                    </a:cubicBezTo>
                    <a:cubicBezTo>
                      <a:pt x="258" y="45"/>
                      <a:pt x="258" y="45"/>
                      <a:pt x="258" y="45"/>
                    </a:cubicBezTo>
                    <a:cubicBezTo>
                      <a:pt x="248" y="50"/>
                      <a:pt x="248" y="50"/>
                      <a:pt x="248" y="50"/>
                    </a:cubicBezTo>
                    <a:cubicBezTo>
                      <a:pt x="242" y="42"/>
                      <a:pt x="242" y="42"/>
                      <a:pt x="242" y="42"/>
                    </a:cubicBezTo>
                    <a:cubicBezTo>
                      <a:pt x="243" y="24"/>
                      <a:pt x="243" y="24"/>
                      <a:pt x="243" y="24"/>
                    </a:cubicBezTo>
                    <a:cubicBezTo>
                      <a:pt x="239" y="24"/>
                      <a:pt x="235" y="24"/>
                      <a:pt x="231" y="24"/>
                    </a:cubicBezTo>
                    <a:cubicBezTo>
                      <a:pt x="222" y="20"/>
                      <a:pt x="222" y="20"/>
                      <a:pt x="222" y="20"/>
                    </a:cubicBezTo>
                    <a:cubicBezTo>
                      <a:pt x="216" y="28"/>
                      <a:pt x="216" y="28"/>
                      <a:pt x="216" y="28"/>
                    </a:cubicBezTo>
                    <a:cubicBezTo>
                      <a:pt x="201" y="24"/>
                      <a:pt x="201" y="24"/>
                      <a:pt x="201" y="24"/>
                    </a:cubicBezTo>
                    <a:cubicBezTo>
                      <a:pt x="190" y="29"/>
                      <a:pt x="190" y="29"/>
                      <a:pt x="190" y="29"/>
                    </a:cubicBezTo>
                    <a:cubicBezTo>
                      <a:pt x="156" y="17"/>
                      <a:pt x="156" y="17"/>
                      <a:pt x="156" y="17"/>
                    </a:cubicBezTo>
                    <a:cubicBezTo>
                      <a:pt x="128" y="19"/>
                      <a:pt x="128" y="19"/>
                      <a:pt x="128" y="19"/>
                    </a:cubicBezTo>
                    <a:cubicBezTo>
                      <a:pt x="119" y="4"/>
                      <a:pt x="119" y="4"/>
                      <a:pt x="119" y="4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11"/>
                      <a:pt x="95" y="11"/>
                      <a:pt x="95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45" y="12"/>
                      <a:pt x="40" y="12"/>
                      <a:pt x="34" y="13"/>
                    </a:cubicBezTo>
                    <a:cubicBezTo>
                      <a:pt x="29" y="13"/>
                      <a:pt x="24" y="14"/>
                      <a:pt x="19" y="14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5" y="15"/>
                      <a:pt x="14" y="15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79" name="Google Shape;449;p50">
                <a:extLst>
                  <a:ext uri="{FF2B5EF4-FFF2-40B4-BE49-F238E27FC236}">
                    <a16:creationId xmlns:a16="http://schemas.microsoft.com/office/drawing/2014/main" id="{3FA62D1E-7BEF-489E-B4F2-2E43511DDB3F}"/>
                  </a:ext>
                </a:extLst>
              </p:cNvPr>
              <p:cNvSpPr/>
              <p:nvPr/>
            </p:nvSpPr>
            <p:spPr>
              <a:xfrm>
                <a:off x="7429029" y="2667689"/>
                <a:ext cx="541194" cy="240662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21" extrusionOk="0">
                    <a:moveTo>
                      <a:pt x="14" y="15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26" y="49"/>
                      <a:pt x="26" y="49"/>
                      <a:pt x="26" y="49"/>
                    </a:cubicBezTo>
                    <a:cubicBezTo>
                      <a:pt x="26" y="54"/>
                      <a:pt x="25" y="58"/>
                      <a:pt x="24" y="63"/>
                    </a:cubicBezTo>
                    <a:cubicBezTo>
                      <a:pt x="23" y="66"/>
                      <a:pt x="22" y="69"/>
                      <a:pt x="21" y="72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37" y="75"/>
                      <a:pt x="37" y="75"/>
                      <a:pt x="37" y="75"/>
                    </a:cubicBezTo>
                    <a:cubicBezTo>
                      <a:pt x="60" y="88"/>
                      <a:pt x="60" y="88"/>
                      <a:pt x="60" y="88"/>
                    </a:cubicBezTo>
                    <a:cubicBezTo>
                      <a:pt x="58" y="99"/>
                      <a:pt x="58" y="99"/>
                      <a:pt x="58" y="99"/>
                    </a:cubicBezTo>
                    <a:cubicBezTo>
                      <a:pt x="66" y="107"/>
                      <a:pt x="66" y="107"/>
                      <a:pt x="66" y="107"/>
                    </a:cubicBezTo>
                    <a:cubicBezTo>
                      <a:pt x="91" y="105"/>
                      <a:pt x="91" y="105"/>
                      <a:pt x="91" y="105"/>
                    </a:cubicBezTo>
                    <a:cubicBezTo>
                      <a:pt x="102" y="117"/>
                      <a:pt x="102" y="117"/>
                      <a:pt x="102" y="117"/>
                    </a:cubicBezTo>
                    <a:cubicBezTo>
                      <a:pt x="115" y="118"/>
                      <a:pt x="128" y="120"/>
                      <a:pt x="141" y="121"/>
                    </a:cubicBezTo>
                    <a:cubicBezTo>
                      <a:pt x="159" y="110"/>
                      <a:pt x="159" y="110"/>
                      <a:pt x="159" y="110"/>
                    </a:cubicBezTo>
                    <a:cubicBezTo>
                      <a:pt x="178" y="113"/>
                      <a:pt x="178" y="113"/>
                      <a:pt x="178" y="113"/>
                    </a:cubicBezTo>
                    <a:cubicBezTo>
                      <a:pt x="188" y="103"/>
                      <a:pt x="188" y="103"/>
                      <a:pt x="188" y="103"/>
                    </a:cubicBezTo>
                    <a:cubicBezTo>
                      <a:pt x="182" y="90"/>
                      <a:pt x="182" y="90"/>
                      <a:pt x="182" y="90"/>
                    </a:cubicBezTo>
                    <a:cubicBezTo>
                      <a:pt x="193" y="78"/>
                      <a:pt x="193" y="78"/>
                      <a:pt x="193" y="78"/>
                    </a:cubicBezTo>
                    <a:cubicBezTo>
                      <a:pt x="207" y="83"/>
                      <a:pt x="207" y="83"/>
                      <a:pt x="207" y="83"/>
                    </a:cubicBezTo>
                    <a:cubicBezTo>
                      <a:pt x="218" y="77"/>
                      <a:pt x="230" y="70"/>
                      <a:pt x="241" y="64"/>
                    </a:cubicBezTo>
                    <a:cubicBezTo>
                      <a:pt x="247" y="60"/>
                      <a:pt x="252" y="57"/>
                      <a:pt x="258" y="54"/>
                    </a:cubicBezTo>
                    <a:cubicBezTo>
                      <a:pt x="267" y="54"/>
                      <a:pt x="267" y="54"/>
                      <a:pt x="267" y="54"/>
                    </a:cubicBezTo>
                    <a:cubicBezTo>
                      <a:pt x="273" y="51"/>
                      <a:pt x="273" y="51"/>
                      <a:pt x="273" y="51"/>
                    </a:cubicBezTo>
                    <a:cubicBezTo>
                      <a:pt x="258" y="45"/>
                      <a:pt x="258" y="45"/>
                      <a:pt x="258" y="45"/>
                    </a:cubicBezTo>
                    <a:cubicBezTo>
                      <a:pt x="248" y="50"/>
                      <a:pt x="248" y="50"/>
                      <a:pt x="248" y="50"/>
                    </a:cubicBezTo>
                    <a:cubicBezTo>
                      <a:pt x="242" y="42"/>
                      <a:pt x="242" y="42"/>
                      <a:pt x="242" y="42"/>
                    </a:cubicBezTo>
                    <a:cubicBezTo>
                      <a:pt x="243" y="24"/>
                      <a:pt x="243" y="24"/>
                      <a:pt x="243" y="24"/>
                    </a:cubicBezTo>
                    <a:cubicBezTo>
                      <a:pt x="239" y="24"/>
                      <a:pt x="235" y="24"/>
                      <a:pt x="231" y="24"/>
                    </a:cubicBezTo>
                    <a:cubicBezTo>
                      <a:pt x="222" y="20"/>
                      <a:pt x="222" y="20"/>
                      <a:pt x="222" y="20"/>
                    </a:cubicBezTo>
                    <a:cubicBezTo>
                      <a:pt x="216" y="28"/>
                      <a:pt x="216" y="28"/>
                      <a:pt x="216" y="28"/>
                    </a:cubicBezTo>
                    <a:cubicBezTo>
                      <a:pt x="201" y="24"/>
                      <a:pt x="201" y="24"/>
                      <a:pt x="201" y="24"/>
                    </a:cubicBezTo>
                    <a:cubicBezTo>
                      <a:pt x="190" y="29"/>
                      <a:pt x="190" y="29"/>
                      <a:pt x="190" y="29"/>
                    </a:cubicBezTo>
                    <a:cubicBezTo>
                      <a:pt x="156" y="17"/>
                      <a:pt x="156" y="17"/>
                      <a:pt x="156" y="17"/>
                    </a:cubicBezTo>
                    <a:cubicBezTo>
                      <a:pt x="128" y="19"/>
                      <a:pt x="128" y="19"/>
                      <a:pt x="128" y="19"/>
                    </a:cubicBezTo>
                    <a:cubicBezTo>
                      <a:pt x="119" y="4"/>
                      <a:pt x="119" y="4"/>
                      <a:pt x="119" y="4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11"/>
                      <a:pt x="95" y="11"/>
                      <a:pt x="95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45" y="12"/>
                      <a:pt x="40" y="12"/>
                      <a:pt x="34" y="13"/>
                    </a:cubicBezTo>
                    <a:cubicBezTo>
                      <a:pt x="29" y="13"/>
                      <a:pt x="24" y="14"/>
                      <a:pt x="19" y="14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5" y="15"/>
                      <a:pt x="14" y="15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880" name="Google Shape;450;p50">
                <a:extLst>
                  <a:ext uri="{FF2B5EF4-FFF2-40B4-BE49-F238E27FC236}">
                    <a16:creationId xmlns:a16="http://schemas.microsoft.com/office/drawing/2014/main" id="{5BEE4698-8231-4C23-BF2F-3E4B5A97A501}"/>
                  </a:ext>
                </a:extLst>
              </p:cNvPr>
              <p:cNvGrpSpPr/>
              <p:nvPr/>
            </p:nvGrpSpPr>
            <p:grpSpPr>
              <a:xfrm>
                <a:off x="7636820" y="3684337"/>
                <a:ext cx="341621" cy="131483"/>
                <a:chOff x="6540500" y="3878263"/>
                <a:chExt cx="461962" cy="177800"/>
              </a:xfrm>
              <a:grpFill/>
            </p:grpSpPr>
            <p:sp>
              <p:nvSpPr>
                <p:cNvPr id="1056" name="Google Shape;451;p50">
                  <a:extLst>
                    <a:ext uri="{FF2B5EF4-FFF2-40B4-BE49-F238E27FC236}">
                      <a16:creationId xmlns:a16="http://schemas.microsoft.com/office/drawing/2014/main" id="{826F6750-0F54-4C86-8ACF-8A7A65C04F88}"/>
                    </a:ext>
                  </a:extLst>
                </p:cNvPr>
                <p:cNvSpPr/>
                <p:nvPr/>
              </p:nvSpPr>
              <p:spPr>
                <a:xfrm>
                  <a:off x="6540500" y="3908425"/>
                  <a:ext cx="92075" cy="12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7" extrusionOk="0">
                      <a:moveTo>
                        <a:pt x="28" y="21"/>
                      </a:moveTo>
                      <a:cubicBezTo>
                        <a:pt x="28" y="17"/>
                        <a:pt x="27" y="14"/>
                        <a:pt x="27" y="10"/>
                      </a:cubicBezTo>
                      <a:cubicBezTo>
                        <a:pt x="22" y="7"/>
                        <a:pt x="19" y="3"/>
                        <a:pt x="15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5"/>
                        <a:pt x="3" y="10"/>
                        <a:pt x="4" y="15"/>
                      </a:cubicBezTo>
                      <a:cubicBezTo>
                        <a:pt x="6" y="21"/>
                        <a:pt x="7" y="26"/>
                        <a:pt x="9" y="31"/>
                      </a:cubicBezTo>
                      <a:cubicBezTo>
                        <a:pt x="9" y="31"/>
                        <a:pt x="9" y="32"/>
                        <a:pt x="10" y="33"/>
                      </a:cubicBezTo>
                      <a:cubicBezTo>
                        <a:pt x="16" y="38"/>
                        <a:pt x="22" y="43"/>
                        <a:pt x="28" y="47"/>
                      </a:cubicBezTo>
                      <a:cubicBezTo>
                        <a:pt x="31" y="46"/>
                        <a:pt x="31" y="46"/>
                        <a:pt x="31" y="46"/>
                      </a:cubicBezTo>
                      <a:cubicBezTo>
                        <a:pt x="34" y="42"/>
                        <a:pt x="34" y="42"/>
                        <a:pt x="34" y="42"/>
                      </a:cubicBezTo>
                      <a:cubicBezTo>
                        <a:pt x="32" y="34"/>
                        <a:pt x="30" y="29"/>
                        <a:pt x="28" y="21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57" name="Google Shape;452;p50">
                  <a:extLst>
                    <a:ext uri="{FF2B5EF4-FFF2-40B4-BE49-F238E27FC236}">
                      <a16:creationId xmlns:a16="http://schemas.microsoft.com/office/drawing/2014/main" id="{6F22397B-96F5-4CA6-9838-210E5E0FFA78}"/>
                    </a:ext>
                  </a:extLst>
                </p:cNvPr>
                <p:cNvSpPr/>
                <p:nvPr/>
              </p:nvSpPr>
              <p:spPr>
                <a:xfrm>
                  <a:off x="6764337" y="3878263"/>
                  <a:ext cx="238125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66" extrusionOk="0">
                      <a:moveTo>
                        <a:pt x="64" y="3"/>
                      </a:move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1" y="0"/>
                        <a:pt x="61" y="0"/>
                        <a:pt x="61" y="0"/>
                      </a:cubicBezTo>
                      <a:cubicBezTo>
                        <a:pt x="60" y="2"/>
                        <a:pt x="57" y="6"/>
                        <a:pt x="53" y="12"/>
                      </a:cubicBezTo>
                      <a:cubicBezTo>
                        <a:pt x="57" y="19"/>
                        <a:pt x="57" y="19"/>
                        <a:pt x="57" y="19"/>
                      </a:cubicBezTo>
                      <a:cubicBezTo>
                        <a:pt x="55" y="28"/>
                        <a:pt x="55" y="28"/>
                        <a:pt x="55" y="28"/>
                      </a:cubicBezTo>
                      <a:cubicBezTo>
                        <a:pt x="49" y="29"/>
                        <a:pt x="49" y="29"/>
                        <a:pt x="49" y="29"/>
                      </a:cubicBezTo>
                      <a:cubicBezTo>
                        <a:pt x="47" y="33"/>
                        <a:pt x="47" y="33"/>
                        <a:pt x="47" y="33"/>
                      </a:cubicBezTo>
                      <a:cubicBezTo>
                        <a:pt x="39" y="32"/>
                        <a:pt x="39" y="32"/>
                        <a:pt x="39" y="32"/>
                      </a:cubicBezTo>
                      <a:cubicBezTo>
                        <a:pt x="36" y="30"/>
                        <a:pt x="36" y="30"/>
                        <a:pt x="36" y="30"/>
                      </a:cubicBezTo>
                      <a:cubicBezTo>
                        <a:pt x="31" y="40"/>
                        <a:pt x="25" y="46"/>
                        <a:pt x="19" y="47"/>
                      </a:cubicBezTo>
                      <a:cubicBezTo>
                        <a:pt x="14" y="47"/>
                        <a:pt x="14" y="47"/>
                        <a:pt x="14" y="47"/>
                      </a:cubicBezTo>
                      <a:cubicBezTo>
                        <a:pt x="11" y="51"/>
                        <a:pt x="11" y="51"/>
                        <a:pt x="11" y="51"/>
                      </a:cubicBezTo>
                      <a:cubicBezTo>
                        <a:pt x="10" y="58"/>
                        <a:pt x="10" y="58"/>
                        <a:pt x="10" y="58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1" y="63"/>
                        <a:pt x="1" y="63"/>
                        <a:pt x="1" y="63"/>
                      </a:cubicBezTo>
                      <a:cubicBezTo>
                        <a:pt x="13" y="66"/>
                        <a:pt x="13" y="66"/>
                        <a:pt x="13" y="66"/>
                      </a:cubicBezTo>
                      <a:cubicBezTo>
                        <a:pt x="40" y="59"/>
                        <a:pt x="40" y="59"/>
                        <a:pt x="40" y="59"/>
                      </a:cubicBezTo>
                      <a:cubicBezTo>
                        <a:pt x="61" y="31"/>
                        <a:pt x="61" y="31"/>
                        <a:pt x="61" y="31"/>
                      </a:cubicBezTo>
                      <a:cubicBezTo>
                        <a:pt x="70" y="32"/>
                        <a:pt x="70" y="32"/>
                        <a:pt x="70" y="32"/>
                      </a:cubicBezTo>
                      <a:cubicBezTo>
                        <a:pt x="72" y="32"/>
                        <a:pt x="72" y="32"/>
                        <a:pt x="72" y="32"/>
                      </a:cubicBezTo>
                      <a:cubicBezTo>
                        <a:pt x="83" y="32"/>
                        <a:pt x="83" y="32"/>
                        <a:pt x="83" y="32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1" y="29"/>
                        <a:pt x="79" y="27"/>
                        <a:pt x="78" y="24"/>
                      </a:cubicBezTo>
                      <a:cubicBezTo>
                        <a:pt x="81" y="25"/>
                        <a:pt x="85" y="24"/>
                        <a:pt x="89" y="23"/>
                      </a:cubicBezTo>
                      <a:cubicBezTo>
                        <a:pt x="89" y="20"/>
                        <a:pt x="89" y="20"/>
                        <a:pt x="89" y="20"/>
                      </a:cubicBezTo>
                      <a:cubicBezTo>
                        <a:pt x="79" y="14"/>
                        <a:pt x="79" y="14"/>
                        <a:pt x="79" y="14"/>
                      </a:cubicBezTo>
                      <a:cubicBezTo>
                        <a:pt x="75" y="14"/>
                        <a:pt x="75" y="14"/>
                        <a:pt x="75" y="14"/>
                      </a:cubicBezTo>
                      <a:cubicBezTo>
                        <a:pt x="74" y="9"/>
                        <a:pt x="74" y="9"/>
                        <a:pt x="74" y="9"/>
                      </a:cubicBezTo>
                      <a:cubicBezTo>
                        <a:pt x="69" y="6"/>
                        <a:pt x="69" y="6"/>
                        <a:pt x="69" y="6"/>
                      </a:cubicBezTo>
                      <a:cubicBezTo>
                        <a:pt x="67" y="2"/>
                        <a:pt x="67" y="2"/>
                        <a:pt x="67" y="2"/>
                      </a:cubicBezTo>
                      <a:lnTo>
                        <a:pt x="64" y="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881" name="Google Shape;453;p50">
                <a:extLst>
                  <a:ext uri="{FF2B5EF4-FFF2-40B4-BE49-F238E27FC236}">
                    <a16:creationId xmlns:a16="http://schemas.microsoft.com/office/drawing/2014/main" id="{43116C1E-01CE-4C51-9F0D-E16E02A49D49}"/>
                  </a:ext>
                </a:extLst>
              </p:cNvPr>
              <p:cNvSpPr/>
              <p:nvPr/>
            </p:nvSpPr>
            <p:spPr>
              <a:xfrm>
                <a:off x="6495733" y="3086792"/>
                <a:ext cx="23479" cy="39915"/>
              </a:xfrm>
              <a:custGeom>
                <a:avLst/>
                <a:gdLst/>
                <a:ahLst/>
                <a:cxnLst/>
                <a:rect l="l" t="t" r="r" b="b"/>
                <a:pathLst>
                  <a:path w="20" h="34" extrusionOk="0">
                    <a:moveTo>
                      <a:pt x="0" y="22"/>
                    </a:moveTo>
                    <a:lnTo>
                      <a:pt x="0" y="32"/>
                    </a:lnTo>
                    <a:lnTo>
                      <a:pt x="1" y="34"/>
                    </a:lnTo>
                    <a:lnTo>
                      <a:pt x="6" y="29"/>
                    </a:lnTo>
                    <a:lnTo>
                      <a:pt x="20" y="9"/>
                    </a:lnTo>
                    <a:lnTo>
                      <a:pt x="6" y="0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2" name="Google Shape;454;p50">
                <a:extLst>
                  <a:ext uri="{FF2B5EF4-FFF2-40B4-BE49-F238E27FC236}">
                    <a16:creationId xmlns:a16="http://schemas.microsoft.com/office/drawing/2014/main" id="{39F19B00-5958-4503-829B-A23FA27A8D33}"/>
                  </a:ext>
                </a:extLst>
              </p:cNvPr>
              <p:cNvSpPr/>
              <p:nvPr/>
            </p:nvSpPr>
            <p:spPr>
              <a:xfrm>
                <a:off x="7628602" y="3365020"/>
                <a:ext cx="140875" cy="184312"/>
              </a:xfrm>
              <a:custGeom>
                <a:avLst/>
                <a:gdLst/>
                <a:ahLst/>
                <a:cxnLst/>
                <a:rect l="l" t="t" r="r" b="b"/>
                <a:pathLst>
                  <a:path w="71" h="93" extrusionOk="0">
                    <a:moveTo>
                      <a:pt x="43" y="37"/>
                    </a:moveTo>
                    <a:cubicBezTo>
                      <a:pt x="36" y="29"/>
                      <a:pt x="36" y="29"/>
                      <a:pt x="36" y="29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7" y="2"/>
                      <a:pt x="13" y="4"/>
                      <a:pt x="9" y="7"/>
                    </a:cubicBezTo>
                    <a:cubicBezTo>
                      <a:pt x="6" y="9"/>
                      <a:pt x="3" y="12"/>
                      <a:pt x="0" y="15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40" y="51"/>
                      <a:pt x="40" y="51"/>
                      <a:pt x="40" y="51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4"/>
                      <a:pt x="41" y="57"/>
                      <a:pt x="42" y="59"/>
                    </a:cubicBezTo>
                    <a:cubicBezTo>
                      <a:pt x="44" y="65"/>
                      <a:pt x="46" y="71"/>
                      <a:pt x="48" y="76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48" y="88"/>
                      <a:pt x="48" y="88"/>
                      <a:pt x="48" y="88"/>
                    </a:cubicBezTo>
                    <a:cubicBezTo>
                      <a:pt x="59" y="93"/>
                      <a:pt x="59" y="93"/>
                      <a:pt x="59" y="93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6" y="92"/>
                      <a:pt x="66" y="92"/>
                      <a:pt x="66" y="92"/>
                    </a:cubicBezTo>
                    <a:cubicBezTo>
                      <a:pt x="71" y="82"/>
                      <a:pt x="71" y="82"/>
                      <a:pt x="71" y="82"/>
                    </a:cubicBezTo>
                    <a:lnTo>
                      <a:pt x="43" y="3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3" name="Google Shape;455;p50">
                <a:extLst>
                  <a:ext uri="{FF2B5EF4-FFF2-40B4-BE49-F238E27FC236}">
                    <a16:creationId xmlns:a16="http://schemas.microsoft.com/office/drawing/2014/main" id="{CD2D848F-B36C-4722-9207-88FC3B570DA4}"/>
                  </a:ext>
                </a:extLst>
              </p:cNvPr>
              <p:cNvSpPr/>
              <p:nvPr/>
            </p:nvSpPr>
            <p:spPr>
              <a:xfrm>
                <a:off x="7110887" y="2882523"/>
                <a:ext cx="166702" cy="75133"/>
              </a:xfrm>
              <a:custGeom>
                <a:avLst/>
                <a:gdLst/>
                <a:ahLst/>
                <a:cxnLst/>
                <a:rect l="l" t="t" r="r" b="b"/>
                <a:pathLst>
                  <a:path w="84" h="38" extrusionOk="0">
                    <a:moveTo>
                      <a:pt x="75" y="21"/>
                    </a:moveTo>
                    <a:cubicBezTo>
                      <a:pt x="77" y="17"/>
                      <a:pt x="77" y="17"/>
                      <a:pt x="77" y="17"/>
                    </a:cubicBezTo>
                    <a:cubicBezTo>
                      <a:pt x="79" y="13"/>
                      <a:pt x="82" y="10"/>
                      <a:pt x="84" y="6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4" y="6"/>
                      <a:pt x="9" y="8"/>
                      <a:pt x="6" y="10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6"/>
                      <a:pt x="34" y="35"/>
                      <a:pt x="35" y="33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7" y="31"/>
                      <a:pt x="39" y="29"/>
                      <a:pt x="41" y="27"/>
                    </a:cubicBezTo>
                    <a:lnTo>
                      <a:pt x="75" y="2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4" name="Google Shape;456;p50">
                <a:extLst>
                  <a:ext uri="{FF2B5EF4-FFF2-40B4-BE49-F238E27FC236}">
                    <a16:creationId xmlns:a16="http://schemas.microsoft.com/office/drawing/2014/main" id="{7D1F1DDD-A17F-4F35-A726-13A0BAF8EF11}"/>
                  </a:ext>
                </a:extLst>
              </p:cNvPr>
              <p:cNvSpPr/>
              <p:nvPr/>
            </p:nvSpPr>
            <p:spPr>
              <a:xfrm>
                <a:off x="6674175" y="3178360"/>
                <a:ext cx="41088" cy="14087"/>
              </a:xfrm>
              <a:custGeom>
                <a:avLst/>
                <a:gdLst/>
                <a:ahLst/>
                <a:cxnLst/>
                <a:rect l="l" t="t" r="r" b="b"/>
                <a:pathLst>
                  <a:path w="21" h="7" extrusionOk="0">
                    <a:moveTo>
                      <a:pt x="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18" y="2"/>
                      <a:pt x="16" y="1"/>
                      <a:pt x="15" y="1"/>
                    </a:cubicBezTo>
                    <a:cubicBezTo>
                      <a:pt x="12" y="0"/>
                      <a:pt x="10" y="0"/>
                      <a:pt x="8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5" name="Google Shape;457;p50">
                <a:extLst>
                  <a:ext uri="{FF2B5EF4-FFF2-40B4-BE49-F238E27FC236}">
                    <a16:creationId xmlns:a16="http://schemas.microsoft.com/office/drawing/2014/main" id="{45FCEA58-9988-4EBA-ACCA-C20C4FA36BC7}"/>
                  </a:ext>
                </a:extLst>
              </p:cNvPr>
              <p:cNvSpPr/>
              <p:nvPr/>
            </p:nvSpPr>
            <p:spPr>
              <a:xfrm>
                <a:off x="6694131" y="2581990"/>
                <a:ext cx="698504" cy="36040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181" extrusionOk="0">
                    <a:moveTo>
                      <a:pt x="352" y="81"/>
                    </a:moveTo>
                    <a:cubicBezTo>
                      <a:pt x="351" y="74"/>
                      <a:pt x="351" y="74"/>
                      <a:pt x="351" y="74"/>
                    </a:cubicBezTo>
                    <a:cubicBezTo>
                      <a:pt x="342" y="68"/>
                      <a:pt x="342" y="68"/>
                      <a:pt x="342" y="68"/>
                    </a:cubicBezTo>
                    <a:cubicBezTo>
                      <a:pt x="326" y="68"/>
                      <a:pt x="326" y="68"/>
                      <a:pt x="326" y="68"/>
                    </a:cubicBezTo>
                    <a:cubicBezTo>
                      <a:pt x="320" y="56"/>
                      <a:pt x="320" y="56"/>
                      <a:pt x="320" y="56"/>
                    </a:cubicBezTo>
                    <a:cubicBezTo>
                      <a:pt x="304" y="57"/>
                      <a:pt x="304" y="57"/>
                      <a:pt x="304" y="57"/>
                    </a:cubicBezTo>
                    <a:cubicBezTo>
                      <a:pt x="291" y="42"/>
                      <a:pt x="291" y="42"/>
                      <a:pt x="291" y="42"/>
                    </a:cubicBezTo>
                    <a:cubicBezTo>
                      <a:pt x="277" y="39"/>
                      <a:pt x="277" y="39"/>
                      <a:pt x="277" y="39"/>
                    </a:cubicBezTo>
                    <a:cubicBezTo>
                      <a:pt x="268" y="19"/>
                      <a:pt x="268" y="19"/>
                      <a:pt x="268" y="19"/>
                    </a:cubicBezTo>
                    <a:cubicBezTo>
                      <a:pt x="213" y="14"/>
                      <a:pt x="213" y="14"/>
                      <a:pt x="213" y="14"/>
                    </a:cubicBezTo>
                    <a:cubicBezTo>
                      <a:pt x="201" y="2"/>
                      <a:pt x="201" y="2"/>
                      <a:pt x="201" y="2"/>
                    </a:cubicBezTo>
                    <a:cubicBezTo>
                      <a:pt x="187" y="0"/>
                      <a:pt x="187" y="0"/>
                      <a:pt x="187" y="0"/>
                    </a:cubicBezTo>
                    <a:cubicBezTo>
                      <a:pt x="145" y="15"/>
                      <a:pt x="145" y="15"/>
                      <a:pt x="145" y="15"/>
                    </a:cubicBezTo>
                    <a:cubicBezTo>
                      <a:pt x="133" y="10"/>
                      <a:pt x="133" y="10"/>
                      <a:pt x="133" y="10"/>
                    </a:cubicBezTo>
                    <a:cubicBezTo>
                      <a:pt x="129" y="14"/>
                      <a:pt x="129" y="14"/>
                      <a:pt x="129" y="1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15" y="45"/>
                      <a:pt x="115" y="45"/>
                      <a:pt x="115" y="45"/>
                    </a:cubicBezTo>
                    <a:cubicBezTo>
                      <a:pt x="113" y="56"/>
                      <a:pt x="113" y="56"/>
                      <a:pt x="113" y="56"/>
                    </a:cubicBezTo>
                    <a:cubicBezTo>
                      <a:pt x="97" y="49"/>
                      <a:pt x="97" y="49"/>
                      <a:pt x="97" y="49"/>
                    </a:cubicBezTo>
                    <a:cubicBezTo>
                      <a:pt x="90" y="58"/>
                      <a:pt x="90" y="58"/>
                      <a:pt x="90" y="58"/>
                    </a:cubicBezTo>
                    <a:cubicBezTo>
                      <a:pt x="81" y="50"/>
                      <a:pt x="81" y="50"/>
                      <a:pt x="81" y="50"/>
                    </a:cubicBezTo>
                    <a:cubicBezTo>
                      <a:pt x="73" y="52"/>
                      <a:pt x="73" y="52"/>
                      <a:pt x="73" y="52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5" y="66"/>
                      <a:pt x="25" y="66"/>
                      <a:pt x="25" y="66"/>
                    </a:cubicBezTo>
                    <a:cubicBezTo>
                      <a:pt x="20" y="73"/>
                      <a:pt x="20" y="73"/>
                      <a:pt x="20" y="73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4" y="104"/>
                      <a:pt x="24" y="104"/>
                      <a:pt x="24" y="104"/>
                    </a:cubicBezTo>
                    <a:cubicBezTo>
                      <a:pt x="26" y="103"/>
                      <a:pt x="29" y="103"/>
                      <a:pt x="31" y="102"/>
                    </a:cubicBezTo>
                    <a:cubicBezTo>
                      <a:pt x="34" y="101"/>
                      <a:pt x="36" y="99"/>
                      <a:pt x="39" y="97"/>
                    </a:cubicBezTo>
                    <a:cubicBezTo>
                      <a:pt x="42" y="98"/>
                      <a:pt x="44" y="99"/>
                      <a:pt x="46" y="99"/>
                    </a:cubicBezTo>
                    <a:cubicBezTo>
                      <a:pt x="51" y="100"/>
                      <a:pt x="54" y="101"/>
                      <a:pt x="59" y="102"/>
                    </a:cubicBezTo>
                    <a:cubicBezTo>
                      <a:pt x="65" y="109"/>
                      <a:pt x="65" y="109"/>
                      <a:pt x="65" y="109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72" y="127"/>
                      <a:pt x="72" y="127"/>
                      <a:pt x="72" y="127"/>
                    </a:cubicBezTo>
                    <a:cubicBezTo>
                      <a:pt x="70" y="129"/>
                      <a:pt x="70" y="129"/>
                      <a:pt x="70" y="129"/>
                    </a:cubicBezTo>
                    <a:cubicBezTo>
                      <a:pt x="66" y="128"/>
                      <a:pt x="66" y="128"/>
                      <a:pt x="66" y="128"/>
                    </a:cubicBezTo>
                    <a:cubicBezTo>
                      <a:pt x="60" y="134"/>
                      <a:pt x="60" y="134"/>
                      <a:pt x="60" y="134"/>
                    </a:cubicBezTo>
                    <a:cubicBezTo>
                      <a:pt x="56" y="133"/>
                      <a:pt x="56" y="133"/>
                      <a:pt x="56" y="133"/>
                    </a:cubicBezTo>
                    <a:cubicBezTo>
                      <a:pt x="63" y="124"/>
                      <a:pt x="63" y="124"/>
                      <a:pt x="63" y="124"/>
                    </a:cubicBezTo>
                    <a:cubicBezTo>
                      <a:pt x="60" y="124"/>
                      <a:pt x="58" y="124"/>
                      <a:pt x="56" y="123"/>
                    </a:cubicBezTo>
                    <a:cubicBezTo>
                      <a:pt x="53" y="123"/>
                      <a:pt x="51" y="122"/>
                      <a:pt x="48" y="121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5" y="135"/>
                      <a:pt x="45" y="135"/>
                      <a:pt x="45" y="135"/>
                    </a:cubicBezTo>
                    <a:cubicBezTo>
                      <a:pt x="36" y="135"/>
                      <a:pt x="36" y="135"/>
                      <a:pt x="36" y="135"/>
                    </a:cubicBezTo>
                    <a:cubicBezTo>
                      <a:pt x="37" y="139"/>
                      <a:pt x="37" y="139"/>
                      <a:pt x="37" y="139"/>
                    </a:cubicBezTo>
                    <a:cubicBezTo>
                      <a:pt x="45" y="143"/>
                      <a:pt x="45" y="143"/>
                      <a:pt x="45" y="143"/>
                    </a:cubicBezTo>
                    <a:cubicBezTo>
                      <a:pt x="48" y="155"/>
                      <a:pt x="48" y="155"/>
                      <a:pt x="48" y="155"/>
                    </a:cubicBezTo>
                    <a:cubicBezTo>
                      <a:pt x="56" y="158"/>
                      <a:pt x="56" y="158"/>
                      <a:pt x="56" y="158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61" y="155"/>
                      <a:pt x="61" y="155"/>
                      <a:pt x="61" y="155"/>
                    </a:cubicBezTo>
                    <a:cubicBezTo>
                      <a:pt x="72" y="154"/>
                      <a:pt x="72" y="154"/>
                      <a:pt x="72" y="154"/>
                    </a:cubicBezTo>
                    <a:cubicBezTo>
                      <a:pt x="83" y="163"/>
                      <a:pt x="83" y="163"/>
                      <a:pt x="83" y="163"/>
                    </a:cubicBezTo>
                    <a:cubicBezTo>
                      <a:pt x="84" y="132"/>
                      <a:pt x="84" y="132"/>
                      <a:pt x="84" y="132"/>
                    </a:cubicBezTo>
                    <a:cubicBezTo>
                      <a:pt x="111" y="117"/>
                      <a:pt x="111" y="117"/>
                      <a:pt x="111" y="117"/>
                    </a:cubicBezTo>
                    <a:cubicBezTo>
                      <a:pt x="113" y="119"/>
                      <a:pt x="113" y="119"/>
                      <a:pt x="113" y="119"/>
                    </a:cubicBezTo>
                    <a:cubicBezTo>
                      <a:pt x="118" y="120"/>
                      <a:pt x="118" y="120"/>
                      <a:pt x="118" y="120"/>
                    </a:cubicBezTo>
                    <a:cubicBezTo>
                      <a:pt x="120" y="118"/>
                      <a:pt x="122" y="115"/>
                      <a:pt x="124" y="113"/>
                    </a:cubicBezTo>
                    <a:cubicBezTo>
                      <a:pt x="128" y="111"/>
                      <a:pt x="131" y="109"/>
                      <a:pt x="135" y="107"/>
                    </a:cubicBezTo>
                    <a:cubicBezTo>
                      <a:pt x="135" y="109"/>
                      <a:pt x="135" y="109"/>
                      <a:pt x="135" y="109"/>
                    </a:cubicBezTo>
                    <a:cubicBezTo>
                      <a:pt x="134" y="112"/>
                      <a:pt x="132" y="114"/>
                      <a:pt x="130" y="117"/>
                    </a:cubicBezTo>
                    <a:cubicBezTo>
                      <a:pt x="130" y="118"/>
                      <a:pt x="129" y="120"/>
                      <a:pt x="129" y="120"/>
                    </a:cubicBezTo>
                    <a:cubicBezTo>
                      <a:pt x="137" y="129"/>
                      <a:pt x="137" y="129"/>
                      <a:pt x="137" y="129"/>
                    </a:cubicBezTo>
                    <a:cubicBezTo>
                      <a:pt x="129" y="138"/>
                      <a:pt x="129" y="138"/>
                      <a:pt x="129" y="138"/>
                    </a:cubicBezTo>
                    <a:cubicBezTo>
                      <a:pt x="145" y="155"/>
                      <a:pt x="145" y="155"/>
                      <a:pt x="145" y="155"/>
                    </a:cubicBezTo>
                    <a:cubicBezTo>
                      <a:pt x="157" y="148"/>
                      <a:pt x="157" y="148"/>
                      <a:pt x="157" y="148"/>
                    </a:cubicBezTo>
                    <a:cubicBezTo>
                      <a:pt x="164" y="148"/>
                      <a:pt x="164" y="148"/>
                      <a:pt x="164" y="148"/>
                    </a:cubicBezTo>
                    <a:cubicBezTo>
                      <a:pt x="173" y="180"/>
                      <a:pt x="173" y="180"/>
                      <a:pt x="173" y="180"/>
                    </a:cubicBezTo>
                    <a:cubicBezTo>
                      <a:pt x="180" y="181"/>
                      <a:pt x="180" y="181"/>
                      <a:pt x="180" y="181"/>
                    </a:cubicBezTo>
                    <a:cubicBezTo>
                      <a:pt x="184" y="179"/>
                      <a:pt x="187" y="176"/>
                      <a:pt x="191" y="174"/>
                    </a:cubicBezTo>
                    <a:cubicBezTo>
                      <a:pt x="193" y="173"/>
                      <a:pt x="194" y="173"/>
                      <a:pt x="195" y="172"/>
                    </a:cubicBezTo>
                    <a:cubicBezTo>
                      <a:pt x="201" y="168"/>
                      <a:pt x="208" y="164"/>
                      <a:pt x="216" y="161"/>
                    </a:cubicBezTo>
                    <a:cubicBezTo>
                      <a:pt x="219" y="159"/>
                      <a:pt x="224" y="157"/>
                      <a:pt x="228" y="155"/>
                    </a:cubicBezTo>
                    <a:cubicBezTo>
                      <a:pt x="236" y="159"/>
                      <a:pt x="236" y="159"/>
                      <a:pt x="236" y="159"/>
                    </a:cubicBezTo>
                    <a:cubicBezTo>
                      <a:pt x="248" y="153"/>
                      <a:pt x="248" y="153"/>
                      <a:pt x="248" y="153"/>
                    </a:cubicBezTo>
                    <a:cubicBezTo>
                      <a:pt x="259" y="156"/>
                      <a:pt x="259" y="156"/>
                      <a:pt x="259" y="156"/>
                    </a:cubicBezTo>
                    <a:cubicBezTo>
                      <a:pt x="273" y="151"/>
                      <a:pt x="273" y="151"/>
                      <a:pt x="273" y="151"/>
                    </a:cubicBezTo>
                    <a:cubicBezTo>
                      <a:pt x="294" y="157"/>
                      <a:pt x="294" y="157"/>
                      <a:pt x="294" y="157"/>
                    </a:cubicBezTo>
                    <a:cubicBezTo>
                      <a:pt x="294" y="157"/>
                      <a:pt x="294" y="157"/>
                      <a:pt x="294" y="157"/>
                    </a:cubicBezTo>
                    <a:cubicBezTo>
                      <a:pt x="297" y="153"/>
                      <a:pt x="299" y="149"/>
                      <a:pt x="301" y="145"/>
                    </a:cubicBezTo>
                    <a:cubicBezTo>
                      <a:pt x="303" y="141"/>
                      <a:pt x="303" y="141"/>
                      <a:pt x="303" y="141"/>
                    </a:cubicBezTo>
                    <a:cubicBezTo>
                      <a:pt x="298" y="121"/>
                      <a:pt x="298" y="121"/>
                      <a:pt x="298" y="121"/>
                    </a:cubicBezTo>
                    <a:cubicBezTo>
                      <a:pt x="317" y="118"/>
                      <a:pt x="317" y="118"/>
                      <a:pt x="317" y="118"/>
                    </a:cubicBezTo>
                    <a:cubicBezTo>
                      <a:pt x="325" y="94"/>
                      <a:pt x="325" y="94"/>
                      <a:pt x="325" y="94"/>
                    </a:cubicBezTo>
                    <a:cubicBezTo>
                      <a:pt x="340" y="93"/>
                      <a:pt x="340" y="93"/>
                      <a:pt x="340" y="93"/>
                    </a:cubicBezTo>
                    <a:cubicBezTo>
                      <a:pt x="342" y="87"/>
                      <a:pt x="342" y="87"/>
                      <a:pt x="342" y="87"/>
                    </a:cubicBezTo>
                    <a:lnTo>
                      <a:pt x="352" y="81"/>
                    </a:lnTo>
                    <a:close/>
                    <a:moveTo>
                      <a:pt x="242" y="123"/>
                    </a:move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37" y="114"/>
                      <a:pt x="237" y="114"/>
                      <a:pt x="237" y="114"/>
                    </a:cubicBezTo>
                    <a:cubicBezTo>
                      <a:pt x="244" y="106"/>
                      <a:pt x="244" y="106"/>
                      <a:pt x="244" y="106"/>
                    </a:cubicBezTo>
                    <a:cubicBezTo>
                      <a:pt x="256" y="106"/>
                      <a:pt x="269" y="106"/>
                      <a:pt x="282" y="106"/>
                    </a:cubicBezTo>
                    <a:cubicBezTo>
                      <a:pt x="287" y="101"/>
                      <a:pt x="287" y="101"/>
                      <a:pt x="287" y="101"/>
                    </a:cubicBezTo>
                    <a:cubicBezTo>
                      <a:pt x="291" y="101"/>
                      <a:pt x="291" y="101"/>
                      <a:pt x="291" y="101"/>
                    </a:cubicBezTo>
                    <a:cubicBezTo>
                      <a:pt x="288" y="108"/>
                      <a:pt x="288" y="108"/>
                      <a:pt x="288" y="108"/>
                    </a:cubicBezTo>
                    <a:cubicBezTo>
                      <a:pt x="283" y="113"/>
                      <a:pt x="283" y="113"/>
                      <a:pt x="283" y="113"/>
                    </a:cubicBezTo>
                    <a:cubicBezTo>
                      <a:pt x="272" y="113"/>
                      <a:pt x="261" y="113"/>
                      <a:pt x="250" y="113"/>
                    </a:cubicBezTo>
                    <a:cubicBezTo>
                      <a:pt x="248" y="129"/>
                      <a:pt x="248" y="129"/>
                      <a:pt x="248" y="129"/>
                    </a:cubicBezTo>
                    <a:cubicBezTo>
                      <a:pt x="245" y="130"/>
                      <a:pt x="245" y="130"/>
                      <a:pt x="245" y="130"/>
                    </a:cubicBezTo>
                    <a:lnTo>
                      <a:pt x="242" y="12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6" name="Google Shape;458;p50">
                <a:extLst>
                  <a:ext uri="{FF2B5EF4-FFF2-40B4-BE49-F238E27FC236}">
                    <a16:creationId xmlns:a16="http://schemas.microsoft.com/office/drawing/2014/main" id="{AB171C82-7915-44BF-B429-4D8C88ABE058}"/>
                  </a:ext>
                </a:extLst>
              </p:cNvPr>
              <p:cNvSpPr/>
              <p:nvPr/>
            </p:nvSpPr>
            <p:spPr>
              <a:xfrm>
                <a:off x="6493386" y="3109097"/>
                <a:ext cx="61046" cy="95091"/>
              </a:xfrm>
              <a:custGeom>
                <a:avLst/>
                <a:gdLst/>
                <a:ahLst/>
                <a:cxnLst/>
                <a:rect l="l" t="t" r="r" b="b"/>
                <a:pathLst>
                  <a:path w="31" h="48" extrusionOk="0">
                    <a:moveTo>
                      <a:pt x="31" y="15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5" y="47"/>
                      <a:pt x="7" y="45"/>
                      <a:pt x="8" y="44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29" y="18"/>
                      <a:pt x="29" y="18"/>
                      <a:pt x="29" y="18"/>
                    </a:cubicBezTo>
                    <a:lnTo>
                      <a:pt x="31" y="1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887" name="Google Shape;459;p50">
                <a:extLst>
                  <a:ext uri="{FF2B5EF4-FFF2-40B4-BE49-F238E27FC236}">
                    <a16:creationId xmlns:a16="http://schemas.microsoft.com/office/drawing/2014/main" id="{F794A862-66C1-4FB5-97C3-641E1A3552CC}"/>
                  </a:ext>
                </a:extLst>
              </p:cNvPr>
              <p:cNvGrpSpPr/>
              <p:nvPr/>
            </p:nvGrpSpPr>
            <p:grpSpPr>
              <a:xfrm>
                <a:off x="8142795" y="2819129"/>
                <a:ext cx="298185" cy="339274"/>
                <a:chOff x="7224712" y="2708275"/>
                <a:chExt cx="403225" cy="458788"/>
              </a:xfrm>
              <a:grpFill/>
            </p:grpSpPr>
            <p:sp>
              <p:nvSpPr>
                <p:cNvPr id="1047" name="Google Shape;460;p50">
                  <a:extLst>
                    <a:ext uri="{FF2B5EF4-FFF2-40B4-BE49-F238E27FC236}">
                      <a16:creationId xmlns:a16="http://schemas.microsoft.com/office/drawing/2014/main" id="{6CD1D2CC-FBC6-4053-96CA-E6EB182F3FDA}"/>
                    </a:ext>
                  </a:extLst>
                </p:cNvPr>
                <p:cNvSpPr/>
                <p:nvPr/>
              </p:nvSpPr>
              <p:spPr>
                <a:xfrm>
                  <a:off x="7477125" y="2708275"/>
                  <a:ext cx="150812" cy="131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49" extrusionOk="0">
                      <a:moveTo>
                        <a:pt x="46" y="22"/>
                      </a:moveTo>
                      <a:cubicBezTo>
                        <a:pt x="48" y="26"/>
                        <a:pt x="48" y="26"/>
                        <a:pt x="48" y="26"/>
                      </a:cubicBezTo>
                      <a:cubicBezTo>
                        <a:pt x="56" y="26"/>
                        <a:pt x="56" y="26"/>
                        <a:pt x="56" y="26"/>
                      </a:cubicBezTo>
                      <a:cubicBezTo>
                        <a:pt x="46" y="33"/>
                        <a:pt x="46" y="33"/>
                        <a:pt x="46" y="33"/>
                      </a:cubicBezTo>
                      <a:cubicBezTo>
                        <a:pt x="38" y="30"/>
                        <a:pt x="34" y="33"/>
                        <a:pt x="32" y="41"/>
                      </a:cubicBezTo>
                      <a:cubicBezTo>
                        <a:pt x="21" y="35"/>
                        <a:pt x="21" y="35"/>
                        <a:pt x="21" y="35"/>
                      </a:cubicBezTo>
                      <a:cubicBezTo>
                        <a:pt x="16" y="37"/>
                        <a:pt x="16" y="37"/>
                        <a:pt x="16" y="37"/>
                      </a:cubicBezTo>
                      <a:cubicBezTo>
                        <a:pt x="11" y="32"/>
                        <a:pt x="11" y="32"/>
                        <a:pt x="11" y="3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5" y="44"/>
                        <a:pt x="15" y="44"/>
                        <a:pt x="15" y="44"/>
                      </a:cubicBezTo>
                      <a:cubicBezTo>
                        <a:pt x="3" y="49"/>
                        <a:pt x="3" y="49"/>
                        <a:pt x="3" y="49"/>
                      </a:cubicBezTo>
                      <a:cubicBezTo>
                        <a:pt x="4" y="41"/>
                        <a:pt x="4" y="41"/>
                        <a:pt x="4" y="41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8" y="29"/>
                        <a:pt x="8" y="29"/>
                        <a:pt x="8" y="29"/>
                      </a:cubicBezTo>
                      <a:cubicBezTo>
                        <a:pt x="4" y="26"/>
                        <a:pt x="4" y="26"/>
                        <a:pt x="4" y="26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13" y="27"/>
                        <a:pt x="13" y="27"/>
                        <a:pt x="13" y="27"/>
                      </a:cubicBezTo>
                      <a:cubicBezTo>
                        <a:pt x="20" y="17"/>
                        <a:pt x="21" y="9"/>
                        <a:pt x="14" y="4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3" y="7"/>
                        <a:pt x="23" y="7"/>
                        <a:pt x="23" y="7"/>
                      </a:cubicBezTo>
                      <a:cubicBezTo>
                        <a:pt x="38" y="18"/>
                        <a:pt x="38" y="18"/>
                        <a:pt x="38" y="18"/>
                      </a:cubicBezTo>
                      <a:cubicBezTo>
                        <a:pt x="44" y="18"/>
                        <a:pt x="44" y="18"/>
                        <a:pt x="44" y="18"/>
                      </a:cubicBezTo>
                      <a:cubicBezTo>
                        <a:pt x="49" y="13"/>
                        <a:pt x="49" y="13"/>
                        <a:pt x="49" y="13"/>
                      </a:cubicBezTo>
                      <a:cubicBezTo>
                        <a:pt x="52" y="13"/>
                        <a:pt x="52" y="13"/>
                        <a:pt x="52" y="13"/>
                      </a:cubicBezTo>
                      <a:cubicBezTo>
                        <a:pt x="46" y="22"/>
                        <a:pt x="46" y="22"/>
                        <a:pt x="46" y="22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8" name="Google Shape;461;p50">
                  <a:extLst>
                    <a:ext uri="{FF2B5EF4-FFF2-40B4-BE49-F238E27FC236}">
                      <a16:creationId xmlns:a16="http://schemas.microsoft.com/office/drawing/2014/main" id="{786B0281-9D7F-4184-8A13-0CC6EF665DE4}"/>
                    </a:ext>
                  </a:extLst>
                </p:cNvPr>
                <p:cNvSpPr/>
                <p:nvPr/>
              </p:nvSpPr>
              <p:spPr>
                <a:xfrm>
                  <a:off x="7477125" y="2708275"/>
                  <a:ext cx="150812" cy="131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49" extrusionOk="0">
                      <a:moveTo>
                        <a:pt x="46" y="22"/>
                      </a:moveTo>
                      <a:cubicBezTo>
                        <a:pt x="48" y="26"/>
                        <a:pt x="48" y="26"/>
                        <a:pt x="48" y="26"/>
                      </a:cubicBezTo>
                      <a:cubicBezTo>
                        <a:pt x="56" y="26"/>
                        <a:pt x="56" y="26"/>
                        <a:pt x="56" y="26"/>
                      </a:cubicBezTo>
                      <a:cubicBezTo>
                        <a:pt x="46" y="33"/>
                        <a:pt x="46" y="33"/>
                        <a:pt x="46" y="33"/>
                      </a:cubicBezTo>
                      <a:cubicBezTo>
                        <a:pt x="38" y="30"/>
                        <a:pt x="34" y="33"/>
                        <a:pt x="32" y="41"/>
                      </a:cubicBezTo>
                      <a:cubicBezTo>
                        <a:pt x="21" y="35"/>
                        <a:pt x="21" y="35"/>
                        <a:pt x="21" y="35"/>
                      </a:cubicBezTo>
                      <a:cubicBezTo>
                        <a:pt x="16" y="37"/>
                        <a:pt x="16" y="37"/>
                        <a:pt x="16" y="37"/>
                      </a:cubicBezTo>
                      <a:cubicBezTo>
                        <a:pt x="11" y="32"/>
                        <a:pt x="11" y="32"/>
                        <a:pt x="11" y="3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5" y="44"/>
                        <a:pt x="15" y="44"/>
                        <a:pt x="15" y="44"/>
                      </a:cubicBezTo>
                      <a:cubicBezTo>
                        <a:pt x="3" y="49"/>
                        <a:pt x="3" y="49"/>
                        <a:pt x="3" y="49"/>
                      </a:cubicBezTo>
                      <a:cubicBezTo>
                        <a:pt x="4" y="41"/>
                        <a:pt x="4" y="41"/>
                        <a:pt x="4" y="41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8" y="29"/>
                        <a:pt x="8" y="29"/>
                        <a:pt x="8" y="29"/>
                      </a:cubicBezTo>
                      <a:cubicBezTo>
                        <a:pt x="4" y="26"/>
                        <a:pt x="4" y="26"/>
                        <a:pt x="4" y="26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13" y="27"/>
                        <a:pt x="13" y="27"/>
                        <a:pt x="13" y="27"/>
                      </a:cubicBezTo>
                      <a:cubicBezTo>
                        <a:pt x="20" y="17"/>
                        <a:pt x="21" y="9"/>
                        <a:pt x="14" y="4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3" y="7"/>
                        <a:pt x="23" y="7"/>
                        <a:pt x="23" y="7"/>
                      </a:cubicBezTo>
                      <a:cubicBezTo>
                        <a:pt x="38" y="18"/>
                        <a:pt x="38" y="18"/>
                        <a:pt x="38" y="18"/>
                      </a:cubicBezTo>
                      <a:cubicBezTo>
                        <a:pt x="44" y="18"/>
                        <a:pt x="44" y="18"/>
                        <a:pt x="44" y="18"/>
                      </a:cubicBezTo>
                      <a:cubicBezTo>
                        <a:pt x="49" y="13"/>
                        <a:pt x="49" y="13"/>
                        <a:pt x="49" y="13"/>
                      </a:cubicBezTo>
                      <a:cubicBezTo>
                        <a:pt x="52" y="13"/>
                        <a:pt x="52" y="13"/>
                        <a:pt x="52" y="13"/>
                      </a:cubicBezTo>
                      <a:cubicBezTo>
                        <a:pt x="46" y="22"/>
                        <a:pt x="46" y="22"/>
                        <a:pt x="46" y="22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9" name="Google Shape;462;p50">
                  <a:extLst>
                    <a:ext uri="{FF2B5EF4-FFF2-40B4-BE49-F238E27FC236}">
                      <a16:creationId xmlns:a16="http://schemas.microsoft.com/office/drawing/2014/main" id="{35207D46-00DD-4AAE-8E27-A0297D0D081A}"/>
                    </a:ext>
                  </a:extLst>
                </p:cNvPr>
                <p:cNvSpPr/>
                <p:nvPr/>
              </p:nvSpPr>
              <p:spPr>
                <a:xfrm>
                  <a:off x="7269162" y="2841625"/>
                  <a:ext cx="269875" cy="25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95" extrusionOk="0">
                      <a:moveTo>
                        <a:pt x="95" y="13"/>
                      </a:moveTo>
                      <a:cubicBezTo>
                        <a:pt x="101" y="19"/>
                        <a:pt x="101" y="19"/>
                        <a:pt x="101" y="19"/>
                      </a:cubicBezTo>
                      <a:cubicBezTo>
                        <a:pt x="101" y="27"/>
                        <a:pt x="101" y="27"/>
                        <a:pt x="101" y="27"/>
                      </a:cubicBezTo>
                      <a:cubicBezTo>
                        <a:pt x="98" y="38"/>
                        <a:pt x="98" y="38"/>
                        <a:pt x="98" y="38"/>
                      </a:cubicBezTo>
                      <a:cubicBezTo>
                        <a:pt x="95" y="40"/>
                        <a:pt x="95" y="40"/>
                        <a:pt x="95" y="40"/>
                      </a:cubicBezTo>
                      <a:cubicBezTo>
                        <a:pt x="91" y="38"/>
                        <a:pt x="91" y="38"/>
                        <a:pt x="91" y="38"/>
                      </a:cubicBezTo>
                      <a:cubicBezTo>
                        <a:pt x="90" y="41"/>
                        <a:pt x="90" y="41"/>
                        <a:pt x="90" y="41"/>
                      </a:cubicBezTo>
                      <a:cubicBezTo>
                        <a:pt x="89" y="51"/>
                        <a:pt x="89" y="51"/>
                        <a:pt x="89" y="51"/>
                      </a:cubicBezTo>
                      <a:cubicBezTo>
                        <a:pt x="85" y="59"/>
                        <a:pt x="84" y="65"/>
                        <a:pt x="89" y="68"/>
                      </a:cubicBezTo>
                      <a:cubicBezTo>
                        <a:pt x="89" y="70"/>
                        <a:pt x="89" y="70"/>
                        <a:pt x="89" y="70"/>
                      </a:cubicBezTo>
                      <a:cubicBezTo>
                        <a:pt x="83" y="79"/>
                        <a:pt x="83" y="79"/>
                        <a:pt x="83" y="79"/>
                      </a:cubicBezTo>
                      <a:cubicBezTo>
                        <a:pt x="79" y="77"/>
                        <a:pt x="79" y="77"/>
                        <a:pt x="79" y="77"/>
                      </a:cubicBezTo>
                      <a:cubicBezTo>
                        <a:pt x="78" y="73"/>
                        <a:pt x="78" y="73"/>
                        <a:pt x="78" y="73"/>
                      </a:cubicBezTo>
                      <a:cubicBezTo>
                        <a:pt x="83" y="68"/>
                        <a:pt x="83" y="68"/>
                        <a:pt x="83" y="68"/>
                      </a:cubicBezTo>
                      <a:cubicBezTo>
                        <a:pt x="79" y="64"/>
                        <a:pt x="79" y="64"/>
                        <a:pt x="79" y="64"/>
                      </a:cubicBezTo>
                      <a:cubicBezTo>
                        <a:pt x="76" y="71"/>
                        <a:pt x="76" y="71"/>
                        <a:pt x="76" y="71"/>
                      </a:cubicBezTo>
                      <a:cubicBezTo>
                        <a:pt x="70" y="68"/>
                        <a:pt x="68" y="70"/>
                        <a:pt x="70" y="78"/>
                      </a:cubicBezTo>
                      <a:cubicBezTo>
                        <a:pt x="68" y="80"/>
                        <a:pt x="68" y="80"/>
                        <a:pt x="68" y="80"/>
                      </a:cubicBezTo>
                      <a:cubicBezTo>
                        <a:pt x="66" y="80"/>
                        <a:pt x="66" y="80"/>
                        <a:pt x="66" y="80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3" y="73"/>
                        <a:pt x="63" y="73"/>
                        <a:pt x="63" y="73"/>
                      </a:cubicBezTo>
                      <a:cubicBezTo>
                        <a:pt x="60" y="79"/>
                        <a:pt x="60" y="79"/>
                        <a:pt x="60" y="79"/>
                      </a:cubicBezTo>
                      <a:cubicBezTo>
                        <a:pt x="55" y="79"/>
                        <a:pt x="55" y="79"/>
                        <a:pt x="55" y="79"/>
                      </a:cubicBezTo>
                      <a:cubicBezTo>
                        <a:pt x="55" y="75"/>
                        <a:pt x="55" y="75"/>
                        <a:pt x="55" y="75"/>
                      </a:cubicBezTo>
                      <a:cubicBezTo>
                        <a:pt x="52" y="76"/>
                        <a:pt x="52" y="76"/>
                        <a:pt x="52" y="76"/>
                      </a:cubicBezTo>
                      <a:cubicBezTo>
                        <a:pt x="50" y="82"/>
                        <a:pt x="50" y="82"/>
                        <a:pt x="50" y="82"/>
                      </a:cubicBezTo>
                      <a:cubicBezTo>
                        <a:pt x="54" y="84"/>
                        <a:pt x="54" y="84"/>
                        <a:pt x="54" y="84"/>
                      </a:cubicBezTo>
                      <a:cubicBezTo>
                        <a:pt x="54" y="87"/>
                        <a:pt x="54" y="87"/>
                        <a:pt x="54" y="87"/>
                      </a:cubicBezTo>
                      <a:cubicBezTo>
                        <a:pt x="51" y="88"/>
                        <a:pt x="51" y="88"/>
                        <a:pt x="51" y="88"/>
                      </a:cubicBezTo>
                      <a:cubicBezTo>
                        <a:pt x="48" y="93"/>
                        <a:pt x="48" y="93"/>
                        <a:pt x="48" y="93"/>
                      </a:cubicBezTo>
                      <a:cubicBezTo>
                        <a:pt x="42" y="95"/>
                        <a:pt x="42" y="95"/>
                        <a:pt x="42" y="95"/>
                      </a:cubicBezTo>
                      <a:cubicBezTo>
                        <a:pt x="39" y="89"/>
                        <a:pt x="39" y="89"/>
                        <a:pt x="39" y="89"/>
                      </a:cubicBezTo>
                      <a:cubicBezTo>
                        <a:pt x="40" y="86"/>
                        <a:pt x="40" y="86"/>
                        <a:pt x="40" y="86"/>
                      </a:cubicBezTo>
                      <a:cubicBezTo>
                        <a:pt x="45" y="82"/>
                        <a:pt x="45" y="82"/>
                        <a:pt x="45" y="82"/>
                      </a:cubicBezTo>
                      <a:cubicBezTo>
                        <a:pt x="44" y="80"/>
                        <a:pt x="44" y="80"/>
                        <a:pt x="44" y="80"/>
                      </a:cubicBezTo>
                      <a:cubicBezTo>
                        <a:pt x="39" y="82"/>
                        <a:pt x="39" y="82"/>
                        <a:pt x="39" y="82"/>
                      </a:cubicBezTo>
                      <a:cubicBezTo>
                        <a:pt x="34" y="81"/>
                        <a:pt x="34" y="81"/>
                        <a:pt x="34" y="81"/>
                      </a:cubicBezTo>
                      <a:cubicBezTo>
                        <a:pt x="21" y="84"/>
                        <a:pt x="21" y="84"/>
                        <a:pt x="21" y="84"/>
                      </a:cubicBezTo>
                      <a:cubicBezTo>
                        <a:pt x="20" y="82"/>
                        <a:pt x="20" y="82"/>
                        <a:pt x="20" y="82"/>
                      </a:cubicBezTo>
                      <a:cubicBezTo>
                        <a:pt x="15" y="84"/>
                        <a:pt x="15" y="84"/>
                        <a:pt x="15" y="84"/>
                      </a:cubicBezTo>
                      <a:cubicBezTo>
                        <a:pt x="15" y="88"/>
                        <a:pt x="15" y="88"/>
                        <a:pt x="15" y="88"/>
                      </a:cubicBezTo>
                      <a:cubicBezTo>
                        <a:pt x="11" y="91"/>
                        <a:pt x="11" y="91"/>
                        <a:pt x="11" y="91"/>
                      </a:cubicBezTo>
                      <a:cubicBezTo>
                        <a:pt x="8" y="88"/>
                        <a:pt x="8" y="88"/>
                        <a:pt x="8" y="88"/>
                      </a:cubicBezTo>
                      <a:cubicBezTo>
                        <a:pt x="0" y="89"/>
                        <a:pt x="0" y="89"/>
                        <a:pt x="0" y="89"/>
                      </a:cubicBez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17" y="75"/>
                        <a:pt x="17" y="75"/>
                        <a:pt x="17" y="75"/>
                      </a:cubicBezTo>
                      <a:cubicBezTo>
                        <a:pt x="20" y="69"/>
                        <a:pt x="20" y="69"/>
                        <a:pt x="20" y="69"/>
                      </a:cubicBezTo>
                      <a:cubicBezTo>
                        <a:pt x="34" y="68"/>
                        <a:pt x="34" y="68"/>
                        <a:pt x="34" y="68"/>
                      </a:cubicBezTo>
                      <a:cubicBezTo>
                        <a:pt x="39" y="65"/>
                        <a:pt x="39" y="65"/>
                        <a:pt x="39" y="65"/>
                      </a:cubicBezTo>
                      <a:cubicBezTo>
                        <a:pt x="40" y="70"/>
                        <a:pt x="40" y="70"/>
                        <a:pt x="40" y="70"/>
                      </a:cubicBezTo>
                      <a:cubicBezTo>
                        <a:pt x="44" y="70"/>
                        <a:pt x="44" y="70"/>
                        <a:pt x="44" y="70"/>
                      </a:cubicBezTo>
                      <a:cubicBezTo>
                        <a:pt x="48" y="66"/>
                        <a:pt x="48" y="66"/>
                        <a:pt x="48" y="66"/>
                      </a:cubicBezTo>
                      <a:cubicBezTo>
                        <a:pt x="46" y="60"/>
                        <a:pt x="46" y="60"/>
                        <a:pt x="46" y="60"/>
                      </a:cubicBezTo>
                      <a:cubicBezTo>
                        <a:pt x="52" y="53"/>
                        <a:pt x="52" y="53"/>
                        <a:pt x="52" y="53"/>
                      </a:cubicBezTo>
                      <a:cubicBezTo>
                        <a:pt x="50" y="47"/>
                        <a:pt x="50" y="47"/>
                        <a:pt x="50" y="47"/>
                      </a:cubicBezTo>
                      <a:cubicBezTo>
                        <a:pt x="50" y="41"/>
                        <a:pt x="50" y="41"/>
                        <a:pt x="50" y="41"/>
                      </a:cubicBezTo>
                      <a:cubicBezTo>
                        <a:pt x="55" y="37"/>
                        <a:pt x="55" y="37"/>
                        <a:pt x="55" y="37"/>
                      </a:cubicBez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3" y="44"/>
                        <a:pt x="53" y="44"/>
                        <a:pt x="53" y="44"/>
                      </a:cubicBezTo>
                      <a:cubicBezTo>
                        <a:pt x="55" y="50"/>
                        <a:pt x="55" y="50"/>
                        <a:pt x="55" y="50"/>
                      </a:cubicBezTo>
                      <a:cubicBezTo>
                        <a:pt x="59" y="49"/>
                        <a:pt x="59" y="49"/>
                        <a:pt x="59" y="49"/>
                      </a:cubicBezTo>
                      <a:cubicBezTo>
                        <a:pt x="59" y="46"/>
                        <a:pt x="59" y="46"/>
                        <a:pt x="59" y="46"/>
                      </a:cubicBezTo>
                      <a:cubicBezTo>
                        <a:pt x="66" y="43"/>
                        <a:pt x="66" y="43"/>
                        <a:pt x="66" y="43"/>
                      </a:cubicBezTo>
                      <a:cubicBezTo>
                        <a:pt x="69" y="38"/>
                        <a:pt x="69" y="38"/>
                        <a:pt x="69" y="38"/>
                      </a:cubicBezTo>
                      <a:cubicBezTo>
                        <a:pt x="78" y="30"/>
                        <a:pt x="78" y="30"/>
                        <a:pt x="78" y="30"/>
                      </a:cubicBezTo>
                      <a:cubicBezTo>
                        <a:pt x="80" y="20"/>
                        <a:pt x="80" y="20"/>
                        <a:pt x="80" y="20"/>
                      </a:cubicBezTo>
                      <a:cubicBezTo>
                        <a:pt x="77" y="17"/>
                        <a:pt x="77" y="17"/>
                        <a:pt x="77" y="17"/>
                      </a:cubicBezTo>
                      <a:cubicBezTo>
                        <a:pt x="78" y="11"/>
                        <a:pt x="78" y="11"/>
                        <a:pt x="78" y="11"/>
                      </a:cubicBezTo>
                      <a:cubicBezTo>
                        <a:pt x="81" y="5"/>
                        <a:pt x="81" y="5"/>
                        <a:pt x="81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11"/>
                        <a:pt x="85" y="11"/>
                        <a:pt x="85" y="11"/>
                      </a:cubicBezTo>
                      <a:cubicBezTo>
                        <a:pt x="92" y="12"/>
                        <a:pt x="92" y="12"/>
                        <a:pt x="92" y="12"/>
                      </a:cubicBezTo>
                      <a:cubicBezTo>
                        <a:pt x="92" y="6"/>
                        <a:pt x="92" y="6"/>
                        <a:pt x="92" y="6"/>
                      </a:cubicBezTo>
                      <a:cubicBezTo>
                        <a:pt x="89" y="6"/>
                        <a:pt x="89" y="6"/>
                        <a:pt x="89" y="6"/>
                      </a:cubicBezTo>
                      <a:cubicBezTo>
                        <a:pt x="89" y="4"/>
                        <a:pt x="89" y="4"/>
                        <a:pt x="89" y="4"/>
                      </a:cubicBezTo>
                      <a:cubicBezTo>
                        <a:pt x="90" y="1"/>
                        <a:pt x="90" y="1"/>
                        <a:pt x="90" y="1"/>
                      </a:cubicBezTo>
                      <a:cubicBezTo>
                        <a:pt x="95" y="0"/>
                        <a:pt x="95" y="0"/>
                        <a:pt x="95" y="0"/>
                      </a:cubicBezTo>
                      <a:cubicBezTo>
                        <a:pt x="98" y="6"/>
                        <a:pt x="98" y="6"/>
                        <a:pt x="98" y="6"/>
                      </a:cubicBezTo>
                      <a:cubicBezTo>
                        <a:pt x="95" y="13"/>
                        <a:pt x="95" y="13"/>
                        <a:pt x="95" y="13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50" name="Google Shape;463;p50">
                  <a:extLst>
                    <a:ext uri="{FF2B5EF4-FFF2-40B4-BE49-F238E27FC236}">
                      <a16:creationId xmlns:a16="http://schemas.microsoft.com/office/drawing/2014/main" id="{7B17D531-EE76-4D3B-86E1-4E2235D14713}"/>
                    </a:ext>
                  </a:extLst>
                </p:cNvPr>
                <p:cNvSpPr/>
                <p:nvPr/>
              </p:nvSpPr>
              <p:spPr>
                <a:xfrm>
                  <a:off x="7269162" y="2841625"/>
                  <a:ext cx="269875" cy="25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95" extrusionOk="0">
                      <a:moveTo>
                        <a:pt x="95" y="13"/>
                      </a:moveTo>
                      <a:cubicBezTo>
                        <a:pt x="101" y="19"/>
                        <a:pt x="101" y="19"/>
                        <a:pt x="101" y="19"/>
                      </a:cubicBezTo>
                      <a:cubicBezTo>
                        <a:pt x="101" y="27"/>
                        <a:pt x="101" y="27"/>
                        <a:pt x="101" y="27"/>
                      </a:cubicBezTo>
                      <a:cubicBezTo>
                        <a:pt x="98" y="38"/>
                        <a:pt x="98" y="38"/>
                        <a:pt x="98" y="38"/>
                      </a:cubicBezTo>
                      <a:cubicBezTo>
                        <a:pt x="95" y="40"/>
                        <a:pt x="95" y="40"/>
                        <a:pt x="95" y="40"/>
                      </a:cubicBezTo>
                      <a:cubicBezTo>
                        <a:pt x="91" y="38"/>
                        <a:pt x="91" y="38"/>
                        <a:pt x="91" y="38"/>
                      </a:cubicBezTo>
                      <a:cubicBezTo>
                        <a:pt x="90" y="41"/>
                        <a:pt x="90" y="41"/>
                        <a:pt x="90" y="41"/>
                      </a:cubicBezTo>
                      <a:cubicBezTo>
                        <a:pt x="89" y="51"/>
                        <a:pt x="89" y="51"/>
                        <a:pt x="89" y="51"/>
                      </a:cubicBezTo>
                      <a:cubicBezTo>
                        <a:pt x="85" y="59"/>
                        <a:pt x="84" y="65"/>
                        <a:pt x="89" y="68"/>
                      </a:cubicBezTo>
                      <a:cubicBezTo>
                        <a:pt x="89" y="70"/>
                        <a:pt x="89" y="70"/>
                        <a:pt x="89" y="70"/>
                      </a:cubicBezTo>
                      <a:cubicBezTo>
                        <a:pt x="83" y="79"/>
                        <a:pt x="83" y="79"/>
                        <a:pt x="83" y="79"/>
                      </a:cubicBezTo>
                      <a:cubicBezTo>
                        <a:pt x="79" y="77"/>
                        <a:pt x="79" y="77"/>
                        <a:pt x="79" y="77"/>
                      </a:cubicBezTo>
                      <a:cubicBezTo>
                        <a:pt x="78" y="73"/>
                        <a:pt x="78" y="73"/>
                        <a:pt x="78" y="73"/>
                      </a:cubicBezTo>
                      <a:cubicBezTo>
                        <a:pt x="83" y="68"/>
                        <a:pt x="83" y="68"/>
                        <a:pt x="83" y="68"/>
                      </a:cubicBezTo>
                      <a:cubicBezTo>
                        <a:pt x="79" y="64"/>
                        <a:pt x="79" y="64"/>
                        <a:pt x="79" y="64"/>
                      </a:cubicBezTo>
                      <a:cubicBezTo>
                        <a:pt x="76" y="71"/>
                        <a:pt x="76" y="71"/>
                        <a:pt x="76" y="71"/>
                      </a:cubicBezTo>
                      <a:cubicBezTo>
                        <a:pt x="70" y="68"/>
                        <a:pt x="68" y="70"/>
                        <a:pt x="70" y="78"/>
                      </a:cubicBezTo>
                      <a:cubicBezTo>
                        <a:pt x="68" y="80"/>
                        <a:pt x="68" y="80"/>
                        <a:pt x="68" y="80"/>
                      </a:cubicBezTo>
                      <a:cubicBezTo>
                        <a:pt x="66" y="80"/>
                        <a:pt x="66" y="80"/>
                        <a:pt x="66" y="80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3" y="73"/>
                        <a:pt x="63" y="73"/>
                        <a:pt x="63" y="73"/>
                      </a:cubicBezTo>
                      <a:cubicBezTo>
                        <a:pt x="60" y="79"/>
                        <a:pt x="60" y="79"/>
                        <a:pt x="60" y="79"/>
                      </a:cubicBezTo>
                      <a:cubicBezTo>
                        <a:pt x="55" y="79"/>
                        <a:pt x="55" y="79"/>
                        <a:pt x="55" y="79"/>
                      </a:cubicBezTo>
                      <a:cubicBezTo>
                        <a:pt x="55" y="75"/>
                        <a:pt x="55" y="75"/>
                        <a:pt x="55" y="75"/>
                      </a:cubicBezTo>
                      <a:cubicBezTo>
                        <a:pt x="52" y="76"/>
                        <a:pt x="52" y="76"/>
                        <a:pt x="52" y="76"/>
                      </a:cubicBezTo>
                      <a:cubicBezTo>
                        <a:pt x="50" y="82"/>
                        <a:pt x="50" y="82"/>
                        <a:pt x="50" y="82"/>
                      </a:cubicBezTo>
                      <a:cubicBezTo>
                        <a:pt x="54" y="84"/>
                        <a:pt x="54" y="84"/>
                        <a:pt x="54" y="84"/>
                      </a:cubicBezTo>
                      <a:cubicBezTo>
                        <a:pt x="54" y="87"/>
                        <a:pt x="54" y="87"/>
                        <a:pt x="54" y="87"/>
                      </a:cubicBezTo>
                      <a:cubicBezTo>
                        <a:pt x="51" y="88"/>
                        <a:pt x="51" y="88"/>
                        <a:pt x="51" y="88"/>
                      </a:cubicBezTo>
                      <a:cubicBezTo>
                        <a:pt x="48" y="93"/>
                        <a:pt x="48" y="93"/>
                        <a:pt x="48" y="93"/>
                      </a:cubicBezTo>
                      <a:cubicBezTo>
                        <a:pt x="42" y="95"/>
                        <a:pt x="42" y="95"/>
                        <a:pt x="42" y="95"/>
                      </a:cubicBezTo>
                      <a:cubicBezTo>
                        <a:pt x="39" y="89"/>
                        <a:pt x="39" y="89"/>
                        <a:pt x="39" y="89"/>
                      </a:cubicBezTo>
                      <a:cubicBezTo>
                        <a:pt x="40" y="86"/>
                        <a:pt x="40" y="86"/>
                        <a:pt x="40" y="86"/>
                      </a:cubicBezTo>
                      <a:cubicBezTo>
                        <a:pt x="45" y="82"/>
                        <a:pt x="45" y="82"/>
                        <a:pt x="45" y="82"/>
                      </a:cubicBezTo>
                      <a:cubicBezTo>
                        <a:pt x="44" y="80"/>
                        <a:pt x="44" y="80"/>
                        <a:pt x="44" y="80"/>
                      </a:cubicBezTo>
                      <a:cubicBezTo>
                        <a:pt x="39" y="82"/>
                        <a:pt x="39" y="82"/>
                        <a:pt x="39" y="82"/>
                      </a:cubicBezTo>
                      <a:cubicBezTo>
                        <a:pt x="34" y="81"/>
                        <a:pt x="34" y="81"/>
                        <a:pt x="34" y="81"/>
                      </a:cubicBezTo>
                      <a:cubicBezTo>
                        <a:pt x="21" y="84"/>
                        <a:pt x="21" y="84"/>
                        <a:pt x="21" y="84"/>
                      </a:cubicBezTo>
                      <a:cubicBezTo>
                        <a:pt x="20" y="82"/>
                        <a:pt x="20" y="82"/>
                        <a:pt x="20" y="82"/>
                      </a:cubicBezTo>
                      <a:cubicBezTo>
                        <a:pt x="15" y="84"/>
                        <a:pt x="15" y="84"/>
                        <a:pt x="15" y="84"/>
                      </a:cubicBezTo>
                      <a:cubicBezTo>
                        <a:pt x="15" y="88"/>
                        <a:pt x="15" y="88"/>
                        <a:pt x="15" y="88"/>
                      </a:cubicBezTo>
                      <a:cubicBezTo>
                        <a:pt x="11" y="91"/>
                        <a:pt x="11" y="91"/>
                        <a:pt x="11" y="91"/>
                      </a:cubicBezTo>
                      <a:cubicBezTo>
                        <a:pt x="8" y="88"/>
                        <a:pt x="8" y="88"/>
                        <a:pt x="8" y="88"/>
                      </a:cubicBezTo>
                      <a:cubicBezTo>
                        <a:pt x="0" y="89"/>
                        <a:pt x="0" y="89"/>
                        <a:pt x="0" y="89"/>
                      </a:cubicBez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17" y="75"/>
                        <a:pt x="17" y="75"/>
                        <a:pt x="17" y="75"/>
                      </a:cubicBezTo>
                      <a:cubicBezTo>
                        <a:pt x="20" y="69"/>
                        <a:pt x="20" y="69"/>
                        <a:pt x="20" y="69"/>
                      </a:cubicBezTo>
                      <a:cubicBezTo>
                        <a:pt x="34" y="68"/>
                        <a:pt x="34" y="68"/>
                        <a:pt x="34" y="68"/>
                      </a:cubicBezTo>
                      <a:cubicBezTo>
                        <a:pt x="39" y="65"/>
                        <a:pt x="39" y="65"/>
                        <a:pt x="39" y="65"/>
                      </a:cubicBezTo>
                      <a:cubicBezTo>
                        <a:pt x="40" y="70"/>
                        <a:pt x="40" y="70"/>
                        <a:pt x="40" y="70"/>
                      </a:cubicBezTo>
                      <a:cubicBezTo>
                        <a:pt x="44" y="70"/>
                        <a:pt x="44" y="70"/>
                        <a:pt x="44" y="70"/>
                      </a:cubicBezTo>
                      <a:cubicBezTo>
                        <a:pt x="48" y="66"/>
                        <a:pt x="48" y="66"/>
                        <a:pt x="48" y="66"/>
                      </a:cubicBezTo>
                      <a:cubicBezTo>
                        <a:pt x="46" y="60"/>
                        <a:pt x="46" y="60"/>
                        <a:pt x="46" y="60"/>
                      </a:cubicBezTo>
                      <a:cubicBezTo>
                        <a:pt x="52" y="53"/>
                        <a:pt x="52" y="53"/>
                        <a:pt x="52" y="53"/>
                      </a:cubicBezTo>
                      <a:cubicBezTo>
                        <a:pt x="50" y="47"/>
                        <a:pt x="50" y="47"/>
                        <a:pt x="50" y="47"/>
                      </a:cubicBezTo>
                      <a:cubicBezTo>
                        <a:pt x="50" y="41"/>
                        <a:pt x="50" y="41"/>
                        <a:pt x="50" y="41"/>
                      </a:cubicBezTo>
                      <a:cubicBezTo>
                        <a:pt x="55" y="37"/>
                        <a:pt x="55" y="37"/>
                        <a:pt x="55" y="37"/>
                      </a:cubicBezTo>
                      <a:cubicBezTo>
                        <a:pt x="57" y="40"/>
                        <a:pt x="57" y="40"/>
                        <a:pt x="57" y="40"/>
                      </a:cubicBezTo>
                      <a:cubicBezTo>
                        <a:pt x="53" y="44"/>
                        <a:pt x="53" y="44"/>
                        <a:pt x="53" y="44"/>
                      </a:cubicBezTo>
                      <a:cubicBezTo>
                        <a:pt x="55" y="50"/>
                        <a:pt x="55" y="50"/>
                        <a:pt x="55" y="50"/>
                      </a:cubicBezTo>
                      <a:cubicBezTo>
                        <a:pt x="59" y="49"/>
                        <a:pt x="59" y="49"/>
                        <a:pt x="59" y="49"/>
                      </a:cubicBezTo>
                      <a:cubicBezTo>
                        <a:pt x="59" y="46"/>
                        <a:pt x="59" y="46"/>
                        <a:pt x="59" y="46"/>
                      </a:cubicBezTo>
                      <a:cubicBezTo>
                        <a:pt x="66" y="43"/>
                        <a:pt x="66" y="43"/>
                        <a:pt x="66" y="43"/>
                      </a:cubicBezTo>
                      <a:cubicBezTo>
                        <a:pt x="69" y="38"/>
                        <a:pt x="69" y="38"/>
                        <a:pt x="69" y="38"/>
                      </a:cubicBezTo>
                      <a:cubicBezTo>
                        <a:pt x="78" y="30"/>
                        <a:pt x="78" y="30"/>
                        <a:pt x="78" y="30"/>
                      </a:cubicBezTo>
                      <a:cubicBezTo>
                        <a:pt x="80" y="20"/>
                        <a:pt x="80" y="20"/>
                        <a:pt x="80" y="20"/>
                      </a:cubicBezTo>
                      <a:cubicBezTo>
                        <a:pt x="77" y="17"/>
                        <a:pt x="77" y="17"/>
                        <a:pt x="77" y="17"/>
                      </a:cubicBezTo>
                      <a:cubicBezTo>
                        <a:pt x="78" y="11"/>
                        <a:pt x="78" y="11"/>
                        <a:pt x="78" y="11"/>
                      </a:cubicBezTo>
                      <a:cubicBezTo>
                        <a:pt x="81" y="5"/>
                        <a:pt x="81" y="5"/>
                        <a:pt x="81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11"/>
                        <a:pt x="85" y="11"/>
                        <a:pt x="85" y="11"/>
                      </a:cubicBezTo>
                      <a:cubicBezTo>
                        <a:pt x="92" y="12"/>
                        <a:pt x="92" y="12"/>
                        <a:pt x="92" y="12"/>
                      </a:cubicBezTo>
                      <a:cubicBezTo>
                        <a:pt x="92" y="6"/>
                        <a:pt x="92" y="6"/>
                        <a:pt x="92" y="6"/>
                      </a:cubicBezTo>
                      <a:cubicBezTo>
                        <a:pt x="89" y="6"/>
                        <a:pt x="89" y="6"/>
                        <a:pt x="89" y="6"/>
                      </a:cubicBezTo>
                      <a:cubicBezTo>
                        <a:pt x="89" y="4"/>
                        <a:pt x="89" y="4"/>
                        <a:pt x="89" y="4"/>
                      </a:cubicBezTo>
                      <a:cubicBezTo>
                        <a:pt x="90" y="1"/>
                        <a:pt x="90" y="1"/>
                        <a:pt x="90" y="1"/>
                      </a:cubicBezTo>
                      <a:cubicBezTo>
                        <a:pt x="95" y="0"/>
                        <a:pt x="95" y="0"/>
                        <a:pt x="95" y="0"/>
                      </a:cubicBezTo>
                      <a:cubicBezTo>
                        <a:pt x="98" y="6"/>
                        <a:pt x="98" y="6"/>
                        <a:pt x="98" y="6"/>
                      </a:cubicBezTo>
                      <a:cubicBezTo>
                        <a:pt x="95" y="13"/>
                        <a:pt x="95" y="13"/>
                        <a:pt x="95" y="13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51" name="Google Shape;464;p50">
                  <a:extLst>
                    <a:ext uri="{FF2B5EF4-FFF2-40B4-BE49-F238E27FC236}">
                      <a16:creationId xmlns:a16="http://schemas.microsoft.com/office/drawing/2014/main" id="{052E0A49-6189-4F5F-B5B9-E3335EF6F2CB}"/>
                    </a:ext>
                  </a:extLst>
                </p:cNvPr>
                <p:cNvSpPr/>
                <p:nvPr/>
              </p:nvSpPr>
              <p:spPr>
                <a:xfrm>
                  <a:off x="7437437" y="2909888"/>
                  <a:ext cx="14287" cy="2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" h="15" extrusionOk="0">
                      <a:moveTo>
                        <a:pt x="9" y="8"/>
                      </a:moveTo>
                      <a:lnTo>
                        <a:pt x="3" y="15"/>
                      </a:lnTo>
                      <a:lnTo>
                        <a:pt x="0" y="6"/>
                      </a:lnTo>
                      <a:lnTo>
                        <a:pt x="7" y="0"/>
                      </a:lnTo>
                      <a:lnTo>
                        <a:pt x="9" y="8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52" name="Google Shape;465;p50">
                  <a:extLst>
                    <a:ext uri="{FF2B5EF4-FFF2-40B4-BE49-F238E27FC236}">
                      <a16:creationId xmlns:a16="http://schemas.microsoft.com/office/drawing/2014/main" id="{28F91B03-A687-4C4F-8DE3-E5D3122E588E}"/>
                    </a:ext>
                  </a:extLst>
                </p:cNvPr>
                <p:cNvSpPr/>
                <p:nvPr/>
              </p:nvSpPr>
              <p:spPr>
                <a:xfrm>
                  <a:off x="7305675" y="3078163"/>
                  <a:ext cx="5397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9" extrusionOk="0">
                      <a:moveTo>
                        <a:pt x="16" y="12"/>
                      </a:move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15"/>
                        <a:pt x="0" y="12"/>
                        <a:pt x="0" y="8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20" y="2"/>
                        <a:pt x="20" y="2"/>
                        <a:pt x="20" y="2"/>
                      </a:cubicBezTo>
                      <a:cubicBezTo>
                        <a:pt x="20" y="8"/>
                        <a:pt x="20" y="8"/>
                        <a:pt x="20" y="8"/>
                      </a:cubicBezTo>
                      <a:cubicBezTo>
                        <a:pt x="16" y="12"/>
                        <a:pt x="16" y="12"/>
                        <a:pt x="16" y="12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53" name="Google Shape;466;p50">
                  <a:extLst>
                    <a:ext uri="{FF2B5EF4-FFF2-40B4-BE49-F238E27FC236}">
                      <a16:creationId xmlns:a16="http://schemas.microsoft.com/office/drawing/2014/main" id="{B48CABE2-FF72-45AF-8B18-3B7FF9956E40}"/>
                    </a:ext>
                  </a:extLst>
                </p:cNvPr>
                <p:cNvSpPr/>
                <p:nvPr/>
              </p:nvSpPr>
              <p:spPr>
                <a:xfrm>
                  <a:off x="7305675" y="3078163"/>
                  <a:ext cx="5397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9" extrusionOk="0">
                      <a:moveTo>
                        <a:pt x="16" y="12"/>
                      </a:move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15"/>
                        <a:pt x="0" y="12"/>
                        <a:pt x="0" y="8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20" y="2"/>
                        <a:pt x="20" y="2"/>
                        <a:pt x="20" y="2"/>
                      </a:cubicBezTo>
                      <a:cubicBezTo>
                        <a:pt x="20" y="8"/>
                        <a:pt x="20" y="8"/>
                        <a:pt x="20" y="8"/>
                      </a:cubicBezTo>
                      <a:cubicBezTo>
                        <a:pt x="16" y="12"/>
                        <a:pt x="16" y="12"/>
                        <a:pt x="16" y="12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54" name="Google Shape;467;p50">
                  <a:extLst>
                    <a:ext uri="{FF2B5EF4-FFF2-40B4-BE49-F238E27FC236}">
                      <a16:creationId xmlns:a16="http://schemas.microsoft.com/office/drawing/2014/main" id="{43AE8697-03DE-4B37-9CC4-ADEBD7A4EBE8}"/>
                    </a:ext>
                  </a:extLst>
                </p:cNvPr>
                <p:cNvSpPr/>
                <p:nvPr/>
              </p:nvSpPr>
              <p:spPr>
                <a:xfrm>
                  <a:off x="7224712" y="3089275"/>
                  <a:ext cx="698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29" extrusionOk="0">
                      <a:moveTo>
                        <a:pt x="19" y="4"/>
                      </a:move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18" y="29"/>
                        <a:pt x="18" y="29"/>
                        <a:pt x="18" y="29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8" y="22"/>
                        <a:pt x="8" y="22"/>
                        <a:pt x="8" y="22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5" y="6"/>
                        <a:pt x="10" y="3"/>
                        <a:pt x="15" y="0"/>
                      </a:cubicBezTo>
                      <a:cubicBezTo>
                        <a:pt x="19" y="4"/>
                        <a:pt x="19" y="4"/>
                        <a:pt x="19" y="4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55" name="Google Shape;468;p50">
                  <a:extLst>
                    <a:ext uri="{FF2B5EF4-FFF2-40B4-BE49-F238E27FC236}">
                      <a16:creationId xmlns:a16="http://schemas.microsoft.com/office/drawing/2014/main" id="{C863894D-18B4-474B-B2AF-0D720A1FCB5B}"/>
                    </a:ext>
                  </a:extLst>
                </p:cNvPr>
                <p:cNvSpPr/>
                <p:nvPr/>
              </p:nvSpPr>
              <p:spPr>
                <a:xfrm>
                  <a:off x="7224712" y="3089275"/>
                  <a:ext cx="698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29" extrusionOk="0">
                      <a:moveTo>
                        <a:pt x="19" y="4"/>
                      </a:move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18" y="29"/>
                        <a:pt x="18" y="29"/>
                        <a:pt x="18" y="29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8" y="22"/>
                        <a:pt x="8" y="22"/>
                        <a:pt x="8" y="22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5" y="6"/>
                        <a:pt x="10" y="3"/>
                        <a:pt x="15" y="0"/>
                      </a:cubicBezTo>
                      <a:cubicBezTo>
                        <a:pt x="19" y="4"/>
                        <a:pt x="19" y="4"/>
                        <a:pt x="19" y="4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888" name="Google Shape;469;p50">
                <a:extLst>
                  <a:ext uri="{FF2B5EF4-FFF2-40B4-BE49-F238E27FC236}">
                    <a16:creationId xmlns:a16="http://schemas.microsoft.com/office/drawing/2014/main" id="{8BC31723-AC09-4EA1-A24C-C7EE96BC2CE3}"/>
                  </a:ext>
                </a:extLst>
              </p:cNvPr>
              <p:cNvSpPr/>
              <p:nvPr/>
            </p:nvSpPr>
            <p:spPr>
              <a:xfrm>
                <a:off x="6475776" y="3120837"/>
                <a:ext cx="27001" cy="856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43" extrusionOk="0">
                    <a:moveTo>
                      <a:pt x="10" y="2"/>
                    </a:moveTo>
                    <a:cubicBezTo>
                      <a:pt x="10" y="4"/>
                      <a:pt x="10" y="4"/>
                      <a:pt x="10" y="4"/>
                    </a:cubicBezTo>
                    <a:cubicBezTo>
                      <a:pt x="7" y="10"/>
                      <a:pt x="3" y="14"/>
                      <a:pt x="0" y="16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1" y="3"/>
                      <a:pt x="11" y="3"/>
                      <a:pt x="11" y="3"/>
                    </a:cubicBezTo>
                    <a:lnTo>
                      <a:pt x="10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89" name="Google Shape;470;p50">
                <a:extLst>
                  <a:ext uri="{FF2B5EF4-FFF2-40B4-BE49-F238E27FC236}">
                    <a16:creationId xmlns:a16="http://schemas.microsoft.com/office/drawing/2014/main" id="{00155F09-09DF-4EE8-9D6C-106B032301A1}"/>
                  </a:ext>
                </a:extLst>
              </p:cNvPr>
              <p:cNvSpPr/>
              <p:nvPr/>
            </p:nvSpPr>
            <p:spPr>
              <a:xfrm>
                <a:off x="6656565" y="2962352"/>
                <a:ext cx="327534" cy="331056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67" extrusionOk="0">
                    <a:moveTo>
                      <a:pt x="90" y="27"/>
                    </a:moveTo>
                    <a:cubicBezTo>
                      <a:pt x="90" y="29"/>
                      <a:pt x="88" y="30"/>
                      <a:pt x="87" y="30"/>
                    </a:cubicBezTo>
                    <a:cubicBezTo>
                      <a:pt x="85" y="31"/>
                      <a:pt x="80" y="31"/>
                      <a:pt x="74" y="31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51" y="25"/>
                      <a:pt x="51" y="25"/>
                      <a:pt x="51" y="25"/>
                    </a:cubicBezTo>
                    <a:cubicBezTo>
                      <a:pt x="49" y="22"/>
                      <a:pt x="47" y="19"/>
                      <a:pt x="46" y="15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21" y="83"/>
                      <a:pt x="21" y="83"/>
                      <a:pt x="21" y="83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2" y="102"/>
                      <a:pt x="32" y="102"/>
                      <a:pt x="32" y="102"/>
                    </a:cubicBezTo>
                    <a:cubicBezTo>
                      <a:pt x="35" y="107"/>
                      <a:pt x="35" y="107"/>
                      <a:pt x="35" y="107"/>
                    </a:cubicBezTo>
                    <a:cubicBezTo>
                      <a:pt x="43" y="108"/>
                      <a:pt x="43" y="108"/>
                      <a:pt x="43" y="108"/>
                    </a:cubicBezTo>
                    <a:cubicBezTo>
                      <a:pt x="44" y="112"/>
                      <a:pt x="44" y="112"/>
                      <a:pt x="44" y="112"/>
                    </a:cubicBezTo>
                    <a:cubicBezTo>
                      <a:pt x="50" y="108"/>
                      <a:pt x="50" y="108"/>
                      <a:pt x="50" y="108"/>
                    </a:cubicBezTo>
                    <a:cubicBezTo>
                      <a:pt x="58" y="118"/>
                      <a:pt x="58" y="118"/>
                      <a:pt x="58" y="118"/>
                    </a:cubicBezTo>
                    <a:cubicBezTo>
                      <a:pt x="58" y="122"/>
                      <a:pt x="58" y="122"/>
                      <a:pt x="58" y="122"/>
                    </a:cubicBezTo>
                    <a:cubicBezTo>
                      <a:pt x="64" y="126"/>
                      <a:pt x="64" y="126"/>
                      <a:pt x="64" y="126"/>
                    </a:cubicBezTo>
                    <a:cubicBezTo>
                      <a:pt x="63" y="130"/>
                      <a:pt x="63" y="130"/>
                      <a:pt x="63" y="130"/>
                    </a:cubicBezTo>
                    <a:cubicBezTo>
                      <a:pt x="70" y="141"/>
                      <a:pt x="70" y="141"/>
                      <a:pt x="70" y="141"/>
                    </a:cubicBezTo>
                    <a:cubicBezTo>
                      <a:pt x="83" y="149"/>
                      <a:pt x="83" y="149"/>
                      <a:pt x="83" y="149"/>
                    </a:cubicBezTo>
                    <a:cubicBezTo>
                      <a:pt x="87" y="154"/>
                      <a:pt x="87" y="154"/>
                      <a:pt x="87" y="154"/>
                    </a:cubicBezTo>
                    <a:cubicBezTo>
                      <a:pt x="95" y="153"/>
                      <a:pt x="95" y="153"/>
                      <a:pt x="95" y="153"/>
                    </a:cubicBezTo>
                    <a:cubicBezTo>
                      <a:pt x="103" y="148"/>
                      <a:pt x="103" y="148"/>
                      <a:pt x="103" y="148"/>
                    </a:cubicBezTo>
                    <a:cubicBezTo>
                      <a:pt x="107" y="148"/>
                      <a:pt x="107" y="148"/>
                      <a:pt x="107" y="148"/>
                    </a:cubicBezTo>
                    <a:cubicBezTo>
                      <a:pt x="113" y="145"/>
                      <a:pt x="113" y="145"/>
                      <a:pt x="113" y="145"/>
                    </a:cubicBezTo>
                    <a:cubicBezTo>
                      <a:pt x="118" y="149"/>
                      <a:pt x="118" y="149"/>
                      <a:pt x="118" y="149"/>
                    </a:cubicBezTo>
                    <a:cubicBezTo>
                      <a:pt x="119" y="161"/>
                      <a:pt x="119" y="161"/>
                      <a:pt x="119" y="161"/>
                    </a:cubicBezTo>
                    <a:cubicBezTo>
                      <a:pt x="124" y="161"/>
                      <a:pt x="124" y="161"/>
                      <a:pt x="124" y="161"/>
                    </a:cubicBezTo>
                    <a:cubicBezTo>
                      <a:pt x="136" y="164"/>
                      <a:pt x="136" y="164"/>
                      <a:pt x="136" y="164"/>
                    </a:cubicBezTo>
                    <a:cubicBezTo>
                      <a:pt x="152" y="167"/>
                      <a:pt x="152" y="167"/>
                      <a:pt x="152" y="167"/>
                    </a:cubicBezTo>
                    <a:cubicBezTo>
                      <a:pt x="152" y="167"/>
                      <a:pt x="152" y="167"/>
                      <a:pt x="152" y="167"/>
                    </a:cubicBezTo>
                    <a:cubicBezTo>
                      <a:pt x="153" y="158"/>
                      <a:pt x="153" y="158"/>
                      <a:pt x="153" y="158"/>
                    </a:cubicBezTo>
                    <a:cubicBezTo>
                      <a:pt x="162" y="152"/>
                      <a:pt x="162" y="152"/>
                      <a:pt x="162" y="152"/>
                    </a:cubicBezTo>
                    <a:cubicBezTo>
                      <a:pt x="165" y="143"/>
                      <a:pt x="165" y="143"/>
                      <a:pt x="165" y="143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7" y="67"/>
                      <a:pt x="147" y="67"/>
                      <a:pt x="147" y="67"/>
                    </a:cubicBezTo>
                    <a:cubicBezTo>
                      <a:pt x="151" y="54"/>
                      <a:pt x="151" y="54"/>
                      <a:pt x="151" y="54"/>
                    </a:cubicBezTo>
                    <a:cubicBezTo>
                      <a:pt x="148" y="38"/>
                      <a:pt x="148" y="38"/>
                      <a:pt x="148" y="38"/>
                    </a:cubicBezTo>
                    <a:cubicBezTo>
                      <a:pt x="120" y="25"/>
                      <a:pt x="120" y="25"/>
                      <a:pt x="120" y="25"/>
                    </a:cubicBezTo>
                    <a:lnTo>
                      <a:pt x="90" y="2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0" name="Google Shape;471;p50">
                <a:extLst>
                  <a:ext uri="{FF2B5EF4-FFF2-40B4-BE49-F238E27FC236}">
                    <a16:creationId xmlns:a16="http://schemas.microsoft.com/office/drawing/2014/main" id="{D2333D9C-2232-4EDD-844D-2A0D97FA49B0}"/>
                  </a:ext>
                </a:extLst>
              </p:cNvPr>
              <p:cNvSpPr/>
              <p:nvPr/>
            </p:nvSpPr>
            <p:spPr>
              <a:xfrm>
                <a:off x="6546213" y="3015181"/>
                <a:ext cx="179615" cy="1749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88" extrusionOk="0">
                    <a:moveTo>
                      <a:pt x="27" y="11"/>
                    </a:moveTo>
                    <a:cubicBezTo>
                      <a:pt x="26" y="13"/>
                      <a:pt x="25" y="14"/>
                      <a:pt x="24" y="16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6" y="67"/>
                      <a:pt x="46" y="67"/>
                      <a:pt x="46" y="67"/>
                    </a:cubicBezTo>
                    <a:cubicBezTo>
                      <a:pt x="64" y="88"/>
                      <a:pt x="64" y="88"/>
                      <a:pt x="64" y="88"/>
                    </a:cubicBezTo>
                    <a:cubicBezTo>
                      <a:pt x="70" y="82"/>
                      <a:pt x="70" y="82"/>
                      <a:pt x="70" y="82"/>
                    </a:cubicBezTo>
                    <a:cubicBezTo>
                      <a:pt x="72" y="82"/>
                      <a:pt x="72" y="82"/>
                      <a:pt x="72" y="82"/>
                    </a:cubicBezTo>
                    <a:cubicBezTo>
                      <a:pt x="74" y="82"/>
                      <a:pt x="76" y="82"/>
                      <a:pt x="79" y="83"/>
                    </a:cubicBezTo>
                    <a:cubicBezTo>
                      <a:pt x="80" y="83"/>
                      <a:pt x="82" y="84"/>
                      <a:pt x="84" y="85"/>
                    </a:cubicBezTo>
                    <a:cubicBezTo>
                      <a:pt x="85" y="85"/>
                      <a:pt x="85" y="85"/>
                      <a:pt x="85" y="85"/>
                    </a:cubicBezTo>
                    <a:cubicBezTo>
                      <a:pt x="85" y="85"/>
                      <a:pt x="86" y="85"/>
                      <a:pt x="86" y="84"/>
                    </a:cubicBezTo>
                    <a:cubicBezTo>
                      <a:pt x="87" y="83"/>
                      <a:pt x="89" y="82"/>
                      <a:pt x="90" y="80"/>
                    </a:cubicBezTo>
                    <a:cubicBezTo>
                      <a:pt x="90" y="80"/>
                      <a:pt x="90" y="80"/>
                      <a:pt x="90" y="80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87" y="70"/>
                      <a:pt x="87" y="70"/>
                      <a:pt x="87" y="70"/>
                    </a:cubicBezTo>
                    <a:cubicBezTo>
                      <a:pt x="83" y="58"/>
                      <a:pt x="83" y="58"/>
                      <a:pt x="83" y="58"/>
                    </a:cubicBezTo>
                    <a:cubicBezTo>
                      <a:pt x="76" y="56"/>
                      <a:pt x="76" y="56"/>
                      <a:pt x="76" y="56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5" y="33"/>
                      <a:pt x="65" y="33"/>
                      <a:pt x="65" y="33"/>
                    </a:cubicBezTo>
                    <a:cubicBezTo>
                      <a:pt x="70" y="22"/>
                      <a:pt x="70" y="22"/>
                      <a:pt x="70" y="22"/>
                    </a:cubicBezTo>
                    <a:cubicBezTo>
                      <a:pt x="55" y="2"/>
                      <a:pt x="55" y="2"/>
                      <a:pt x="55" y="2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1" y="1"/>
                      <a:pt x="31" y="1"/>
                      <a:pt x="31" y="2"/>
                    </a:cubicBezTo>
                    <a:cubicBezTo>
                      <a:pt x="29" y="6"/>
                      <a:pt x="28" y="8"/>
                      <a:pt x="27" y="11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1" name="Google Shape;472;p50">
                <a:extLst>
                  <a:ext uri="{FF2B5EF4-FFF2-40B4-BE49-F238E27FC236}">
                    <a16:creationId xmlns:a16="http://schemas.microsoft.com/office/drawing/2014/main" id="{DFF5CD47-F90B-4CD8-AC11-A6B29F5A0409}"/>
                  </a:ext>
                </a:extLst>
              </p:cNvPr>
              <p:cNvSpPr/>
              <p:nvPr/>
            </p:nvSpPr>
            <p:spPr>
              <a:xfrm>
                <a:off x="6546213" y="3015181"/>
                <a:ext cx="179615" cy="1749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88" extrusionOk="0">
                    <a:moveTo>
                      <a:pt x="27" y="11"/>
                    </a:moveTo>
                    <a:cubicBezTo>
                      <a:pt x="26" y="13"/>
                      <a:pt x="25" y="14"/>
                      <a:pt x="24" y="16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6" y="67"/>
                      <a:pt x="46" y="67"/>
                      <a:pt x="46" y="67"/>
                    </a:cubicBezTo>
                    <a:cubicBezTo>
                      <a:pt x="64" y="88"/>
                      <a:pt x="64" y="88"/>
                      <a:pt x="64" y="88"/>
                    </a:cubicBezTo>
                    <a:cubicBezTo>
                      <a:pt x="70" y="82"/>
                      <a:pt x="70" y="82"/>
                      <a:pt x="70" y="82"/>
                    </a:cubicBezTo>
                    <a:cubicBezTo>
                      <a:pt x="72" y="82"/>
                      <a:pt x="72" y="82"/>
                      <a:pt x="72" y="82"/>
                    </a:cubicBezTo>
                    <a:cubicBezTo>
                      <a:pt x="74" y="82"/>
                      <a:pt x="76" y="82"/>
                      <a:pt x="79" y="83"/>
                    </a:cubicBezTo>
                    <a:cubicBezTo>
                      <a:pt x="80" y="83"/>
                      <a:pt x="82" y="84"/>
                      <a:pt x="84" y="85"/>
                    </a:cubicBezTo>
                    <a:cubicBezTo>
                      <a:pt x="85" y="85"/>
                      <a:pt x="85" y="85"/>
                      <a:pt x="85" y="85"/>
                    </a:cubicBezTo>
                    <a:cubicBezTo>
                      <a:pt x="85" y="85"/>
                      <a:pt x="86" y="85"/>
                      <a:pt x="86" y="84"/>
                    </a:cubicBezTo>
                    <a:cubicBezTo>
                      <a:pt x="87" y="83"/>
                      <a:pt x="89" y="82"/>
                      <a:pt x="90" y="80"/>
                    </a:cubicBezTo>
                    <a:cubicBezTo>
                      <a:pt x="90" y="80"/>
                      <a:pt x="90" y="80"/>
                      <a:pt x="90" y="80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87" y="70"/>
                      <a:pt x="87" y="70"/>
                      <a:pt x="87" y="70"/>
                    </a:cubicBezTo>
                    <a:cubicBezTo>
                      <a:pt x="83" y="58"/>
                      <a:pt x="83" y="58"/>
                      <a:pt x="83" y="58"/>
                    </a:cubicBezTo>
                    <a:cubicBezTo>
                      <a:pt x="76" y="56"/>
                      <a:pt x="76" y="56"/>
                      <a:pt x="76" y="56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5" y="33"/>
                      <a:pt x="65" y="33"/>
                      <a:pt x="65" y="33"/>
                    </a:cubicBezTo>
                    <a:cubicBezTo>
                      <a:pt x="70" y="22"/>
                      <a:pt x="70" y="22"/>
                      <a:pt x="70" y="22"/>
                    </a:cubicBezTo>
                    <a:cubicBezTo>
                      <a:pt x="55" y="2"/>
                      <a:pt x="55" y="2"/>
                      <a:pt x="55" y="2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1" y="1"/>
                      <a:pt x="31" y="1"/>
                      <a:pt x="31" y="2"/>
                    </a:cubicBezTo>
                    <a:cubicBezTo>
                      <a:pt x="29" y="6"/>
                      <a:pt x="28" y="8"/>
                      <a:pt x="27" y="11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892" name="Google Shape;473;p50">
                <a:extLst>
                  <a:ext uri="{FF2B5EF4-FFF2-40B4-BE49-F238E27FC236}">
                    <a16:creationId xmlns:a16="http://schemas.microsoft.com/office/drawing/2014/main" id="{69A5C70A-932A-423F-8F29-BB31AF9BFEE3}"/>
                  </a:ext>
                </a:extLst>
              </p:cNvPr>
              <p:cNvGrpSpPr/>
              <p:nvPr/>
            </p:nvGrpSpPr>
            <p:grpSpPr>
              <a:xfrm>
                <a:off x="7553468" y="3716033"/>
                <a:ext cx="800639" cy="341622"/>
                <a:chOff x="6427787" y="3921125"/>
                <a:chExt cx="1082675" cy="461963"/>
              </a:xfrm>
              <a:grpFill/>
            </p:grpSpPr>
            <p:sp>
              <p:nvSpPr>
                <p:cNvPr id="1023" name="Google Shape;474;p50">
                  <a:extLst>
                    <a:ext uri="{FF2B5EF4-FFF2-40B4-BE49-F238E27FC236}">
                      <a16:creationId xmlns:a16="http://schemas.microsoft.com/office/drawing/2014/main" id="{3CD380BA-26AC-424F-AE3B-CAD5261F60B4}"/>
                    </a:ext>
                  </a:extLst>
                </p:cNvPr>
                <p:cNvSpPr/>
                <p:nvPr/>
              </p:nvSpPr>
              <p:spPr>
                <a:xfrm>
                  <a:off x="7180262" y="3948113"/>
                  <a:ext cx="1587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14" extrusionOk="0">
                      <a:moveTo>
                        <a:pt x="0" y="14"/>
                      </a:moveTo>
                      <a:lnTo>
                        <a:pt x="6" y="12"/>
                      </a:lnTo>
                      <a:lnTo>
                        <a:pt x="10" y="0"/>
                      </a:lnTo>
                      <a:lnTo>
                        <a:pt x="0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4" name="Google Shape;475;p50">
                  <a:extLst>
                    <a:ext uri="{FF2B5EF4-FFF2-40B4-BE49-F238E27FC236}">
                      <a16:creationId xmlns:a16="http://schemas.microsoft.com/office/drawing/2014/main" id="{600C1D96-E2F9-4C7A-92A5-19458A108359}"/>
                    </a:ext>
                  </a:extLst>
                </p:cNvPr>
                <p:cNvSpPr/>
                <p:nvPr/>
              </p:nvSpPr>
              <p:spPr>
                <a:xfrm>
                  <a:off x="6427787" y="3921125"/>
                  <a:ext cx="252412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124" extrusionOk="0">
                      <a:moveTo>
                        <a:pt x="89" y="90"/>
                      </a:moveTo>
                      <a:cubicBezTo>
                        <a:pt x="87" y="88"/>
                        <a:pt x="85" y="87"/>
                        <a:pt x="83" y="86"/>
                      </a:cubicBezTo>
                      <a:cubicBezTo>
                        <a:pt x="79" y="73"/>
                        <a:pt x="79" y="73"/>
                        <a:pt x="79" y="73"/>
                      </a:cubicBezTo>
                      <a:cubicBezTo>
                        <a:pt x="70" y="70"/>
                        <a:pt x="70" y="70"/>
                        <a:pt x="70" y="70"/>
                      </a:cubicBezTo>
                      <a:cubicBezTo>
                        <a:pt x="73" y="62"/>
                        <a:pt x="73" y="62"/>
                        <a:pt x="73" y="62"/>
                      </a:cubicBezTo>
                      <a:cubicBezTo>
                        <a:pt x="69" y="56"/>
                        <a:pt x="69" y="56"/>
                        <a:pt x="69" y="56"/>
                      </a:cubicBezTo>
                      <a:cubicBezTo>
                        <a:pt x="64" y="56"/>
                        <a:pt x="64" y="56"/>
                        <a:pt x="64" y="56"/>
                      </a:cubicBezTo>
                      <a:cubicBezTo>
                        <a:pt x="65" y="53"/>
                        <a:pt x="65" y="53"/>
                        <a:pt x="65" y="53"/>
                      </a:cubicBezTo>
                      <a:cubicBezTo>
                        <a:pt x="52" y="42"/>
                        <a:pt x="52" y="42"/>
                        <a:pt x="52" y="42"/>
                      </a:cubicBezTo>
                      <a:cubicBezTo>
                        <a:pt x="46" y="41"/>
                        <a:pt x="46" y="41"/>
                        <a:pt x="46" y="41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1" y="16"/>
                        <a:pt x="31" y="16"/>
                        <a:pt x="31" y="16"/>
                      </a:cubicBezTo>
                      <a:cubicBezTo>
                        <a:pt x="22" y="4"/>
                        <a:pt x="22" y="4"/>
                        <a:pt x="22" y="4"/>
                      </a:cubicBez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9" y="20"/>
                        <a:pt x="9" y="20"/>
                        <a:pt x="9" y="20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20" y="28"/>
                        <a:pt x="20" y="28"/>
                        <a:pt x="20" y="28"/>
                      </a:cubicBezTo>
                      <a:cubicBezTo>
                        <a:pt x="20" y="33"/>
                        <a:pt x="20" y="33"/>
                        <a:pt x="20" y="33"/>
                      </a:cubicBezTo>
                      <a:cubicBezTo>
                        <a:pt x="22" y="34"/>
                        <a:pt x="24" y="36"/>
                        <a:pt x="26" y="38"/>
                      </a:cubicBezTo>
                      <a:cubicBezTo>
                        <a:pt x="27" y="39"/>
                        <a:pt x="29" y="40"/>
                        <a:pt x="30" y="42"/>
                      </a:cubicBezTo>
                      <a:cubicBezTo>
                        <a:pt x="34" y="52"/>
                        <a:pt x="39" y="62"/>
                        <a:pt x="43" y="73"/>
                      </a:cubicBezTo>
                      <a:cubicBezTo>
                        <a:pt x="48" y="82"/>
                        <a:pt x="53" y="91"/>
                        <a:pt x="59" y="99"/>
                      </a:cubicBezTo>
                      <a:cubicBezTo>
                        <a:pt x="62" y="105"/>
                        <a:pt x="66" y="110"/>
                        <a:pt x="70" y="114"/>
                      </a:cubicBezTo>
                      <a:cubicBezTo>
                        <a:pt x="73" y="117"/>
                        <a:pt x="76" y="120"/>
                        <a:pt x="78" y="123"/>
                      </a:cubicBezTo>
                      <a:cubicBezTo>
                        <a:pt x="80" y="120"/>
                        <a:pt x="80" y="120"/>
                        <a:pt x="80" y="120"/>
                      </a:cubicBezTo>
                      <a:cubicBezTo>
                        <a:pt x="86" y="124"/>
                        <a:pt x="86" y="124"/>
                        <a:pt x="86" y="124"/>
                      </a:cubicBezTo>
                      <a:cubicBezTo>
                        <a:pt x="87" y="120"/>
                        <a:pt x="87" y="120"/>
                        <a:pt x="87" y="120"/>
                      </a:cubicBezTo>
                      <a:cubicBezTo>
                        <a:pt x="90" y="123"/>
                        <a:pt x="90" y="123"/>
                        <a:pt x="90" y="123"/>
                      </a:cubicBezTo>
                      <a:cubicBezTo>
                        <a:pt x="93" y="121"/>
                        <a:pt x="93" y="121"/>
                        <a:pt x="93" y="121"/>
                      </a:cubicBezTo>
                      <a:cubicBezTo>
                        <a:pt x="93" y="112"/>
                        <a:pt x="93" y="104"/>
                        <a:pt x="94" y="95"/>
                      </a:cubicBezTo>
                      <a:cubicBezTo>
                        <a:pt x="93" y="93"/>
                        <a:pt x="91" y="91"/>
                        <a:pt x="89" y="90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5" name="Google Shape;476;p50">
                  <a:extLst>
                    <a:ext uri="{FF2B5EF4-FFF2-40B4-BE49-F238E27FC236}">
                      <a16:creationId xmlns:a16="http://schemas.microsoft.com/office/drawing/2014/main" id="{54ED5C12-F289-42E7-A263-EF90D2050C03}"/>
                    </a:ext>
                  </a:extLst>
                </p:cNvPr>
                <p:cNvSpPr/>
                <p:nvPr/>
              </p:nvSpPr>
              <p:spPr>
                <a:xfrm>
                  <a:off x="6940550" y="4313238"/>
                  <a:ext cx="49212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8" extrusionOk="0">
                      <a:moveTo>
                        <a:pt x="18" y="4"/>
                      </a:moveTo>
                      <a:cubicBezTo>
                        <a:pt x="15" y="3"/>
                        <a:pt x="12" y="1"/>
                        <a:pt x="9" y="0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8" y="4"/>
                        <a:pt x="7" y="4"/>
                        <a:pt x="6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6" y="7"/>
                        <a:pt x="11" y="6"/>
                        <a:pt x="17" y="6"/>
                      </a:cubicBezTo>
                      <a:lnTo>
                        <a:pt x="18" y="4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6" name="Google Shape;477;p50">
                  <a:extLst>
                    <a:ext uri="{FF2B5EF4-FFF2-40B4-BE49-F238E27FC236}">
                      <a16:creationId xmlns:a16="http://schemas.microsoft.com/office/drawing/2014/main" id="{01EEC896-FD40-40E0-8133-0890F5C1CAB3}"/>
                    </a:ext>
                  </a:extLst>
                </p:cNvPr>
                <p:cNvSpPr/>
                <p:nvPr/>
              </p:nvSpPr>
              <p:spPr>
                <a:xfrm>
                  <a:off x="6664325" y="4251325"/>
                  <a:ext cx="2095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" h="28" extrusionOk="0">
                      <a:moveTo>
                        <a:pt x="72" y="19"/>
                      </a:moveTo>
                      <a:cubicBezTo>
                        <a:pt x="70" y="17"/>
                        <a:pt x="70" y="17"/>
                        <a:pt x="70" y="17"/>
                      </a:cubicBezTo>
                      <a:cubicBezTo>
                        <a:pt x="60" y="18"/>
                        <a:pt x="60" y="18"/>
                        <a:pt x="60" y="18"/>
                      </a:cubicBezTo>
                      <a:cubicBezTo>
                        <a:pt x="60" y="11"/>
                        <a:pt x="60" y="11"/>
                        <a:pt x="60" y="11"/>
                      </a:cubicBezTo>
                      <a:cubicBezTo>
                        <a:pt x="48" y="10"/>
                        <a:pt x="48" y="10"/>
                        <a:pt x="48" y="10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3" y="6"/>
                        <a:pt x="43" y="6"/>
                        <a:pt x="43" y="6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2" y="3"/>
                        <a:pt x="22" y="3"/>
                        <a:pt x="22" y="3"/>
                      </a:cubicBezTo>
                      <a:cubicBezTo>
                        <a:pt x="19" y="4"/>
                        <a:pt x="19" y="4"/>
                        <a:pt x="19" y="4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7" y="4"/>
                        <a:pt x="4" y="7"/>
                        <a:pt x="0" y="11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6"/>
                        <a:pt x="13" y="16"/>
                        <a:pt x="13" y="16"/>
                      </a:cubicBezTo>
                      <a:cubicBezTo>
                        <a:pt x="21" y="20"/>
                        <a:pt x="21" y="20"/>
                        <a:pt x="21" y="20"/>
                      </a:cubicBezTo>
                      <a:cubicBezTo>
                        <a:pt x="34" y="20"/>
                        <a:pt x="34" y="20"/>
                        <a:pt x="34" y="20"/>
                      </a:cubicBezTo>
                      <a:cubicBezTo>
                        <a:pt x="44" y="23"/>
                        <a:pt x="44" y="23"/>
                        <a:pt x="44" y="23"/>
                      </a:cubicBezTo>
                      <a:cubicBezTo>
                        <a:pt x="60" y="26"/>
                        <a:pt x="60" y="26"/>
                        <a:pt x="60" y="26"/>
                      </a:cubicBezTo>
                      <a:cubicBezTo>
                        <a:pt x="70" y="26"/>
                        <a:pt x="70" y="26"/>
                        <a:pt x="70" y="26"/>
                      </a:cubicBezTo>
                      <a:cubicBezTo>
                        <a:pt x="77" y="28"/>
                        <a:pt x="77" y="28"/>
                        <a:pt x="77" y="28"/>
                      </a:cubicBezTo>
                      <a:cubicBezTo>
                        <a:pt x="78" y="26"/>
                        <a:pt x="78" y="26"/>
                        <a:pt x="78" y="26"/>
                      </a:cubicBezTo>
                      <a:cubicBezTo>
                        <a:pt x="76" y="24"/>
                        <a:pt x="76" y="24"/>
                        <a:pt x="76" y="2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lnTo>
                        <a:pt x="72" y="19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7" name="Google Shape;478;p50">
                  <a:extLst>
                    <a:ext uri="{FF2B5EF4-FFF2-40B4-BE49-F238E27FC236}">
                      <a16:creationId xmlns:a16="http://schemas.microsoft.com/office/drawing/2014/main" id="{16248B21-C8DD-42E0-B69F-31BD724C4D0B}"/>
                    </a:ext>
                  </a:extLst>
                </p:cNvPr>
                <p:cNvSpPr/>
                <p:nvPr/>
              </p:nvSpPr>
              <p:spPr>
                <a:xfrm>
                  <a:off x="6878637" y="4313238"/>
                  <a:ext cx="23812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9" extrusionOk="0">
                      <a:moveTo>
                        <a:pt x="10" y="0"/>
                      </a:moveTo>
                      <a:lnTo>
                        <a:pt x="0" y="0"/>
                      </a:lnTo>
                      <a:lnTo>
                        <a:pt x="4" y="5"/>
                      </a:lnTo>
                      <a:lnTo>
                        <a:pt x="10" y="9"/>
                      </a:lnTo>
                      <a:lnTo>
                        <a:pt x="15" y="4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8" name="Google Shape;479;p50">
                  <a:extLst>
                    <a:ext uri="{FF2B5EF4-FFF2-40B4-BE49-F238E27FC236}">
                      <a16:creationId xmlns:a16="http://schemas.microsoft.com/office/drawing/2014/main" id="{E3E29C06-C8B1-4DE6-94A6-29225E955EA4}"/>
                    </a:ext>
                  </a:extLst>
                </p:cNvPr>
                <p:cNvSpPr/>
                <p:nvPr/>
              </p:nvSpPr>
              <p:spPr>
                <a:xfrm>
                  <a:off x="6916737" y="4316413"/>
                  <a:ext cx="20637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2" extrusionOk="0">
                      <a:moveTo>
                        <a:pt x="3" y="2"/>
                      </a:moveTo>
                      <a:lnTo>
                        <a:pt x="0" y="8"/>
                      </a:lnTo>
                      <a:lnTo>
                        <a:pt x="3" y="12"/>
                      </a:lnTo>
                      <a:lnTo>
                        <a:pt x="12" y="7"/>
                      </a:lnTo>
                      <a:lnTo>
                        <a:pt x="13" y="3"/>
                      </a:lnTo>
                      <a:lnTo>
                        <a:pt x="7" y="0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9" name="Google Shape;480;p50">
                  <a:extLst>
                    <a:ext uri="{FF2B5EF4-FFF2-40B4-BE49-F238E27FC236}">
                      <a16:creationId xmlns:a16="http://schemas.microsoft.com/office/drawing/2014/main" id="{96386335-E6FE-4696-A129-60AD72EC38CD}"/>
                    </a:ext>
                  </a:extLst>
                </p:cNvPr>
                <p:cNvSpPr/>
                <p:nvPr/>
              </p:nvSpPr>
              <p:spPr>
                <a:xfrm>
                  <a:off x="6981825" y="4351338"/>
                  <a:ext cx="52387" cy="2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9" extrusionOk="0">
                      <a:moveTo>
                        <a:pt x="8" y="1"/>
                      </a:moveTo>
                      <a:cubicBezTo>
                        <a:pt x="6" y="0"/>
                        <a:pt x="3" y="0"/>
                        <a:pt x="0" y="1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4" y="6"/>
                        <a:pt x="8" y="7"/>
                        <a:pt x="12" y="8"/>
                      </a:cubicBezTo>
                      <a:cubicBezTo>
                        <a:pt x="14" y="9"/>
                        <a:pt x="15" y="9"/>
                        <a:pt x="17" y="9"/>
                      </a:cubicBezTo>
                      <a:cubicBezTo>
                        <a:pt x="20" y="9"/>
                        <a:pt x="20" y="9"/>
                        <a:pt x="20" y="9"/>
                      </a:cubicBezTo>
                      <a:cubicBezTo>
                        <a:pt x="20" y="6"/>
                        <a:pt x="20" y="6"/>
                        <a:pt x="20" y="6"/>
                      </a:cubicBezTo>
                      <a:cubicBezTo>
                        <a:pt x="17" y="3"/>
                        <a:pt x="13" y="2"/>
                        <a:pt x="8" y="1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0" name="Google Shape;481;p50">
                  <a:extLst>
                    <a:ext uri="{FF2B5EF4-FFF2-40B4-BE49-F238E27FC236}">
                      <a16:creationId xmlns:a16="http://schemas.microsoft.com/office/drawing/2014/main" id="{8B06CEE2-9B8A-411E-AA2D-6B3E8EC237CC}"/>
                    </a:ext>
                  </a:extLst>
                </p:cNvPr>
                <p:cNvSpPr/>
                <p:nvPr/>
              </p:nvSpPr>
              <p:spPr>
                <a:xfrm>
                  <a:off x="7002462" y="4319588"/>
                  <a:ext cx="6667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18" y="3"/>
                      </a:move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25" y="2"/>
                        <a:pt x="25" y="2"/>
                        <a:pt x="25" y="2"/>
                      </a:cubicBezTo>
                      <a:cubicBezTo>
                        <a:pt x="25" y="1"/>
                        <a:pt x="25" y="0"/>
                        <a:pt x="24" y="0"/>
                      </a:cubicBezTo>
                      <a:lnTo>
                        <a:pt x="18" y="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1" name="Google Shape;482;p50">
                  <a:extLst>
                    <a:ext uri="{FF2B5EF4-FFF2-40B4-BE49-F238E27FC236}">
                      <a16:creationId xmlns:a16="http://schemas.microsoft.com/office/drawing/2014/main" id="{44FF1C57-46B9-44CB-A2AE-00BE4083F3E8}"/>
                    </a:ext>
                  </a:extLst>
                </p:cNvPr>
                <p:cNvSpPr/>
                <p:nvPr/>
              </p:nvSpPr>
              <p:spPr>
                <a:xfrm>
                  <a:off x="7426325" y="4289425"/>
                  <a:ext cx="42862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14" extrusionOk="0">
                      <a:moveTo>
                        <a:pt x="14" y="3"/>
                      </a:moveTo>
                      <a:cubicBezTo>
                        <a:pt x="14" y="2"/>
                        <a:pt x="14" y="1"/>
                        <a:pt x="13" y="0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7" y="5"/>
                        <a:pt x="4" y="9"/>
                        <a:pt x="0" y="12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7" y="13"/>
                        <a:pt x="11" y="13"/>
                        <a:pt x="16" y="12"/>
                      </a:cubicBezTo>
                      <a:cubicBezTo>
                        <a:pt x="15" y="9"/>
                        <a:pt x="15" y="6"/>
                        <a:pt x="14" y="3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2" name="Google Shape;483;p50">
                  <a:extLst>
                    <a:ext uri="{FF2B5EF4-FFF2-40B4-BE49-F238E27FC236}">
                      <a16:creationId xmlns:a16="http://schemas.microsoft.com/office/drawing/2014/main" id="{F40FD913-EB32-4FC0-9391-7D1FD73BF8FB}"/>
                    </a:ext>
                  </a:extLst>
                </p:cNvPr>
                <p:cNvSpPr/>
                <p:nvPr/>
              </p:nvSpPr>
              <p:spPr>
                <a:xfrm>
                  <a:off x="6986587" y="4040188"/>
                  <a:ext cx="155575" cy="20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" h="76" extrusionOk="0">
                      <a:moveTo>
                        <a:pt x="36" y="61"/>
                      </a:moveTo>
                      <a:cubicBezTo>
                        <a:pt x="38" y="59"/>
                        <a:pt x="38" y="59"/>
                        <a:pt x="38" y="59"/>
                      </a:cubicBezTo>
                      <a:cubicBezTo>
                        <a:pt x="32" y="54"/>
                        <a:pt x="32" y="54"/>
                        <a:pt x="32" y="54"/>
                      </a:cubicBezTo>
                      <a:cubicBezTo>
                        <a:pt x="34" y="49"/>
                        <a:pt x="34" y="49"/>
                        <a:pt x="34" y="49"/>
                      </a:cubicBezTo>
                      <a:cubicBezTo>
                        <a:pt x="26" y="38"/>
                        <a:pt x="26" y="38"/>
                        <a:pt x="26" y="38"/>
                      </a:cubicBezTo>
                      <a:cubicBezTo>
                        <a:pt x="29" y="35"/>
                        <a:pt x="29" y="35"/>
                        <a:pt x="29" y="35"/>
                      </a:cubicBezTo>
                      <a:cubicBezTo>
                        <a:pt x="35" y="35"/>
                        <a:pt x="35" y="35"/>
                        <a:pt x="35" y="35"/>
                      </a:cubicBezTo>
                      <a:cubicBezTo>
                        <a:pt x="40" y="29"/>
                        <a:pt x="40" y="29"/>
                        <a:pt x="40" y="29"/>
                      </a:cubicBezTo>
                      <a:cubicBezTo>
                        <a:pt x="45" y="31"/>
                        <a:pt x="45" y="31"/>
                        <a:pt x="45" y="31"/>
                      </a:cubicBezTo>
                      <a:cubicBezTo>
                        <a:pt x="47" y="27"/>
                        <a:pt x="47" y="27"/>
                        <a:pt x="47" y="27"/>
                      </a:cubicBezTo>
                      <a:cubicBezTo>
                        <a:pt x="45" y="24"/>
                        <a:pt x="45" y="24"/>
                        <a:pt x="45" y="24"/>
                      </a:cubicBezTo>
                      <a:cubicBezTo>
                        <a:pt x="42" y="24"/>
                        <a:pt x="42" y="24"/>
                        <a:pt x="42" y="24"/>
                      </a:cubicBezTo>
                      <a:cubicBezTo>
                        <a:pt x="34" y="28"/>
                        <a:pt x="34" y="28"/>
                        <a:pt x="34" y="28"/>
                      </a:cubicBezTo>
                      <a:cubicBezTo>
                        <a:pt x="30" y="25"/>
                        <a:pt x="30" y="25"/>
                        <a:pt x="30" y="25"/>
                      </a:cubicBezTo>
                      <a:cubicBezTo>
                        <a:pt x="28" y="26"/>
                        <a:pt x="28" y="26"/>
                        <a:pt x="28" y="26"/>
                      </a:cubicBezTo>
                      <a:cubicBezTo>
                        <a:pt x="24" y="32"/>
                        <a:pt x="24" y="32"/>
                        <a:pt x="24" y="32"/>
                      </a:cubicBezTo>
                      <a:cubicBezTo>
                        <a:pt x="22" y="32"/>
                        <a:pt x="22" y="32"/>
                        <a:pt x="22" y="32"/>
                      </a:cubicBezTo>
                      <a:cubicBezTo>
                        <a:pt x="19" y="28"/>
                        <a:pt x="19" y="28"/>
                        <a:pt x="19" y="28"/>
                      </a:cubicBezTo>
                      <a:cubicBezTo>
                        <a:pt x="15" y="26"/>
                        <a:pt x="15" y="26"/>
                        <a:pt x="15" y="26"/>
                      </a:cubicBezTo>
                      <a:cubicBezTo>
                        <a:pt x="12" y="20"/>
                        <a:pt x="14" y="15"/>
                        <a:pt x="19" y="12"/>
                      </a:cubicBezTo>
                      <a:cubicBezTo>
                        <a:pt x="25" y="11"/>
                        <a:pt x="25" y="11"/>
                        <a:pt x="25" y="11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41" y="11"/>
                        <a:pt x="41" y="11"/>
                        <a:pt x="41" y="11"/>
                      </a:cubicBezTo>
                      <a:cubicBezTo>
                        <a:pt x="47" y="13"/>
                        <a:pt x="47" y="13"/>
                        <a:pt x="47" y="13"/>
                      </a:cubicBezTo>
                      <a:cubicBezTo>
                        <a:pt x="57" y="5"/>
                        <a:pt x="57" y="5"/>
                        <a:pt x="57" y="5"/>
                      </a:cubicBezTo>
                      <a:cubicBezTo>
                        <a:pt x="58" y="1"/>
                        <a:pt x="58" y="1"/>
                        <a:pt x="58" y="1"/>
                      </a:cubicBez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27" y="6"/>
                        <a:pt x="27" y="6"/>
                        <a:pt x="27" y="6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17" y="5"/>
                        <a:pt x="17" y="5"/>
                        <a:pt x="17" y="5"/>
                      </a:cubicBezTo>
                      <a:cubicBezTo>
                        <a:pt x="17" y="8"/>
                        <a:pt x="17" y="8"/>
                        <a:pt x="17" y="8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8" y="21"/>
                        <a:pt x="8" y="21"/>
                        <a:pt x="8" y="21"/>
                      </a:cubicBezTo>
                      <a:cubicBezTo>
                        <a:pt x="9" y="24"/>
                        <a:pt x="9" y="24"/>
                        <a:pt x="9" y="24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3" y="36"/>
                        <a:pt x="3" y="36"/>
                        <a:pt x="3" y="36"/>
                      </a:cubicBezTo>
                      <a:cubicBezTo>
                        <a:pt x="5" y="46"/>
                        <a:pt x="5" y="46"/>
                        <a:pt x="5" y="46"/>
                      </a:cubicBezTo>
                      <a:cubicBezTo>
                        <a:pt x="0" y="50"/>
                        <a:pt x="0" y="50"/>
                        <a:pt x="0" y="50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5" y="56"/>
                        <a:pt x="5" y="56"/>
                        <a:pt x="5" y="56"/>
                      </a:cubicBezTo>
                      <a:cubicBezTo>
                        <a:pt x="6" y="61"/>
                        <a:pt x="6" y="61"/>
                        <a:pt x="6" y="61"/>
                      </a:cubicBezTo>
                      <a:cubicBezTo>
                        <a:pt x="3" y="72"/>
                        <a:pt x="3" y="72"/>
                        <a:pt x="3" y="72"/>
                      </a:cubicBezTo>
                      <a:cubicBezTo>
                        <a:pt x="4" y="75"/>
                        <a:pt x="4" y="75"/>
                        <a:pt x="4" y="75"/>
                      </a:cubicBezTo>
                      <a:cubicBezTo>
                        <a:pt x="10" y="76"/>
                        <a:pt x="10" y="76"/>
                        <a:pt x="10" y="76"/>
                      </a:cubicBezTo>
                      <a:cubicBezTo>
                        <a:pt x="13" y="72"/>
                        <a:pt x="13" y="72"/>
                        <a:pt x="13" y="72"/>
                      </a:cubicBezTo>
                      <a:cubicBezTo>
                        <a:pt x="12" y="67"/>
                        <a:pt x="12" y="67"/>
                        <a:pt x="12" y="67"/>
                      </a:cubicBezTo>
                      <a:cubicBezTo>
                        <a:pt x="15" y="62"/>
                        <a:pt x="15" y="62"/>
                        <a:pt x="15" y="62"/>
                      </a:cubicBezTo>
                      <a:cubicBezTo>
                        <a:pt x="15" y="58"/>
                        <a:pt x="15" y="58"/>
                        <a:pt x="15" y="58"/>
                      </a:cubicBezTo>
                      <a:cubicBezTo>
                        <a:pt x="13" y="50"/>
                        <a:pt x="13" y="50"/>
                        <a:pt x="13" y="50"/>
                      </a:cubicBezTo>
                      <a:cubicBezTo>
                        <a:pt x="19" y="46"/>
                        <a:pt x="19" y="46"/>
                        <a:pt x="19" y="46"/>
                      </a:cubicBezTo>
                      <a:cubicBezTo>
                        <a:pt x="22" y="50"/>
                        <a:pt x="22" y="50"/>
                        <a:pt x="22" y="50"/>
                      </a:cubicBezTo>
                      <a:cubicBezTo>
                        <a:pt x="21" y="52"/>
                        <a:pt x="21" y="52"/>
                        <a:pt x="21" y="52"/>
                      </a:cubicBezTo>
                      <a:cubicBezTo>
                        <a:pt x="19" y="57"/>
                        <a:pt x="19" y="57"/>
                        <a:pt x="19" y="57"/>
                      </a:cubicBezTo>
                      <a:cubicBezTo>
                        <a:pt x="25" y="61"/>
                        <a:pt x="25" y="61"/>
                        <a:pt x="25" y="61"/>
                      </a:cubicBezTo>
                      <a:cubicBezTo>
                        <a:pt x="24" y="64"/>
                        <a:pt x="24" y="64"/>
                        <a:pt x="24" y="64"/>
                      </a:cubicBezTo>
                      <a:cubicBezTo>
                        <a:pt x="24" y="66"/>
                        <a:pt x="24" y="66"/>
                        <a:pt x="24" y="66"/>
                      </a:cubicBezTo>
                      <a:cubicBezTo>
                        <a:pt x="29" y="66"/>
                        <a:pt x="29" y="66"/>
                        <a:pt x="29" y="66"/>
                      </a:cubicBezTo>
                      <a:cubicBezTo>
                        <a:pt x="31" y="62"/>
                        <a:pt x="31" y="62"/>
                        <a:pt x="31" y="62"/>
                      </a:cubicBezTo>
                      <a:lnTo>
                        <a:pt x="36" y="61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3" name="Google Shape;484;p50">
                  <a:extLst>
                    <a:ext uri="{FF2B5EF4-FFF2-40B4-BE49-F238E27FC236}">
                      <a16:creationId xmlns:a16="http://schemas.microsoft.com/office/drawing/2014/main" id="{B57AF25C-3FAB-4538-B886-E7AE488F503F}"/>
                    </a:ext>
                  </a:extLst>
                </p:cNvPr>
                <p:cNvSpPr/>
                <p:nvPr/>
              </p:nvSpPr>
              <p:spPr>
                <a:xfrm>
                  <a:off x="7185025" y="4040188"/>
                  <a:ext cx="42862" cy="7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28" extrusionOk="0">
                      <a:moveTo>
                        <a:pt x="11" y="26"/>
                      </a:moveTo>
                      <a:cubicBezTo>
                        <a:pt x="7" y="18"/>
                        <a:pt x="7" y="18"/>
                        <a:pt x="7" y="18"/>
                      </a:cubicBezTo>
                      <a:cubicBezTo>
                        <a:pt x="8" y="17"/>
                        <a:pt x="8" y="17"/>
                        <a:pt x="8" y="17"/>
                      </a:cubicBezTo>
                      <a:cubicBezTo>
                        <a:pt x="15" y="17"/>
                        <a:pt x="15" y="17"/>
                        <a:pt x="15" y="17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5" y="3"/>
                        <a:pt x="3" y="7"/>
                        <a:pt x="0" y="10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8"/>
                        <a:pt x="4" y="21"/>
                        <a:pt x="4" y="23"/>
                      </a:cubicBezTo>
                      <a:cubicBezTo>
                        <a:pt x="8" y="28"/>
                        <a:pt x="8" y="28"/>
                        <a:pt x="8" y="28"/>
                      </a:cubicBezTo>
                      <a:lnTo>
                        <a:pt x="11" y="26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4" name="Google Shape;485;p50">
                  <a:extLst>
                    <a:ext uri="{FF2B5EF4-FFF2-40B4-BE49-F238E27FC236}">
                      <a16:creationId xmlns:a16="http://schemas.microsoft.com/office/drawing/2014/main" id="{6234A658-0652-4340-AFB1-333100C45FD5}"/>
                    </a:ext>
                  </a:extLst>
                </p:cNvPr>
                <p:cNvSpPr/>
                <p:nvPr/>
              </p:nvSpPr>
              <p:spPr>
                <a:xfrm>
                  <a:off x="7219950" y="4017963"/>
                  <a:ext cx="19050" cy="2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5" extrusionOk="0">
                      <a:moveTo>
                        <a:pt x="12" y="5"/>
                      </a:moveTo>
                      <a:lnTo>
                        <a:pt x="9" y="0"/>
                      </a:lnTo>
                      <a:lnTo>
                        <a:pt x="0" y="7"/>
                      </a:lnTo>
                      <a:lnTo>
                        <a:pt x="0" y="15"/>
                      </a:lnTo>
                      <a:lnTo>
                        <a:pt x="7" y="14"/>
                      </a:lnTo>
                      <a:lnTo>
                        <a:pt x="12" y="5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5" name="Google Shape;486;p50">
                  <a:extLst>
                    <a:ext uri="{FF2B5EF4-FFF2-40B4-BE49-F238E27FC236}">
                      <a16:creationId xmlns:a16="http://schemas.microsoft.com/office/drawing/2014/main" id="{63574499-6C28-457E-A53F-33F88F563CBA}"/>
                    </a:ext>
                  </a:extLst>
                </p:cNvPr>
                <p:cNvSpPr/>
                <p:nvPr/>
              </p:nvSpPr>
              <p:spPr>
                <a:xfrm>
                  <a:off x="7123112" y="4133850"/>
                  <a:ext cx="31750" cy="1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7" extrusionOk="0">
                      <a:moveTo>
                        <a:pt x="0" y="0"/>
                      </a:moveTo>
                      <a:lnTo>
                        <a:pt x="0" y="5"/>
                      </a:lnTo>
                      <a:lnTo>
                        <a:pt x="10" y="7"/>
                      </a:lnTo>
                      <a:lnTo>
                        <a:pt x="17" y="5"/>
                      </a:lnTo>
                      <a:lnTo>
                        <a:pt x="20" y="2"/>
                      </a:lnTo>
                      <a:lnTo>
                        <a:pt x="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6" name="Google Shape;487;p50">
                  <a:extLst>
                    <a:ext uri="{FF2B5EF4-FFF2-40B4-BE49-F238E27FC236}">
                      <a16:creationId xmlns:a16="http://schemas.microsoft.com/office/drawing/2014/main" id="{80C7C733-3CAC-430E-876E-1B4345042F84}"/>
                    </a:ext>
                  </a:extLst>
                </p:cNvPr>
                <p:cNvSpPr/>
                <p:nvPr/>
              </p:nvSpPr>
              <p:spPr>
                <a:xfrm>
                  <a:off x="7075487" y="4203700"/>
                  <a:ext cx="28575" cy="3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5" extrusionOk="0">
                      <a:moveTo>
                        <a:pt x="9" y="0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2" y="15"/>
                        <a:pt x="3" y="15"/>
                        <a:pt x="5" y="15"/>
                      </a:cubicBezTo>
                      <a:cubicBezTo>
                        <a:pt x="6" y="14"/>
                        <a:pt x="8" y="14"/>
                        <a:pt x="9" y="13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11" y="5"/>
                        <a:pt x="11" y="5"/>
                        <a:pt x="11" y="5"/>
                      </a:cubicBez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7" name="Google Shape;488;p50">
                  <a:extLst>
                    <a:ext uri="{FF2B5EF4-FFF2-40B4-BE49-F238E27FC236}">
                      <a16:creationId xmlns:a16="http://schemas.microsoft.com/office/drawing/2014/main" id="{0E8A6310-7835-4E88-B0BA-2FE952A917CD}"/>
                    </a:ext>
                  </a:extLst>
                </p:cNvPr>
                <p:cNvSpPr/>
                <p:nvPr/>
              </p:nvSpPr>
              <p:spPr>
                <a:xfrm>
                  <a:off x="7164387" y="4168775"/>
                  <a:ext cx="2857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2" extrusionOk="0">
                      <a:moveTo>
                        <a:pt x="1" y="2"/>
                      </a:moveTo>
                      <a:lnTo>
                        <a:pt x="0" y="7"/>
                      </a:lnTo>
                      <a:lnTo>
                        <a:pt x="11" y="12"/>
                      </a:lnTo>
                      <a:lnTo>
                        <a:pt x="18" y="5"/>
                      </a:lnTo>
                      <a:lnTo>
                        <a:pt x="15" y="0"/>
                      </a:lnTo>
                      <a:lnTo>
                        <a:pt x="1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8" name="Google Shape;489;p50">
                  <a:extLst>
                    <a:ext uri="{FF2B5EF4-FFF2-40B4-BE49-F238E27FC236}">
                      <a16:creationId xmlns:a16="http://schemas.microsoft.com/office/drawing/2014/main" id="{D02501FB-7D14-4B3C-8761-22DC51DADB21}"/>
                    </a:ext>
                  </a:extLst>
                </p:cNvPr>
                <p:cNvSpPr/>
                <p:nvPr/>
              </p:nvSpPr>
              <p:spPr>
                <a:xfrm>
                  <a:off x="7251700" y="4087813"/>
                  <a:ext cx="33337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2" extrusionOk="0">
                      <a:moveTo>
                        <a:pt x="12" y="12"/>
                      </a:moveTo>
                      <a:lnTo>
                        <a:pt x="19" y="7"/>
                      </a:lnTo>
                      <a:lnTo>
                        <a:pt x="21" y="5"/>
                      </a:lnTo>
                      <a:lnTo>
                        <a:pt x="5" y="0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5" y="7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39" name="Google Shape;490;p50">
                  <a:extLst>
                    <a:ext uri="{FF2B5EF4-FFF2-40B4-BE49-F238E27FC236}">
                      <a16:creationId xmlns:a16="http://schemas.microsoft.com/office/drawing/2014/main" id="{BBB4B7FA-F67A-4C24-A494-25E77E61ADA8}"/>
                    </a:ext>
                  </a:extLst>
                </p:cNvPr>
                <p:cNvSpPr/>
                <p:nvPr/>
              </p:nvSpPr>
              <p:spPr>
                <a:xfrm>
                  <a:off x="7208837" y="4164013"/>
                  <a:ext cx="68262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8" extrusionOk="0">
                      <a:moveTo>
                        <a:pt x="0" y="3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5" y="4"/>
                        <a:pt x="25" y="4"/>
                        <a:pt x="25" y="4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4" y="1"/>
                        <a:pt x="7" y="2"/>
                        <a:pt x="0" y="3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0" name="Google Shape;491;p50">
                  <a:extLst>
                    <a:ext uri="{FF2B5EF4-FFF2-40B4-BE49-F238E27FC236}">
                      <a16:creationId xmlns:a16="http://schemas.microsoft.com/office/drawing/2014/main" id="{39C627FC-7101-4834-ADBE-4FDC8B37787F}"/>
                    </a:ext>
                  </a:extLst>
                </p:cNvPr>
                <p:cNvSpPr/>
                <p:nvPr/>
              </p:nvSpPr>
              <p:spPr>
                <a:xfrm>
                  <a:off x="7270750" y="4289425"/>
                  <a:ext cx="23812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17" extrusionOk="0">
                      <a:moveTo>
                        <a:pt x="9" y="0"/>
                      </a:moveTo>
                      <a:lnTo>
                        <a:pt x="0" y="8"/>
                      </a:lnTo>
                      <a:lnTo>
                        <a:pt x="0" y="17"/>
                      </a:lnTo>
                      <a:lnTo>
                        <a:pt x="9" y="14"/>
                      </a:lnTo>
                      <a:lnTo>
                        <a:pt x="15" y="7"/>
                      </a:lnTo>
                      <a:lnTo>
                        <a:pt x="14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1" name="Google Shape;492;p50">
                  <a:extLst>
                    <a:ext uri="{FF2B5EF4-FFF2-40B4-BE49-F238E27FC236}">
                      <a16:creationId xmlns:a16="http://schemas.microsoft.com/office/drawing/2014/main" id="{9BACED77-01CE-471E-ACBA-2E9E9994C898}"/>
                    </a:ext>
                  </a:extLst>
                </p:cNvPr>
                <p:cNvSpPr/>
                <p:nvPr/>
              </p:nvSpPr>
              <p:spPr>
                <a:xfrm>
                  <a:off x="7329487" y="4238625"/>
                  <a:ext cx="25400" cy="23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15" extrusionOk="0">
                      <a:moveTo>
                        <a:pt x="11" y="0"/>
                      </a:moveTo>
                      <a:lnTo>
                        <a:pt x="0" y="8"/>
                      </a:lnTo>
                      <a:lnTo>
                        <a:pt x="0" y="13"/>
                      </a:lnTo>
                      <a:lnTo>
                        <a:pt x="5" y="15"/>
                      </a:lnTo>
                      <a:lnTo>
                        <a:pt x="16" y="5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2" name="Google Shape;493;p50">
                  <a:extLst>
                    <a:ext uri="{FF2B5EF4-FFF2-40B4-BE49-F238E27FC236}">
                      <a16:creationId xmlns:a16="http://schemas.microsoft.com/office/drawing/2014/main" id="{891A8C9B-54E3-4644-A492-A3F74F7DF6C5}"/>
                    </a:ext>
                  </a:extLst>
                </p:cNvPr>
                <p:cNvSpPr/>
                <p:nvPr/>
              </p:nvSpPr>
              <p:spPr>
                <a:xfrm>
                  <a:off x="7286625" y="4106863"/>
                  <a:ext cx="223837" cy="23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86" extrusionOk="0">
                      <a:moveTo>
                        <a:pt x="78" y="13"/>
                      </a:moveTo>
                      <a:cubicBezTo>
                        <a:pt x="74" y="10"/>
                        <a:pt x="72" y="9"/>
                        <a:pt x="72" y="9"/>
                      </a:cubicBezTo>
                      <a:cubicBezTo>
                        <a:pt x="57" y="10"/>
                        <a:pt x="57" y="10"/>
                        <a:pt x="57" y="10"/>
                      </a:cubicBezTo>
                      <a:cubicBezTo>
                        <a:pt x="55" y="14"/>
                        <a:pt x="55" y="14"/>
                        <a:pt x="55" y="14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9" y="22"/>
                        <a:pt x="47" y="25"/>
                        <a:pt x="41" y="28"/>
                      </a:cubicBezTo>
                      <a:cubicBezTo>
                        <a:pt x="36" y="28"/>
                        <a:pt x="36" y="28"/>
                        <a:pt x="36" y="28"/>
                      </a:cubicBezTo>
                      <a:cubicBezTo>
                        <a:pt x="28" y="19"/>
                        <a:pt x="28" y="19"/>
                        <a:pt x="28" y="19"/>
                      </a:cubicBezTo>
                      <a:cubicBezTo>
                        <a:pt x="26" y="19"/>
                        <a:pt x="26" y="19"/>
                        <a:pt x="26" y="19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7" y="8"/>
                        <a:pt x="27" y="8"/>
                        <a:pt x="27" y="8"/>
                      </a:cubicBezTo>
                      <a:cubicBezTo>
                        <a:pt x="26" y="4"/>
                        <a:pt x="26" y="4"/>
                        <a:pt x="26" y="4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19" y="16"/>
                        <a:pt x="19" y="16"/>
                        <a:pt x="19" y="16"/>
                      </a:cubicBezTo>
                      <a:cubicBezTo>
                        <a:pt x="21" y="18"/>
                        <a:pt x="21" y="18"/>
                        <a:pt x="21" y="18"/>
                      </a:cubicBezTo>
                      <a:cubicBezTo>
                        <a:pt x="19" y="20"/>
                        <a:pt x="19" y="20"/>
                        <a:pt x="19" y="20"/>
                      </a:cubicBezTo>
                      <a:cubicBezTo>
                        <a:pt x="16" y="22"/>
                        <a:pt x="16" y="22"/>
                        <a:pt x="16" y="22"/>
                      </a:cubicBezTo>
                      <a:cubicBezTo>
                        <a:pt x="12" y="20"/>
                        <a:pt x="12" y="20"/>
                        <a:pt x="12" y="20"/>
                      </a:cubicBez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4" y="25"/>
                        <a:pt x="4" y="25"/>
                        <a:pt x="4" y="25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15" y="32"/>
                        <a:pt x="15" y="32"/>
                        <a:pt x="15" y="32"/>
                      </a:cubicBezTo>
                      <a:cubicBezTo>
                        <a:pt x="15" y="35"/>
                        <a:pt x="15" y="35"/>
                        <a:pt x="15" y="35"/>
                      </a:cubicBezTo>
                      <a:cubicBezTo>
                        <a:pt x="19" y="37"/>
                        <a:pt x="19" y="37"/>
                        <a:pt x="19" y="37"/>
                      </a:cubicBezTo>
                      <a:cubicBezTo>
                        <a:pt x="25" y="25"/>
                        <a:pt x="25" y="25"/>
                        <a:pt x="25" y="25"/>
                      </a:cubicBezTo>
                      <a:cubicBezTo>
                        <a:pt x="26" y="25"/>
                        <a:pt x="26" y="25"/>
                        <a:pt x="26" y="25"/>
                      </a:cubicBezTo>
                      <a:cubicBezTo>
                        <a:pt x="25" y="32"/>
                        <a:pt x="25" y="32"/>
                        <a:pt x="25" y="32"/>
                      </a:cubicBezTo>
                      <a:cubicBezTo>
                        <a:pt x="33" y="39"/>
                        <a:pt x="33" y="39"/>
                        <a:pt x="33" y="39"/>
                      </a:cubicBezTo>
                      <a:cubicBezTo>
                        <a:pt x="42" y="37"/>
                        <a:pt x="50" y="39"/>
                        <a:pt x="58" y="45"/>
                      </a:cubicBezTo>
                      <a:cubicBezTo>
                        <a:pt x="68" y="70"/>
                        <a:pt x="68" y="70"/>
                        <a:pt x="68" y="70"/>
                      </a:cubicBezTo>
                      <a:cubicBezTo>
                        <a:pt x="69" y="80"/>
                        <a:pt x="69" y="80"/>
                        <a:pt x="69" y="80"/>
                      </a:cubicBezTo>
                      <a:cubicBezTo>
                        <a:pt x="77" y="80"/>
                        <a:pt x="77" y="80"/>
                        <a:pt x="77" y="80"/>
                      </a:cubicBezTo>
                      <a:cubicBezTo>
                        <a:pt x="83" y="86"/>
                        <a:pt x="83" y="86"/>
                        <a:pt x="83" y="86"/>
                      </a:cubicBezTo>
                      <a:cubicBezTo>
                        <a:pt x="83" y="18"/>
                        <a:pt x="83" y="18"/>
                        <a:pt x="83" y="18"/>
                      </a:cubicBezTo>
                      <a:lnTo>
                        <a:pt x="78" y="1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3" name="Google Shape;494;p50">
                  <a:extLst>
                    <a:ext uri="{FF2B5EF4-FFF2-40B4-BE49-F238E27FC236}">
                      <a16:creationId xmlns:a16="http://schemas.microsoft.com/office/drawing/2014/main" id="{2C26F948-1E29-4F26-AF58-FE0E9EBAD92F}"/>
                    </a:ext>
                  </a:extLst>
                </p:cNvPr>
                <p:cNvSpPr/>
                <p:nvPr/>
              </p:nvSpPr>
              <p:spPr>
                <a:xfrm>
                  <a:off x="6659562" y="4130675"/>
                  <a:ext cx="39687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24" extrusionOk="0">
                      <a:moveTo>
                        <a:pt x="11" y="2"/>
                      </a:move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11" y="12"/>
                      </a:lnTo>
                      <a:lnTo>
                        <a:pt x="18" y="24"/>
                      </a:lnTo>
                      <a:lnTo>
                        <a:pt x="25" y="15"/>
                      </a:lnTo>
                      <a:lnTo>
                        <a:pt x="11" y="9"/>
                      </a:lnTo>
                      <a:lnTo>
                        <a:pt x="11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4" name="Google Shape;495;p50">
                  <a:extLst>
                    <a:ext uri="{FF2B5EF4-FFF2-40B4-BE49-F238E27FC236}">
                      <a16:creationId xmlns:a16="http://schemas.microsoft.com/office/drawing/2014/main" id="{CE285315-2479-4E16-AB48-12DB1950702F}"/>
                    </a:ext>
                  </a:extLst>
                </p:cNvPr>
                <p:cNvSpPr/>
                <p:nvPr/>
              </p:nvSpPr>
              <p:spPr>
                <a:xfrm>
                  <a:off x="6707187" y="4157663"/>
                  <a:ext cx="1587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7" extrusionOk="0">
                      <a:moveTo>
                        <a:pt x="2" y="0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4" y="0"/>
                        <a:pt x="2" y="0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5" name="Google Shape;496;p50">
                  <a:extLst>
                    <a:ext uri="{FF2B5EF4-FFF2-40B4-BE49-F238E27FC236}">
                      <a16:creationId xmlns:a16="http://schemas.microsoft.com/office/drawing/2014/main" id="{CEA8E3C1-A71B-42C0-9D47-5E2C54CF2E35}"/>
                    </a:ext>
                  </a:extLst>
                </p:cNvPr>
                <p:cNvSpPr/>
                <p:nvPr/>
              </p:nvSpPr>
              <p:spPr>
                <a:xfrm>
                  <a:off x="6738937" y="3962400"/>
                  <a:ext cx="252412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89" extrusionOk="0">
                      <a:moveTo>
                        <a:pt x="81" y="25"/>
                      </a:moveTo>
                      <a:cubicBezTo>
                        <a:pt x="81" y="22"/>
                        <a:pt x="81" y="22"/>
                        <a:pt x="81" y="22"/>
                      </a:cubicBezTo>
                      <a:cubicBezTo>
                        <a:pt x="86" y="21"/>
                        <a:pt x="86" y="21"/>
                        <a:pt x="86" y="21"/>
                      </a:cubicBezTo>
                      <a:cubicBezTo>
                        <a:pt x="78" y="11"/>
                        <a:pt x="78" y="11"/>
                        <a:pt x="78" y="11"/>
                      </a:cubicBezTo>
                      <a:cubicBezTo>
                        <a:pt x="83" y="9"/>
                        <a:pt x="83" y="9"/>
                        <a:pt x="83" y="9"/>
                      </a:cubicBezTo>
                      <a:cubicBezTo>
                        <a:pt x="82" y="7"/>
                        <a:pt x="82" y="7"/>
                        <a:pt x="82" y="7"/>
                      </a:cubicBezTo>
                      <a:cubicBezTo>
                        <a:pt x="76" y="4"/>
                        <a:pt x="76" y="4"/>
                        <a:pt x="76" y="4"/>
                      </a:cubicBezTo>
                      <a:cubicBezTo>
                        <a:pt x="79" y="1"/>
                        <a:pt x="79" y="1"/>
                        <a:pt x="79" y="1"/>
                      </a:cubicBezTo>
                      <a:cubicBezTo>
                        <a:pt x="81" y="1"/>
                        <a:pt x="81" y="1"/>
                        <a:pt x="81" y="1"/>
                      </a:cubicBezTo>
                      <a:cubicBezTo>
                        <a:pt x="79" y="1"/>
                        <a:pt x="79" y="1"/>
                        <a:pt x="79" y="1"/>
                      </a:cubicBezTo>
                      <a:cubicBezTo>
                        <a:pt x="70" y="0"/>
                        <a:pt x="70" y="0"/>
                        <a:pt x="70" y="0"/>
                      </a:cubicBezTo>
                      <a:cubicBezTo>
                        <a:pt x="49" y="28"/>
                        <a:pt x="49" y="28"/>
                        <a:pt x="49" y="28"/>
                      </a:cubicBezTo>
                      <a:cubicBezTo>
                        <a:pt x="22" y="35"/>
                        <a:pt x="22" y="35"/>
                        <a:pt x="22" y="35"/>
                      </a:cubicBezTo>
                      <a:cubicBezTo>
                        <a:pt x="10" y="32"/>
                        <a:pt x="10" y="32"/>
                        <a:pt x="10" y="32"/>
                      </a:cubicBezTo>
                      <a:cubicBezTo>
                        <a:pt x="9" y="28"/>
                        <a:pt x="9" y="28"/>
                        <a:pt x="9" y="28"/>
                      </a:cubicBezTo>
                      <a:cubicBezTo>
                        <a:pt x="9" y="25"/>
                        <a:pt x="9" y="25"/>
                        <a:pt x="9" y="25"/>
                      </a:cubicBezTo>
                      <a:cubicBezTo>
                        <a:pt x="6" y="24"/>
                        <a:pt x="6" y="24"/>
                        <a:pt x="6" y="24"/>
                      </a:cubicBezTo>
                      <a:cubicBezTo>
                        <a:pt x="2" y="30"/>
                        <a:pt x="2" y="30"/>
                        <a:pt x="2" y="30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3" y="44"/>
                        <a:pt x="3" y="44"/>
                        <a:pt x="3" y="44"/>
                      </a:cubicBezTo>
                      <a:cubicBezTo>
                        <a:pt x="3" y="53"/>
                        <a:pt x="3" y="53"/>
                        <a:pt x="3" y="53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3" y="56"/>
                        <a:pt x="13" y="56"/>
                        <a:pt x="13" y="56"/>
                      </a:cubicBezTo>
                      <a:cubicBezTo>
                        <a:pt x="14" y="68"/>
                        <a:pt x="14" y="68"/>
                        <a:pt x="14" y="68"/>
                      </a:cubicBezTo>
                      <a:cubicBezTo>
                        <a:pt x="17" y="73"/>
                        <a:pt x="17" y="73"/>
                        <a:pt x="17" y="73"/>
                      </a:cubicBezTo>
                      <a:cubicBezTo>
                        <a:pt x="17" y="77"/>
                        <a:pt x="17" y="77"/>
                        <a:pt x="17" y="77"/>
                      </a:cubicBezTo>
                      <a:cubicBezTo>
                        <a:pt x="32" y="80"/>
                        <a:pt x="32" y="80"/>
                        <a:pt x="32" y="80"/>
                      </a:cubicBezTo>
                      <a:cubicBezTo>
                        <a:pt x="32" y="84"/>
                        <a:pt x="32" y="84"/>
                        <a:pt x="32" y="84"/>
                      </a:cubicBezTo>
                      <a:cubicBezTo>
                        <a:pt x="45" y="83"/>
                        <a:pt x="45" y="83"/>
                        <a:pt x="45" y="83"/>
                      </a:cubicBezTo>
                      <a:cubicBezTo>
                        <a:pt x="52" y="85"/>
                        <a:pt x="52" y="85"/>
                        <a:pt x="52" y="85"/>
                      </a:cubicBezTo>
                      <a:cubicBezTo>
                        <a:pt x="55" y="89"/>
                        <a:pt x="55" y="89"/>
                        <a:pt x="55" y="89"/>
                      </a:cubicBezTo>
                      <a:cubicBezTo>
                        <a:pt x="61" y="86"/>
                        <a:pt x="61" y="86"/>
                        <a:pt x="61" y="86"/>
                      </a:cubicBezTo>
                      <a:cubicBezTo>
                        <a:pt x="66" y="82"/>
                        <a:pt x="69" y="78"/>
                        <a:pt x="70" y="73"/>
                      </a:cubicBezTo>
                      <a:cubicBezTo>
                        <a:pt x="68" y="69"/>
                        <a:pt x="68" y="69"/>
                        <a:pt x="68" y="69"/>
                      </a:cubicBezTo>
                      <a:cubicBezTo>
                        <a:pt x="79" y="56"/>
                        <a:pt x="79" y="56"/>
                        <a:pt x="79" y="56"/>
                      </a:cubicBezTo>
                      <a:cubicBezTo>
                        <a:pt x="79" y="55"/>
                        <a:pt x="79" y="55"/>
                        <a:pt x="79" y="55"/>
                      </a:cubicBezTo>
                      <a:cubicBezTo>
                        <a:pt x="76" y="50"/>
                        <a:pt x="76" y="50"/>
                        <a:pt x="76" y="50"/>
                      </a:cubicBezTo>
                      <a:cubicBezTo>
                        <a:pt x="80" y="44"/>
                        <a:pt x="80" y="44"/>
                        <a:pt x="80" y="44"/>
                      </a:cubicBezTo>
                      <a:cubicBezTo>
                        <a:pt x="81" y="37"/>
                        <a:pt x="81" y="37"/>
                        <a:pt x="81" y="37"/>
                      </a:cubicBezTo>
                      <a:cubicBezTo>
                        <a:pt x="93" y="36"/>
                        <a:pt x="93" y="36"/>
                        <a:pt x="93" y="36"/>
                      </a:cubicBezTo>
                      <a:cubicBezTo>
                        <a:pt x="94" y="34"/>
                        <a:pt x="94" y="34"/>
                        <a:pt x="94" y="34"/>
                      </a:cubicBezTo>
                      <a:lnTo>
                        <a:pt x="81" y="25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46" name="Google Shape;497;p50">
                  <a:extLst>
                    <a:ext uri="{FF2B5EF4-FFF2-40B4-BE49-F238E27FC236}">
                      <a16:creationId xmlns:a16="http://schemas.microsoft.com/office/drawing/2014/main" id="{1B629729-D23D-4E5E-A8D6-CC49247E3FD0}"/>
                    </a:ext>
                  </a:extLst>
                </p:cNvPr>
                <p:cNvSpPr/>
                <p:nvPr/>
              </p:nvSpPr>
              <p:spPr>
                <a:xfrm>
                  <a:off x="7088187" y="4351338"/>
                  <a:ext cx="5080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12" extrusionOk="0">
                      <a:moveTo>
                        <a:pt x="13" y="0"/>
                      </a:moveTo>
                      <a:cubicBezTo>
                        <a:pt x="11" y="0"/>
                        <a:pt x="9" y="1"/>
                        <a:pt x="6" y="1"/>
                      </a:cubicBezTo>
                      <a:cubicBezTo>
                        <a:pt x="4" y="4"/>
                        <a:pt x="2" y="7"/>
                        <a:pt x="0" y="10"/>
                      </a:cubicBezTo>
                      <a:cubicBezTo>
                        <a:pt x="0" y="10"/>
                        <a:pt x="0" y="11"/>
                        <a:pt x="0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10" y="10"/>
                        <a:pt x="14" y="7"/>
                        <a:pt x="19" y="4"/>
                      </a:cubicBezTo>
                      <a:cubicBezTo>
                        <a:pt x="17" y="0"/>
                        <a:pt x="17" y="0"/>
                        <a:pt x="17" y="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893" name="Google Shape;498;p50">
                <a:extLst>
                  <a:ext uri="{FF2B5EF4-FFF2-40B4-BE49-F238E27FC236}">
                    <a16:creationId xmlns:a16="http://schemas.microsoft.com/office/drawing/2014/main" id="{CF4B4E0C-DA37-4FEA-9ECA-C664643CF20A}"/>
                  </a:ext>
                </a:extLst>
              </p:cNvPr>
              <p:cNvSpPr/>
              <p:nvPr/>
            </p:nvSpPr>
            <p:spPr>
              <a:xfrm>
                <a:off x="7061580" y="3038660"/>
                <a:ext cx="525932" cy="625720"/>
              </a:xfrm>
              <a:custGeom>
                <a:avLst/>
                <a:gdLst/>
                <a:ahLst/>
                <a:cxnLst/>
                <a:rect l="l" t="t" r="r" b="b"/>
                <a:pathLst>
                  <a:path w="265" h="315" extrusionOk="0">
                    <a:moveTo>
                      <a:pt x="82" y="0"/>
                    </a:moveTo>
                    <a:cubicBezTo>
                      <a:pt x="86" y="12"/>
                      <a:pt x="86" y="12"/>
                      <a:pt x="86" y="12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71" y="41"/>
                      <a:pt x="71" y="41"/>
                      <a:pt x="71" y="41"/>
                    </a:cubicBezTo>
                    <a:cubicBezTo>
                      <a:pt x="69" y="44"/>
                      <a:pt x="69" y="47"/>
                      <a:pt x="68" y="50"/>
                    </a:cubicBezTo>
                    <a:cubicBezTo>
                      <a:pt x="67" y="53"/>
                      <a:pt x="67" y="56"/>
                      <a:pt x="66" y="59"/>
                    </a:cubicBezTo>
                    <a:cubicBezTo>
                      <a:pt x="54" y="74"/>
                      <a:pt x="43" y="89"/>
                      <a:pt x="31" y="104"/>
                    </a:cubicBezTo>
                    <a:cubicBezTo>
                      <a:pt x="24" y="104"/>
                      <a:pt x="24" y="104"/>
                      <a:pt x="24" y="104"/>
                    </a:cubicBezTo>
                    <a:cubicBezTo>
                      <a:pt x="20" y="117"/>
                      <a:pt x="20" y="117"/>
                      <a:pt x="20" y="117"/>
                    </a:cubicBezTo>
                    <a:cubicBezTo>
                      <a:pt x="26" y="136"/>
                      <a:pt x="26" y="136"/>
                      <a:pt x="26" y="136"/>
                    </a:cubicBezTo>
                    <a:cubicBezTo>
                      <a:pt x="22" y="145"/>
                      <a:pt x="22" y="145"/>
                      <a:pt x="22" y="145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1" y="148"/>
                      <a:pt x="1" y="148"/>
                      <a:pt x="1" y="148"/>
                    </a:cubicBezTo>
                    <a:cubicBezTo>
                      <a:pt x="5" y="151"/>
                      <a:pt x="5" y="151"/>
                      <a:pt x="5" y="151"/>
                    </a:cubicBezTo>
                    <a:cubicBezTo>
                      <a:pt x="8" y="152"/>
                      <a:pt x="12" y="152"/>
                      <a:pt x="16" y="152"/>
                    </a:cubicBezTo>
                    <a:cubicBezTo>
                      <a:pt x="19" y="152"/>
                      <a:pt x="24" y="152"/>
                      <a:pt x="28" y="151"/>
                    </a:cubicBezTo>
                    <a:cubicBezTo>
                      <a:pt x="28" y="155"/>
                      <a:pt x="28" y="155"/>
                      <a:pt x="28" y="155"/>
                    </a:cubicBezTo>
                    <a:cubicBezTo>
                      <a:pt x="25" y="157"/>
                      <a:pt x="22" y="158"/>
                      <a:pt x="19" y="159"/>
                    </a:cubicBezTo>
                    <a:cubicBezTo>
                      <a:pt x="16" y="160"/>
                      <a:pt x="13" y="161"/>
                      <a:pt x="10" y="161"/>
                    </a:cubicBezTo>
                    <a:cubicBezTo>
                      <a:pt x="16" y="172"/>
                      <a:pt x="16" y="172"/>
                      <a:pt x="16" y="172"/>
                    </a:cubicBezTo>
                    <a:cubicBezTo>
                      <a:pt x="28" y="180"/>
                      <a:pt x="28" y="180"/>
                      <a:pt x="28" y="180"/>
                    </a:cubicBezTo>
                    <a:cubicBezTo>
                      <a:pt x="29" y="179"/>
                      <a:pt x="31" y="178"/>
                      <a:pt x="33" y="177"/>
                    </a:cubicBezTo>
                    <a:cubicBezTo>
                      <a:pt x="35" y="175"/>
                      <a:pt x="38" y="174"/>
                      <a:pt x="40" y="173"/>
                    </a:cubicBezTo>
                    <a:cubicBezTo>
                      <a:pt x="41" y="171"/>
                      <a:pt x="42" y="170"/>
                      <a:pt x="42" y="168"/>
                    </a:cubicBezTo>
                    <a:cubicBezTo>
                      <a:pt x="43" y="165"/>
                      <a:pt x="43" y="162"/>
                      <a:pt x="43" y="159"/>
                    </a:cubicBezTo>
                    <a:cubicBezTo>
                      <a:pt x="45" y="157"/>
                      <a:pt x="45" y="157"/>
                      <a:pt x="45" y="157"/>
                    </a:cubicBezTo>
                    <a:cubicBezTo>
                      <a:pt x="52" y="159"/>
                      <a:pt x="52" y="159"/>
                      <a:pt x="52" y="159"/>
                    </a:cubicBezTo>
                    <a:cubicBezTo>
                      <a:pt x="48" y="163"/>
                      <a:pt x="48" y="163"/>
                      <a:pt x="48" y="163"/>
                    </a:cubicBezTo>
                    <a:cubicBezTo>
                      <a:pt x="48" y="172"/>
                      <a:pt x="48" y="172"/>
                      <a:pt x="48" y="172"/>
                    </a:cubicBezTo>
                    <a:cubicBezTo>
                      <a:pt x="46" y="174"/>
                      <a:pt x="46" y="174"/>
                      <a:pt x="46" y="174"/>
                    </a:cubicBezTo>
                    <a:cubicBezTo>
                      <a:pt x="49" y="180"/>
                      <a:pt x="49" y="180"/>
                      <a:pt x="49" y="180"/>
                    </a:cubicBezTo>
                    <a:cubicBezTo>
                      <a:pt x="48" y="182"/>
                      <a:pt x="48" y="185"/>
                      <a:pt x="48" y="188"/>
                    </a:cubicBezTo>
                    <a:cubicBezTo>
                      <a:pt x="47" y="192"/>
                      <a:pt x="47" y="196"/>
                      <a:pt x="47" y="200"/>
                    </a:cubicBezTo>
                    <a:cubicBezTo>
                      <a:pt x="48" y="202"/>
                      <a:pt x="48" y="202"/>
                      <a:pt x="48" y="202"/>
                    </a:cubicBezTo>
                    <a:cubicBezTo>
                      <a:pt x="51" y="197"/>
                      <a:pt x="51" y="197"/>
                      <a:pt x="51" y="197"/>
                    </a:cubicBezTo>
                    <a:cubicBezTo>
                      <a:pt x="51" y="201"/>
                      <a:pt x="51" y="204"/>
                      <a:pt x="51" y="208"/>
                    </a:cubicBezTo>
                    <a:cubicBezTo>
                      <a:pt x="52" y="218"/>
                      <a:pt x="54" y="228"/>
                      <a:pt x="57" y="238"/>
                    </a:cubicBezTo>
                    <a:cubicBezTo>
                      <a:pt x="60" y="248"/>
                      <a:pt x="63" y="258"/>
                      <a:pt x="68" y="268"/>
                    </a:cubicBezTo>
                    <a:cubicBezTo>
                      <a:pt x="71" y="276"/>
                      <a:pt x="74" y="283"/>
                      <a:pt x="78" y="291"/>
                    </a:cubicBezTo>
                    <a:cubicBezTo>
                      <a:pt x="81" y="299"/>
                      <a:pt x="85" y="307"/>
                      <a:pt x="87" y="315"/>
                    </a:cubicBezTo>
                    <a:cubicBezTo>
                      <a:pt x="89" y="315"/>
                      <a:pt x="90" y="314"/>
                      <a:pt x="91" y="313"/>
                    </a:cubicBezTo>
                    <a:cubicBezTo>
                      <a:pt x="92" y="313"/>
                      <a:pt x="92" y="313"/>
                      <a:pt x="93" y="313"/>
                    </a:cubicBezTo>
                    <a:cubicBezTo>
                      <a:pt x="98" y="304"/>
                      <a:pt x="98" y="304"/>
                      <a:pt x="98" y="304"/>
                    </a:cubicBezTo>
                    <a:cubicBezTo>
                      <a:pt x="98" y="302"/>
                      <a:pt x="98" y="302"/>
                      <a:pt x="98" y="302"/>
                    </a:cubicBezTo>
                    <a:cubicBezTo>
                      <a:pt x="102" y="297"/>
                      <a:pt x="102" y="297"/>
                      <a:pt x="102" y="297"/>
                    </a:cubicBezTo>
                    <a:cubicBezTo>
                      <a:pt x="102" y="292"/>
                      <a:pt x="102" y="292"/>
                      <a:pt x="102" y="292"/>
                    </a:cubicBezTo>
                    <a:cubicBezTo>
                      <a:pt x="104" y="291"/>
                      <a:pt x="106" y="291"/>
                      <a:pt x="108" y="290"/>
                    </a:cubicBezTo>
                    <a:cubicBezTo>
                      <a:pt x="109" y="290"/>
                      <a:pt x="110" y="290"/>
                      <a:pt x="112" y="290"/>
                    </a:cubicBezTo>
                    <a:cubicBezTo>
                      <a:pt x="112" y="289"/>
                      <a:pt x="112" y="288"/>
                      <a:pt x="112" y="287"/>
                    </a:cubicBezTo>
                    <a:cubicBezTo>
                      <a:pt x="113" y="280"/>
                      <a:pt x="114" y="273"/>
                      <a:pt x="115" y="267"/>
                    </a:cubicBezTo>
                    <a:cubicBezTo>
                      <a:pt x="115" y="260"/>
                      <a:pt x="114" y="254"/>
                      <a:pt x="115" y="248"/>
                    </a:cubicBezTo>
                    <a:cubicBezTo>
                      <a:pt x="115" y="242"/>
                      <a:pt x="115" y="236"/>
                      <a:pt x="116" y="230"/>
                    </a:cubicBezTo>
                    <a:cubicBezTo>
                      <a:pt x="121" y="226"/>
                      <a:pt x="121" y="226"/>
                      <a:pt x="121" y="226"/>
                    </a:cubicBezTo>
                    <a:cubicBezTo>
                      <a:pt x="124" y="226"/>
                      <a:pt x="124" y="226"/>
                      <a:pt x="124" y="226"/>
                    </a:cubicBezTo>
                    <a:cubicBezTo>
                      <a:pt x="125" y="229"/>
                      <a:pt x="125" y="229"/>
                      <a:pt x="125" y="229"/>
                    </a:cubicBezTo>
                    <a:cubicBezTo>
                      <a:pt x="130" y="225"/>
                      <a:pt x="130" y="225"/>
                      <a:pt x="130" y="225"/>
                    </a:cubicBezTo>
                    <a:cubicBezTo>
                      <a:pt x="131" y="222"/>
                      <a:pt x="131" y="222"/>
                      <a:pt x="131" y="222"/>
                    </a:cubicBezTo>
                    <a:cubicBezTo>
                      <a:pt x="133" y="223"/>
                      <a:pt x="133" y="223"/>
                      <a:pt x="133" y="223"/>
                    </a:cubicBezTo>
                    <a:cubicBezTo>
                      <a:pt x="138" y="218"/>
                      <a:pt x="138" y="218"/>
                      <a:pt x="138" y="218"/>
                    </a:cubicBezTo>
                    <a:cubicBezTo>
                      <a:pt x="138" y="216"/>
                      <a:pt x="138" y="216"/>
                      <a:pt x="138" y="216"/>
                    </a:cubicBezTo>
                    <a:cubicBezTo>
                      <a:pt x="136" y="214"/>
                      <a:pt x="136" y="214"/>
                      <a:pt x="136" y="214"/>
                    </a:cubicBezTo>
                    <a:cubicBezTo>
                      <a:pt x="142" y="209"/>
                      <a:pt x="148" y="203"/>
                      <a:pt x="153" y="197"/>
                    </a:cubicBezTo>
                    <a:cubicBezTo>
                      <a:pt x="155" y="195"/>
                      <a:pt x="157" y="193"/>
                      <a:pt x="158" y="191"/>
                    </a:cubicBezTo>
                    <a:cubicBezTo>
                      <a:pt x="161" y="192"/>
                      <a:pt x="161" y="192"/>
                      <a:pt x="161" y="192"/>
                    </a:cubicBezTo>
                    <a:cubicBezTo>
                      <a:pt x="164" y="191"/>
                      <a:pt x="166" y="189"/>
                      <a:pt x="168" y="187"/>
                    </a:cubicBezTo>
                    <a:cubicBezTo>
                      <a:pt x="171" y="185"/>
                      <a:pt x="173" y="183"/>
                      <a:pt x="176" y="180"/>
                    </a:cubicBezTo>
                    <a:cubicBezTo>
                      <a:pt x="173" y="178"/>
                      <a:pt x="173" y="178"/>
                      <a:pt x="173" y="178"/>
                    </a:cubicBezTo>
                    <a:cubicBezTo>
                      <a:pt x="173" y="173"/>
                      <a:pt x="173" y="173"/>
                      <a:pt x="173" y="173"/>
                    </a:cubicBezTo>
                    <a:cubicBezTo>
                      <a:pt x="175" y="172"/>
                      <a:pt x="176" y="171"/>
                      <a:pt x="178" y="171"/>
                    </a:cubicBezTo>
                    <a:cubicBezTo>
                      <a:pt x="180" y="170"/>
                      <a:pt x="182" y="169"/>
                      <a:pt x="184" y="168"/>
                    </a:cubicBezTo>
                    <a:cubicBezTo>
                      <a:pt x="187" y="165"/>
                      <a:pt x="187" y="165"/>
                      <a:pt x="187" y="165"/>
                    </a:cubicBezTo>
                    <a:cubicBezTo>
                      <a:pt x="187" y="169"/>
                      <a:pt x="187" y="169"/>
                      <a:pt x="187" y="169"/>
                    </a:cubicBezTo>
                    <a:cubicBezTo>
                      <a:pt x="192" y="169"/>
                      <a:pt x="192" y="169"/>
                      <a:pt x="192" y="169"/>
                    </a:cubicBezTo>
                    <a:cubicBezTo>
                      <a:pt x="187" y="152"/>
                      <a:pt x="187" y="152"/>
                      <a:pt x="187" y="152"/>
                    </a:cubicBezTo>
                    <a:cubicBezTo>
                      <a:pt x="190" y="144"/>
                      <a:pt x="190" y="144"/>
                      <a:pt x="190" y="144"/>
                    </a:cubicBezTo>
                    <a:cubicBezTo>
                      <a:pt x="186" y="129"/>
                      <a:pt x="186" y="129"/>
                      <a:pt x="186" y="129"/>
                    </a:cubicBezTo>
                    <a:cubicBezTo>
                      <a:pt x="190" y="119"/>
                      <a:pt x="190" y="119"/>
                      <a:pt x="190" y="119"/>
                    </a:cubicBezTo>
                    <a:cubicBezTo>
                      <a:pt x="199" y="119"/>
                      <a:pt x="199" y="119"/>
                      <a:pt x="199" y="119"/>
                    </a:cubicBezTo>
                    <a:cubicBezTo>
                      <a:pt x="203" y="131"/>
                      <a:pt x="203" y="131"/>
                      <a:pt x="203" y="131"/>
                    </a:cubicBezTo>
                    <a:cubicBezTo>
                      <a:pt x="217" y="134"/>
                      <a:pt x="217" y="134"/>
                      <a:pt x="217" y="134"/>
                    </a:cubicBezTo>
                    <a:cubicBezTo>
                      <a:pt x="221" y="139"/>
                      <a:pt x="221" y="139"/>
                      <a:pt x="221" y="139"/>
                    </a:cubicBezTo>
                    <a:cubicBezTo>
                      <a:pt x="219" y="148"/>
                      <a:pt x="219" y="148"/>
                      <a:pt x="219" y="148"/>
                    </a:cubicBezTo>
                    <a:cubicBezTo>
                      <a:pt x="222" y="150"/>
                      <a:pt x="222" y="150"/>
                      <a:pt x="222" y="150"/>
                    </a:cubicBezTo>
                    <a:cubicBezTo>
                      <a:pt x="222" y="151"/>
                      <a:pt x="222" y="151"/>
                      <a:pt x="222" y="151"/>
                    </a:cubicBezTo>
                    <a:cubicBezTo>
                      <a:pt x="222" y="159"/>
                      <a:pt x="222" y="159"/>
                      <a:pt x="222" y="159"/>
                    </a:cubicBezTo>
                    <a:cubicBezTo>
                      <a:pt x="222" y="161"/>
                      <a:pt x="219" y="178"/>
                      <a:pt x="219" y="179"/>
                    </a:cubicBezTo>
                    <a:cubicBezTo>
                      <a:pt x="225" y="157"/>
                      <a:pt x="225" y="157"/>
                      <a:pt x="225" y="157"/>
                    </a:cubicBezTo>
                    <a:cubicBezTo>
                      <a:pt x="225" y="157"/>
                      <a:pt x="225" y="157"/>
                      <a:pt x="225" y="157"/>
                    </a:cubicBezTo>
                    <a:cubicBezTo>
                      <a:pt x="229" y="156"/>
                      <a:pt x="229" y="156"/>
                      <a:pt x="229" y="156"/>
                    </a:cubicBezTo>
                    <a:cubicBezTo>
                      <a:pt x="237" y="124"/>
                      <a:pt x="237" y="124"/>
                      <a:pt x="237" y="124"/>
                    </a:cubicBezTo>
                    <a:cubicBezTo>
                      <a:pt x="242" y="120"/>
                      <a:pt x="247" y="116"/>
                      <a:pt x="251" y="111"/>
                    </a:cubicBezTo>
                    <a:cubicBezTo>
                      <a:pt x="256" y="106"/>
                      <a:pt x="260" y="100"/>
                      <a:pt x="265" y="94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39" y="81"/>
                      <a:pt x="226" y="85"/>
                      <a:pt x="214" y="88"/>
                    </a:cubicBezTo>
                    <a:cubicBezTo>
                      <a:pt x="212" y="89"/>
                      <a:pt x="210" y="90"/>
                      <a:pt x="208" y="90"/>
                    </a:cubicBezTo>
                    <a:cubicBezTo>
                      <a:pt x="210" y="99"/>
                      <a:pt x="210" y="99"/>
                      <a:pt x="210" y="99"/>
                    </a:cubicBezTo>
                    <a:cubicBezTo>
                      <a:pt x="210" y="100"/>
                      <a:pt x="209" y="100"/>
                      <a:pt x="209" y="101"/>
                    </a:cubicBezTo>
                    <a:cubicBezTo>
                      <a:pt x="202" y="104"/>
                      <a:pt x="202" y="104"/>
                      <a:pt x="202" y="104"/>
                    </a:cubicBezTo>
                    <a:cubicBezTo>
                      <a:pt x="191" y="105"/>
                      <a:pt x="191" y="105"/>
                      <a:pt x="191" y="105"/>
                    </a:cubicBez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6" y="99"/>
                      <a:pt x="186" y="99"/>
                      <a:pt x="186" y="99"/>
                    </a:cubicBezTo>
                    <a:cubicBezTo>
                      <a:pt x="187" y="93"/>
                      <a:pt x="187" y="93"/>
                      <a:pt x="187" y="93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0" y="95"/>
                      <a:pt x="180" y="95"/>
                      <a:pt x="180" y="95"/>
                    </a:cubicBezTo>
                    <a:cubicBezTo>
                      <a:pt x="180" y="95"/>
                      <a:pt x="180" y="95"/>
                      <a:pt x="179" y="95"/>
                    </a:cubicBezTo>
                    <a:cubicBezTo>
                      <a:pt x="179" y="104"/>
                      <a:pt x="179" y="104"/>
                      <a:pt x="179" y="104"/>
                    </a:cubicBezTo>
                    <a:cubicBezTo>
                      <a:pt x="176" y="107"/>
                      <a:pt x="176" y="107"/>
                      <a:pt x="176" y="107"/>
                    </a:cubicBezTo>
                    <a:cubicBezTo>
                      <a:pt x="166" y="107"/>
                      <a:pt x="156" y="105"/>
                      <a:pt x="148" y="102"/>
                    </a:cubicBezTo>
                    <a:cubicBezTo>
                      <a:pt x="147" y="102"/>
                      <a:pt x="147" y="102"/>
                      <a:pt x="146" y="102"/>
                    </a:cubicBezTo>
                    <a:cubicBezTo>
                      <a:pt x="141" y="101"/>
                      <a:pt x="136" y="99"/>
                      <a:pt x="131" y="97"/>
                    </a:cubicBezTo>
                    <a:cubicBezTo>
                      <a:pt x="125" y="94"/>
                      <a:pt x="117" y="90"/>
                      <a:pt x="109" y="87"/>
                    </a:cubicBezTo>
                    <a:cubicBezTo>
                      <a:pt x="112" y="72"/>
                      <a:pt x="112" y="72"/>
                      <a:pt x="112" y="72"/>
                    </a:cubicBezTo>
                    <a:cubicBezTo>
                      <a:pt x="115" y="68"/>
                      <a:pt x="115" y="68"/>
                      <a:pt x="115" y="68"/>
                    </a:cubicBezTo>
                    <a:cubicBezTo>
                      <a:pt x="112" y="61"/>
                      <a:pt x="110" y="54"/>
                      <a:pt x="109" y="47"/>
                    </a:cubicBezTo>
                    <a:cubicBezTo>
                      <a:pt x="109" y="45"/>
                      <a:pt x="108" y="44"/>
                      <a:pt x="108" y="41"/>
                    </a:cubicBezTo>
                    <a:cubicBezTo>
                      <a:pt x="107" y="36"/>
                      <a:pt x="108" y="30"/>
                      <a:pt x="108" y="24"/>
                    </a:cubicBezTo>
                    <a:cubicBezTo>
                      <a:pt x="109" y="18"/>
                      <a:pt x="110" y="11"/>
                      <a:pt x="111" y="5"/>
                    </a:cubicBezTo>
                    <a:cubicBezTo>
                      <a:pt x="110" y="5"/>
                      <a:pt x="109" y="4"/>
                      <a:pt x="108" y="4"/>
                    </a:cubicBezTo>
                    <a:cubicBezTo>
                      <a:pt x="98" y="3"/>
                      <a:pt x="98" y="3"/>
                      <a:pt x="98" y="3"/>
                    </a:cubicBezTo>
                    <a:lnTo>
                      <a:pt x="82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4" name="Google Shape;499;p50">
                <a:extLst>
                  <a:ext uri="{FF2B5EF4-FFF2-40B4-BE49-F238E27FC236}">
                    <a16:creationId xmlns:a16="http://schemas.microsoft.com/office/drawing/2014/main" id="{01DA841E-2DDC-4259-BA14-B1011ED78E32}"/>
                  </a:ext>
                </a:extLst>
              </p:cNvPr>
              <p:cNvSpPr/>
              <p:nvPr/>
            </p:nvSpPr>
            <p:spPr>
              <a:xfrm>
                <a:off x="6597867" y="2874306"/>
                <a:ext cx="90394" cy="69264"/>
              </a:xfrm>
              <a:custGeom>
                <a:avLst/>
                <a:gdLst/>
                <a:ahLst/>
                <a:cxnLst/>
                <a:rect l="l" t="t" r="r" b="b"/>
                <a:pathLst>
                  <a:path w="77" h="59" extrusionOk="0">
                    <a:moveTo>
                      <a:pt x="38" y="3"/>
                    </a:moveTo>
                    <a:lnTo>
                      <a:pt x="14" y="0"/>
                    </a:lnTo>
                    <a:lnTo>
                      <a:pt x="0" y="9"/>
                    </a:lnTo>
                    <a:lnTo>
                      <a:pt x="2" y="10"/>
                    </a:lnTo>
                    <a:lnTo>
                      <a:pt x="7" y="31"/>
                    </a:lnTo>
                    <a:lnTo>
                      <a:pt x="0" y="39"/>
                    </a:lnTo>
                    <a:lnTo>
                      <a:pt x="4" y="41"/>
                    </a:lnTo>
                    <a:lnTo>
                      <a:pt x="26" y="59"/>
                    </a:lnTo>
                    <a:lnTo>
                      <a:pt x="55" y="49"/>
                    </a:lnTo>
                    <a:lnTo>
                      <a:pt x="66" y="51"/>
                    </a:lnTo>
                    <a:lnTo>
                      <a:pt x="77" y="44"/>
                    </a:lnTo>
                    <a:lnTo>
                      <a:pt x="77" y="37"/>
                    </a:lnTo>
                    <a:lnTo>
                      <a:pt x="38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5" name="Google Shape;500;p50">
                <a:extLst>
                  <a:ext uri="{FF2B5EF4-FFF2-40B4-BE49-F238E27FC236}">
                    <a16:creationId xmlns:a16="http://schemas.microsoft.com/office/drawing/2014/main" id="{F171B1D4-4E5D-4842-A111-CB19F24769F7}"/>
                  </a:ext>
                </a:extLst>
              </p:cNvPr>
              <p:cNvSpPr/>
              <p:nvPr/>
            </p:nvSpPr>
            <p:spPr>
              <a:xfrm>
                <a:off x="6763395" y="3287539"/>
                <a:ext cx="106830" cy="59872"/>
              </a:xfrm>
              <a:custGeom>
                <a:avLst/>
                <a:gdLst/>
                <a:ahLst/>
                <a:cxnLst/>
                <a:rect l="l" t="t" r="r" b="b"/>
                <a:pathLst>
                  <a:path w="54" h="30" extrusionOk="0">
                    <a:moveTo>
                      <a:pt x="48" y="0"/>
                    </a:moveTo>
                    <a:cubicBezTo>
                      <a:pt x="45" y="5"/>
                      <a:pt x="45" y="5"/>
                      <a:pt x="45" y="5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51" y="14"/>
                      <a:pt x="51" y="14"/>
                      <a:pt x="51" y="14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4" y="8"/>
                      <a:pt x="54" y="6"/>
                      <a:pt x="54" y="3"/>
                    </a:cubicBezTo>
                    <a:lnTo>
                      <a:pt x="48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6" name="Google Shape;501;p50">
                <a:extLst>
                  <a:ext uri="{FF2B5EF4-FFF2-40B4-BE49-F238E27FC236}">
                    <a16:creationId xmlns:a16="http://schemas.microsoft.com/office/drawing/2014/main" id="{30BF043B-8073-4CFE-81B9-99AFA4F13D7E}"/>
                  </a:ext>
                </a:extLst>
              </p:cNvPr>
              <p:cNvSpPr/>
              <p:nvPr/>
            </p:nvSpPr>
            <p:spPr>
              <a:xfrm>
                <a:off x="6858485" y="3275799"/>
                <a:ext cx="16435" cy="17610"/>
              </a:xfrm>
              <a:custGeom>
                <a:avLst/>
                <a:gdLst/>
                <a:ahLst/>
                <a:cxnLst/>
                <a:rect l="l" t="t" r="r" b="b"/>
                <a:pathLst>
                  <a:path w="8" h="9" extrusionOk="0">
                    <a:moveTo>
                      <a:pt x="5" y="0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6"/>
                      <a:pt x="7" y="3"/>
                      <a:pt x="8" y="1"/>
                    </a:cubicBezTo>
                    <a:lnTo>
                      <a:pt x="5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7" name="Google Shape;502;p50">
                <a:extLst>
                  <a:ext uri="{FF2B5EF4-FFF2-40B4-BE49-F238E27FC236}">
                    <a16:creationId xmlns:a16="http://schemas.microsoft.com/office/drawing/2014/main" id="{F843E79C-E34F-46CB-B0FA-6E37B5684BDB}"/>
                  </a:ext>
                </a:extLst>
              </p:cNvPr>
              <p:cNvSpPr/>
              <p:nvPr/>
            </p:nvSpPr>
            <p:spPr>
              <a:xfrm>
                <a:off x="8087619" y="3104401"/>
                <a:ext cx="19957" cy="16435"/>
              </a:xfrm>
              <a:custGeom>
                <a:avLst/>
                <a:gdLst/>
                <a:ahLst/>
                <a:cxnLst/>
                <a:rect l="l" t="t" r="r" b="b"/>
                <a:pathLst>
                  <a:path w="17" h="14" extrusionOk="0">
                    <a:moveTo>
                      <a:pt x="17" y="7"/>
                    </a:moveTo>
                    <a:lnTo>
                      <a:pt x="10" y="12"/>
                    </a:lnTo>
                    <a:lnTo>
                      <a:pt x="3" y="14"/>
                    </a:lnTo>
                    <a:lnTo>
                      <a:pt x="0" y="9"/>
                    </a:lnTo>
                    <a:lnTo>
                      <a:pt x="9" y="2"/>
                    </a:lnTo>
                    <a:lnTo>
                      <a:pt x="17" y="0"/>
                    </a:lnTo>
                    <a:lnTo>
                      <a:pt x="17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8" name="Google Shape;503;p50">
                <a:extLst>
                  <a:ext uri="{FF2B5EF4-FFF2-40B4-BE49-F238E27FC236}">
                    <a16:creationId xmlns:a16="http://schemas.microsoft.com/office/drawing/2014/main" id="{37778D1D-FAD6-48FC-9A01-A7F5ADE28BA6}"/>
                  </a:ext>
                </a:extLst>
              </p:cNvPr>
              <p:cNvSpPr/>
              <p:nvPr/>
            </p:nvSpPr>
            <p:spPr>
              <a:xfrm>
                <a:off x="8084097" y="2985831"/>
                <a:ext cx="65742" cy="100960"/>
              </a:xfrm>
              <a:custGeom>
                <a:avLst/>
                <a:gdLst/>
                <a:ahLst/>
                <a:cxnLst/>
                <a:rect l="l" t="t" r="r" b="b"/>
                <a:pathLst>
                  <a:path w="33" h="51" extrusionOk="0">
                    <a:moveTo>
                      <a:pt x="1" y="16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2" y="24"/>
                      <a:pt x="5" y="29"/>
                      <a:pt x="7" y="33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2" y="51"/>
                      <a:pt x="2" y="51"/>
                      <a:pt x="2" y="51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8" y="46"/>
                      <a:pt x="18" y="46"/>
                      <a:pt x="18" y="46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2" y="30"/>
                      <a:pt x="31" y="27"/>
                      <a:pt x="31" y="22"/>
                    </a:cubicBezTo>
                    <a:cubicBezTo>
                      <a:pt x="31" y="19"/>
                      <a:pt x="30" y="16"/>
                      <a:pt x="29" y="13"/>
                    </a:cubicBezTo>
                    <a:cubicBezTo>
                      <a:pt x="27" y="9"/>
                      <a:pt x="25" y="4"/>
                      <a:pt x="23" y="0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11"/>
                      <a:pt x="8" y="13"/>
                      <a:pt x="9" y="14"/>
                    </a:cubicBezTo>
                    <a:cubicBezTo>
                      <a:pt x="9" y="15"/>
                      <a:pt x="9" y="16"/>
                      <a:pt x="10" y="17"/>
                    </a:cubicBezTo>
                    <a:lnTo>
                      <a:pt x="1" y="1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899" name="Google Shape;504;p50">
                <a:extLst>
                  <a:ext uri="{FF2B5EF4-FFF2-40B4-BE49-F238E27FC236}">
                    <a16:creationId xmlns:a16="http://schemas.microsoft.com/office/drawing/2014/main" id="{881DC173-1D25-4EA4-9F46-B1812F300167}"/>
                  </a:ext>
                </a:extLst>
              </p:cNvPr>
              <p:cNvSpPr/>
              <p:nvPr/>
            </p:nvSpPr>
            <p:spPr>
              <a:xfrm>
                <a:off x="8059445" y="2888393"/>
                <a:ext cx="108004" cy="117396"/>
              </a:xfrm>
              <a:custGeom>
                <a:avLst/>
                <a:gdLst/>
                <a:ahLst/>
                <a:cxnLst/>
                <a:rect l="l" t="t" r="r" b="b"/>
                <a:pathLst>
                  <a:path w="54" h="59" extrusionOk="0">
                    <a:moveTo>
                      <a:pt x="47" y="10"/>
                    </a:moveTo>
                    <a:cubicBezTo>
                      <a:pt x="54" y="2"/>
                      <a:pt x="54" y="2"/>
                      <a:pt x="54" y="2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14" y="28"/>
                      <a:pt x="6" y="31"/>
                      <a:pt x="0" y="34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6" y="42"/>
                      <a:pt x="4" y="47"/>
                      <a:pt x="1" y="53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17" y="55"/>
                      <a:pt x="17" y="55"/>
                      <a:pt x="17" y="55"/>
                    </a:cubicBezTo>
                    <a:cubicBezTo>
                      <a:pt x="19" y="59"/>
                      <a:pt x="19" y="59"/>
                      <a:pt x="19" y="59"/>
                    </a:cubicBezTo>
                    <a:cubicBezTo>
                      <a:pt x="26" y="53"/>
                      <a:pt x="26" y="53"/>
                      <a:pt x="26" y="53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4" y="47"/>
                      <a:pt x="33" y="46"/>
                      <a:pt x="32" y="45"/>
                    </a:cubicBezTo>
                    <a:cubicBezTo>
                      <a:pt x="30" y="44"/>
                      <a:pt x="29" y="43"/>
                      <a:pt x="28" y="43"/>
                    </a:cubicBezTo>
                    <a:cubicBezTo>
                      <a:pt x="27" y="34"/>
                      <a:pt x="27" y="34"/>
                      <a:pt x="27" y="34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46" y="17"/>
                      <a:pt x="46" y="17"/>
                      <a:pt x="46" y="17"/>
                    </a:cubicBezTo>
                    <a:cubicBezTo>
                      <a:pt x="49" y="12"/>
                      <a:pt x="49" y="12"/>
                      <a:pt x="49" y="12"/>
                    </a:cubicBezTo>
                    <a:lnTo>
                      <a:pt x="47" y="1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0" name="Google Shape;505;p50">
                <a:extLst>
                  <a:ext uri="{FF2B5EF4-FFF2-40B4-BE49-F238E27FC236}">
                    <a16:creationId xmlns:a16="http://schemas.microsoft.com/office/drawing/2014/main" id="{18A4944C-0DF8-475E-B394-07973CD3AAD5}"/>
                  </a:ext>
                </a:extLst>
              </p:cNvPr>
              <p:cNvSpPr/>
              <p:nvPr/>
            </p:nvSpPr>
            <p:spPr>
              <a:xfrm>
                <a:off x="7788260" y="3402587"/>
                <a:ext cx="37567" cy="29349"/>
              </a:xfrm>
              <a:custGeom>
                <a:avLst/>
                <a:gdLst/>
                <a:ahLst/>
                <a:cxnLst/>
                <a:rect l="l" t="t" r="r" b="b"/>
                <a:pathLst>
                  <a:path w="19" h="15" extrusionOk="0">
                    <a:moveTo>
                      <a:pt x="2" y="14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9"/>
                      <a:pt x="1" y="7"/>
                      <a:pt x="2" y="6"/>
                    </a:cubicBezTo>
                    <a:cubicBezTo>
                      <a:pt x="7" y="4"/>
                      <a:pt x="12" y="2"/>
                      <a:pt x="18" y="0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5" y="7"/>
                      <a:pt x="10" y="11"/>
                      <a:pt x="6" y="15"/>
                    </a:cubicBezTo>
                    <a:cubicBezTo>
                      <a:pt x="2" y="14"/>
                      <a:pt x="2" y="14"/>
                      <a:pt x="2" y="14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01" name="Google Shape;506;p50">
                <a:extLst>
                  <a:ext uri="{FF2B5EF4-FFF2-40B4-BE49-F238E27FC236}">
                    <a16:creationId xmlns:a16="http://schemas.microsoft.com/office/drawing/2014/main" id="{AD82E263-7F6D-4B72-98B3-95540225356C}"/>
                  </a:ext>
                </a:extLst>
              </p:cNvPr>
              <p:cNvGrpSpPr/>
              <p:nvPr/>
            </p:nvGrpSpPr>
            <p:grpSpPr>
              <a:xfrm>
                <a:off x="7174281" y="2621904"/>
                <a:ext cx="1071823" cy="810032"/>
                <a:chOff x="5915025" y="2441575"/>
                <a:chExt cx="1449387" cy="1095376"/>
              </a:xfrm>
              <a:grpFill/>
            </p:grpSpPr>
            <p:sp>
              <p:nvSpPr>
                <p:cNvPr id="1020" name="Google Shape;507;p50">
                  <a:extLst>
                    <a:ext uri="{FF2B5EF4-FFF2-40B4-BE49-F238E27FC236}">
                      <a16:creationId xmlns:a16="http://schemas.microsoft.com/office/drawing/2014/main" id="{169E6C40-C038-4569-9D38-614B4B55EBFD}"/>
                    </a:ext>
                  </a:extLst>
                </p:cNvPr>
                <p:cNvSpPr/>
                <p:nvPr/>
              </p:nvSpPr>
              <p:spPr>
                <a:xfrm>
                  <a:off x="7056437" y="3194050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10" extrusionOk="0">
                      <a:moveTo>
                        <a:pt x="5" y="10"/>
                      </a:moveTo>
                      <a:lnTo>
                        <a:pt x="0" y="5"/>
                      </a:lnTo>
                      <a:lnTo>
                        <a:pt x="2" y="0"/>
                      </a:lnTo>
                      <a:lnTo>
                        <a:pt x="10" y="7"/>
                      </a:lnTo>
                      <a:lnTo>
                        <a:pt x="5" y="1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1" name="Google Shape;508;p50">
                  <a:extLst>
                    <a:ext uri="{FF2B5EF4-FFF2-40B4-BE49-F238E27FC236}">
                      <a16:creationId xmlns:a16="http://schemas.microsoft.com/office/drawing/2014/main" id="{DF90DB56-F359-403B-B88B-7D922CC9E846}"/>
                    </a:ext>
                  </a:extLst>
                </p:cNvPr>
                <p:cNvSpPr/>
                <p:nvPr/>
              </p:nvSpPr>
              <p:spPr>
                <a:xfrm>
                  <a:off x="5915025" y="2441575"/>
                  <a:ext cx="1449387" cy="104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" h="389" extrusionOk="0">
                      <a:moveTo>
                        <a:pt x="386" y="77"/>
                      </a:moveTo>
                      <a:cubicBezTo>
                        <a:pt x="395" y="77"/>
                        <a:pt x="395" y="77"/>
                        <a:pt x="395" y="77"/>
                      </a:cubicBezTo>
                      <a:cubicBezTo>
                        <a:pt x="401" y="74"/>
                        <a:pt x="401" y="74"/>
                        <a:pt x="401" y="74"/>
                      </a:cubicBezTo>
                      <a:cubicBezTo>
                        <a:pt x="386" y="68"/>
                        <a:pt x="386" y="68"/>
                        <a:pt x="386" y="68"/>
                      </a:cubicBezTo>
                      <a:cubicBezTo>
                        <a:pt x="376" y="73"/>
                        <a:pt x="376" y="73"/>
                        <a:pt x="376" y="73"/>
                      </a:cubicBezTo>
                      <a:cubicBezTo>
                        <a:pt x="370" y="65"/>
                        <a:pt x="370" y="65"/>
                        <a:pt x="370" y="65"/>
                      </a:cubicBezTo>
                      <a:cubicBezTo>
                        <a:pt x="371" y="47"/>
                        <a:pt x="371" y="47"/>
                        <a:pt x="371" y="47"/>
                      </a:cubicBezTo>
                      <a:cubicBezTo>
                        <a:pt x="375" y="46"/>
                        <a:pt x="380" y="46"/>
                        <a:pt x="384" y="45"/>
                      </a:cubicBezTo>
                      <a:cubicBezTo>
                        <a:pt x="398" y="44"/>
                        <a:pt x="398" y="44"/>
                        <a:pt x="398" y="44"/>
                      </a:cubicBezTo>
                      <a:cubicBezTo>
                        <a:pt x="416" y="15"/>
                        <a:pt x="416" y="15"/>
                        <a:pt x="416" y="15"/>
                      </a:cubicBezTo>
                      <a:cubicBezTo>
                        <a:pt x="412" y="7"/>
                        <a:pt x="412" y="7"/>
                        <a:pt x="412" y="7"/>
                      </a:cubicBezTo>
                      <a:cubicBezTo>
                        <a:pt x="412" y="7"/>
                        <a:pt x="412" y="7"/>
                        <a:pt x="412" y="7"/>
                      </a:cubicBezTo>
                      <a:cubicBezTo>
                        <a:pt x="413" y="7"/>
                        <a:pt x="413" y="7"/>
                        <a:pt x="413" y="7"/>
                      </a:cubicBezTo>
                      <a:cubicBezTo>
                        <a:pt x="415" y="5"/>
                        <a:pt x="418" y="4"/>
                        <a:pt x="422" y="3"/>
                      </a:cubicBezTo>
                      <a:cubicBezTo>
                        <a:pt x="428" y="2"/>
                        <a:pt x="434" y="1"/>
                        <a:pt x="440" y="0"/>
                      </a:cubicBezTo>
                      <a:cubicBezTo>
                        <a:pt x="443" y="0"/>
                        <a:pt x="443" y="0"/>
                        <a:pt x="443" y="0"/>
                      </a:cubicBezTo>
                      <a:cubicBezTo>
                        <a:pt x="457" y="7"/>
                        <a:pt x="457" y="7"/>
                        <a:pt x="457" y="7"/>
                      </a:cubicBezTo>
                      <a:cubicBezTo>
                        <a:pt x="476" y="43"/>
                        <a:pt x="476" y="43"/>
                        <a:pt x="476" y="43"/>
                      </a:cubicBezTo>
                      <a:cubicBezTo>
                        <a:pt x="504" y="60"/>
                        <a:pt x="504" y="60"/>
                        <a:pt x="504" y="60"/>
                      </a:cubicBezTo>
                      <a:cubicBezTo>
                        <a:pt x="509" y="70"/>
                        <a:pt x="509" y="70"/>
                        <a:pt x="509" y="70"/>
                      </a:cubicBezTo>
                      <a:cubicBezTo>
                        <a:pt x="512" y="68"/>
                        <a:pt x="512" y="68"/>
                        <a:pt x="512" y="68"/>
                      </a:cubicBezTo>
                      <a:cubicBezTo>
                        <a:pt x="518" y="63"/>
                        <a:pt x="524" y="60"/>
                        <a:pt x="531" y="56"/>
                      </a:cubicBezTo>
                      <a:cubicBezTo>
                        <a:pt x="534" y="55"/>
                        <a:pt x="537" y="54"/>
                        <a:pt x="540" y="54"/>
                      </a:cubicBezTo>
                      <a:cubicBezTo>
                        <a:pt x="518" y="100"/>
                        <a:pt x="518" y="100"/>
                        <a:pt x="518" y="100"/>
                      </a:cubicBezTo>
                      <a:cubicBezTo>
                        <a:pt x="507" y="107"/>
                        <a:pt x="507" y="107"/>
                        <a:pt x="507" y="107"/>
                      </a:cubicBezTo>
                      <a:cubicBezTo>
                        <a:pt x="510" y="129"/>
                        <a:pt x="510" y="129"/>
                        <a:pt x="510" y="129"/>
                      </a:cubicBezTo>
                      <a:cubicBezTo>
                        <a:pt x="509" y="130"/>
                        <a:pt x="509" y="130"/>
                        <a:pt x="509" y="130"/>
                      </a:cubicBezTo>
                      <a:cubicBezTo>
                        <a:pt x="506" y="132"/>
                        <a:pt x="503" y="134"/>
                        <a:pt x="500" y="135"/>
                      </a:cubicBezTo>
                      <a:cubicBezTo>
                        <a:pt x="500" y="135"/>
                        <a:pt x="500" y="136"/>
                        <a:pt x="500" y="136"/>
                      </a:cubicBezTo>
                      <a:cubicBezTo>
                        <a:pt x="496" y="134"/>
                        <a:pt x="496" y="134"/>
                        <a:pt x="496" y="134"/>
                      </a:cubicBezTo>
                      <a:cubicBezTo>
                        <a:pt x="479" y="153"/>
                        <a:pt x="479" y="153"/>
                        <a:pt x="479" y="153"/>
                      </a:cubicBezTo>
                      <a:cubicBezTo>
                        <a:pt x="472" y="154"/>
                        <a:pt x="472" y="154"/>
                        <a:pt x="472" y="154"/>
                      </a:cubicBezTo>
                      <a:cubicBezTo>
                        <a:pt x="467" y="160"/>
                        <a:pt x="467" y="160"/>
                        <a:pt x="467" y="160"/>
                      </a:cubicBezTo>
                      <a:cubicBezTo>
                        <a:pt x="464" y="161"/>
                        <a:pt x="450" y="166"/>
                        <a:pt x="446" y="168"/>
                      </a:cubicBezTo>
                      <a:cubicBezTo>
                        <a:pt x="442" y="167"/>
                        <a:pt x="442" y="167"/>
                        <a:pt x="442" y="167"/>
                      </a:cubicBezTo>
                      <a:cubicBezTo>
                        <a:pt x="437" y="169"/>
                        <a:pt x="432" y="170"/>
                        <a:pt x="427" y="173"/>
                      </a:cubicBezTo>
                      <a:cubicBezTo>
                        <a:pt x="424" y="174"/>
                        <a:pt x="421" y="176"/>
                        <a:pt x="418" y="177"/>
                      </a:cubicBezTo>
                      <a:cubicBezTo>
                        <a:pt x="417" y="176"/>
                        <a:pt x="417" y="176"/>
                        <a:pt x="417" y="176"/>
                      </a:cubicBezTo>
                      <a:cubicBezTo>
                        <a:pt x="417" y="175"/>
                        <a:pt x="417" y="174"/>
                        <a:pt x="417" y="173"/>
                      </a:cubicBezTo>
                      <a:cubicBezTo>
                        <a:pt x="418" y="171"/>
                        <a:pt x="418" y="169"/>
                        <a:pt x="419" y="167"/>
                      </a:cubicBezTo>
                      <a:cubicBezTo>
                        <a:pt x="422" y="166"/>
                        <a:pt x="424" y="164"/>
                        <a:pt x="427" y="162"/>
                      </a:cubicBezTo>
                      <a:cubicBezTo>
                        <a:pt x="429" y="160"/>
                        <a:pt x="431" y="158"/>
                        <a:pt x="433" y="156"/>
                      </a:cubicBezTo>
                      <a:cubicBezTo>
                        <a:pt x="430" y="154"/>
                        <a:pt x="430" y="154"/>
                        <a:pt x="430" y="154"/>
                      </a:cubicBezTo>
                      <a:cubicBezTo>
                        <a:pt x="430" y="151"/>
                        <a:pt x="430" y="151"/>
                        <a:pt x="430" y="151"/>
                      </a:cubicBezTo>
                      <a:cubicBezTo>
                        <a:pt x="426" y="152"/>
                        <a:pt x="426" y="152"/>
                        <a:pt x="426" y="152"/>
                      </a:cubicBezTo>
                      <a:cubicBezTo>
                        <a:pt x="423" y="151"/>
                        <a:pt x="423" y="151"/>
                        <a:pt x="423" y="151"/>
                      </a:cubicBezTo>
                      <a:cubicBezTo>
                        <a:pt x="420" y="153"/>
                        <a:pt x="418" y="156"/>
                        <a:pt x="416" y="158"/>
                      </a:cubicBezTo>
                      <a:cubicBezTo>
                        <a:pt x="412" y="161"/>
                        <a:pt x="409" y="165"/>
                        <a:pt x="405" y="168"/>
                      </a:cubicBezTo>
                      <a:cubicBezTo>
                        <a:pt x="400" y="168"/>
                        <a:pt x="400" y="168"/>
                        <a:pt x="400" y="168"/>
                      </a:cubicBezTo>
                      <a:cubicBezTo>
                        <a:pt x="396" y="176"/>
                        <a:pt x="396" y="176"/>
                        <a:pt x="396" y="176"/>
                      </a:cubicBezTo>
                      <a:cubicBezTo>
                        <a:pt x="394" y="176"/>
                        <a:pt x="392" y="176"/>
                        <a:pt x="390" y="176"/>
                      </a:cubicBezTo>
                      <a:cubicBezTo>
                        <a:pt x="388" y="177"/>
                        <a:pt x="386" y="177"/>
                        <a:pt x="383" y="178"/>
                      </a:cubicBezTo>
                      <a:cubicBezTo>
                        <a:pt x="379" y="186"/>
                        <a:pt x="379" y="186"/>
                        <a:pt x="379" y="186"/>
                      </a:cubicBezTo>
                      <a:cubicBezTo>
                        <a:pt x="383" y="190"/>
                        <a:pt x="383" y="190"/>
                        <a:pt x="383" y="190"/>
                      </a:cubicBezTo>
                      <a:cubicBezTo>
                        <a:pt x="390" y="190"/>
                        <a:pt x="390" y="190"/>
                        <a:pt x="390" y="190"/>
                      </a:cubicBezTo>
                      <a:cubicBezTo>
                        <a:pt x="392" y="192"/>
                        <a:pt x="392" y="192"/>
                        <a:pt x="392" y="192"/>
                      </a:cubicBezTo>
                      <a:cubicBezTo>
                        <a:pt x="394" y="199"/>
                        <a:pt x="394" y="199"/>
                        <a:pt x="394" y="199"/>
                      </a:cubicBezTo>
                      <a:cubicBezTo>
                        <a:pt x="400" y="201"/>
                        <a:pt x="400" y="201"/>
                        <a:pt x="400" y="201"/>
                      </a:cubicBezTo>
                      <a:cubicBezTo>
                        <a:pt x="401" y="200"/>
                        <a:pt x="402" y="199"/>
                        <a:pt x="403" y="199"/>
                      </a:cubicBezTo>
                      <a:cubicBezTo>
                        <a:pt x="407" y="196"/>
                        <a:pt x="410" y="194"/>
                        <a:pt x="413" y="192"/>
                      </a:cubicBezTo>
                      <a:cubicBezTo>
                        <a:pt x="415" y="191"/>
                        <a:pt x="416" y="190"/>
                        <a:pt x="418" y="190"/>
                      </a:cubicBezTo>
                      <a:cubicBezTo>
                        <a:pt x="420" y="191"/>
                        <a:pt x="424" y="193"/>
                        <a:pt x="427" y="194"/>
                      </a:cubicBezTo>
                      <a:cubicBezTo>
                        <a:pt x="428" y="195"/>
                        <a:pt x="431" y="195"/>
                        <a:pt x="433" y="195"/>
                      </a:cubicBezTo>
                      <a:cubicBezTo>
                        <a:pt x="430" y="202"/>
                        <a:pt x="430" y="202"/>
                        <a:pt x="430" y="202"/>
                      </a:cubicBezTo>
                      <a:cubicBezTo>
                        <a:pt x="428" y="203"/>
                        <a:pt x="427" y="203"/>
                        <a:pt x="426" y="204"/>
                      </a:cubicBezTo>
                      <a:cubicBezTo>
                        <a:pt x="422" y="206"/>
                        <a:pt x="418" y="208"/>
                        <a:pt x="415" y="211"/>
                      </a:cubicBezTo>
                      <a:cubicBezTo>
                        <a:pt x="412" y="211"/>
                        <a:pt x="412" y="211"/>
                        <a:pt x="412" y="211"/>
                      </a:cubicBezTo>
                      <a:cubicBezTo>
                        <a:pt x="411" y="213"/>
                        <a:pt x="410" y="215"/>
                        <a:pt x="409" y="216"/>
                      </a:cubicBezTo>
                      <a:cubicBezTo>
                        <a:pt x="406" y="220"/>
                        <a:pt x="403" y="224"/>
                        <a:pt x="400" y="228"/>
                      </a:cubicBezTo>
                      <a:cubicBezTo>
                        <a:pt x="400" y="234"/>
                        <a:pt x="400" y="234"/>
                        <a:pt x="400" y="234"/>
                      </a:cubicBezTo>
                      <a:cubicBezTo>
                        <a:pt x="409" y="234"/>
                        <a:pt x="409" y="234"/>
                        <a:pt x="409" y="234"/>
                      </a:cubicBezTo>
                      <a:cubicBezTo>
                        <a:pt x="410" y="237"/>
                        <a:pt x="411" y="239"/>
                        <a:pt x="412" y="242"/>
                      </a:cubicBezTo>
                      <a:cubicBezTo>
                        <a:pt x="414" y="247"/>
                        <a:pt x="416" y="252"/>
                        <a:pt x="418" y="257"/>
                      </a:cubicBezTo>
                      <a:cubicBezTo>
                        <a:pt x="419" y="258"/>
                        <a:pt x="419" y="259"/>
                        <a:pt x="419" y="260"/>
                      </a:cubicBezTo>
                      <a:cubicBezTo>
                        <a:pt x="411" y="256"/>
                        <a:pt x="411" y="256"/>
                        <a:pt x="411" y="256"/>
                      </a:cubicBezTo>
                      <a:cubicBezTo>
                        <a:pt x="408" y="259"/>
                        <a:pt x="408" y="259"/>
                        <a:pt x="408" y="259"/>
                      </a:cubicBezTo>
                      <a:cubicBezTo>
                        <a:pt x="417" y="268"/>
                        <a:pt x="417" y="268"/>
                        <a:pt x="417" y="268"/>
                      </a:cubicBezTo>
                      <a:cubicBezTo>
                        <a:pt x="423" y="269"/>
                        <a:pt x="423" y="269"/>
                        <a:pt x="423" y="269"/>
                      </a:cubicBezTo>
                      <a:cubicBezTo>
                        <a:pt x="424" y="271"/>
                        <a:pt x="424" y="271"/>
                        <a:pt x="424" y="271"/>
                      </a:cubicBezTo>
                      <a:cubicBezTo>
                        <a:pt x="423" y="271"/>
                        <a:pt x="422" y="271"/>
                        <a:pt x="422" y="271"/>
                      </a:cubicBezTo>
                      <a:cubicBezTo>
                        <a:pt x="417" y="274"/>
                        <a:pt x="412" y="276"/>
                        <a:pt x="407" y="279"/>
                      </a:cubicBezTo>
                      <a:cubicBezTo>
                        <a:pt x="407" y="281"/>
                        <a:pt x="407" y="281"/>
                        <a:pt x="407" y="281"/>
                      </a:cubicBezTo>
                      <a:cubicBezTo>
                        <a:pt x="420" y="283"/>
                        <a:pt x="420" y="283"/>
                        <a:pt x="420" y="283"/>
                      </a:cubicBezTo>
                      <a:cubicBezTo>
                        <a:pt x="423" y="287"/>
                        <a:pt x="423" y="287"/>
                        <a:pt x="423" y="287"/>
                      </a:cubicBezTo>
                      <a:cubicBezTo>
                        <a:pt x="417" y="292"/>
                        <a:pt x="417" y="292"/>
                        <a:pt x="417" y="292"/>
                      </a:cubicBezTo>
                      <a:cubicBezTo>
                        <a:pt x="417" y="294"/>
                        <a:pt x="417" y="294"/>
                        <a:pt x="417" y="294"/>
                      </a:cubicBezTo>
                      <a:cubicBezTo>
                        <a:pt x="418" y="294"/>
                        <a:pt x="419" y="293"/>
                        <a:pt x="420" y="292"/>
                      </a:cubicBezTo>
                      <a:cubicBezTo>
                        <a:pt x="422" y="292"/>
                        <a:pt x="423" y="292"/>
                        <a:pt x="424" y="292"/>
                      </a:cubicBezTo>
                      <a:cubicBezTo>
                        <a:pt x="425" y="296"/>
                        <a:pt x="425" y="296"/>
                        <a:pt x="425" y="296"/>
                      </a:cubicBezTo>
                      <a:cubicBezTo>
                        <a:pt x="417" y="310"/>
                        <a:pt x="417" y="310"/>
                        <a:pt x="417" y="310"/>
                      </a:cubicBezTo>
                      <a:cubicBezTo>
                        <a:pt x="414" y="312"/>
                        <a:pt x="414" y="312"/>
                        <a:pt x="414" y="312"/>
                      </a:cubicBezTo>
                      <a:cubicBezTo>
                        <a:pt x="410" y="319"/>
                        <a:pt x="410" y="319"/>
                        <a:pt x="410" y="319"/>
                      </a:cubicBezTo>
                      <a:cubicBezTo>
                        <a:pt x="406" y="320"/>
                        <a:pt x="406" y="320"/>
                        <a:pt x="406" y="320"/>
                      </a:cubicBezTo>
                      <a:cubicBezTo>
                        <a:pt x="403" y="323"/>
                        <a:pt x="403" y="323"/>
                        <a:pt x="403" y="323"/>
                      </a:cubicBezTo>
                      <a:cubicBezTo>
                        <a:pt x="407" y="325"/>
                        <a:pt x="407" y="325"/>
                        <a:pt x="407" y="325"/>
                      </a:cubicBezTo>
                      <a:cubicBezTo>
                        <a:pt x="402" y="336"/>
                        <a:pt x="402" y="336"/>
                        <a:pt x="402" y="336"/>
                      </a:cubicBezTo>
                      <a:cubicBezTo>
                        <a:pt x="398" y="337"/>
                        <a:pt x="398" y="337"/>
                        <a:pt x="398" y="337"/>
                      </a:cubicBezTo>
                      <a:cubicBezTo>
                        <a:pt x="397" y="342"/>
                        <a:pt x="397" y="342"/>
                        <a:pt x="397" y="342"/>
                      </a:cubicBezTo>
                      <a:cubicBezTo>
                        <a:pt x="393" y="347"/>
                        <a:pt x="393" y="347"/>
                        <a:pt x="393" y="347"/>
                      </a:cubicBezTo>
                      <a:cubicBezTo>
                        <a:pt x="389" y="347"/>
                        <a:pt x="389" y="347"/>
                        <a:pt x="389" y="347"/>
                      </a:cubicBezTo>
                      <a:cubicBezTo>
                        <a:pt x="388" y="351"/>
                        <a:pt x="388" y="351"/>
                        <a:pt x="388" y="351"/>
                      </a:cubicBezTo>
                      <a:cubicBezTo>
                        <a:pt x="386" y="353"/>
                        <a:pt x="384" y="355"/>
                        <a:pt x="382" y="357"/>
                      </a:cubicBezTo>
                      <a:cubicBezTo>
                        <a:pt x="379" y="359"/>
                        <a:pt x="377" y="361"/>
                        <a:pt x="374" y="364"/>
                      </a:cubicBezTo>
                      <a:cubicBezTo>
                        <a:pt x="373" y="365"/>
                        <a:pt x="371" y="366"/>
                        <a:pt x="369" y="367"/>
                      </a:cubicBezTo>
                      <a:cubicBezTo>
                        <a:pt x="364" y="366"/>
                        <a:pt x="364" y="366"/>
                        <a:pt x="364" y="366"/>
                      </a:cubicBezTo>
                      <a:cubicBezTo>
                        <a:pt x="362" y="370"/>
                        <a:pt x="362" y="370"/>
                        <a:pt x="362" y="370"/>
                      </a:cubicBezTo>
                      <a:cubicBezTo>
                        <a:pt x="358" y="371"/>
                        <a:pt x="358" y="371"/>
                        <a:pt x="358" y="371"/>
                      </a:cubicBezTo>
                      <a:cubicBezTo>
                        <a:pt x="358" y="370"/>
                        <a:pt x="357" y="370"/>
                        <a:pt x="356" y="369"/>
                      </a:cubicBezTo>
                      <a:cubicBezTo>
                        <a:pt x="356" y="367"/>
                        <a:pt x="355" y="366"/>
                        <a:pt x="354" y="365"/>
                      </a:cubicBezTo>
                      <a:cubicBezTo>
                        <a:pt x="353" y="367"/>
                        <a:pt x="353" y="367"/>
                        <a:pt x="353" y="367"/>
                      </a:cubicBezTo>
                      <a:cubicBezTo>
                        <a:pt x="353" y="373"/>
                        <a:pt x="353" y="373"/>
                        <a:pt x="353" y="373"/>
                      </a:cubicBezTo>
                      <a:cubicBezTo>
                        <a:pt x="350" y="376"/>
                        <a:pt x="350" y="376"/>
                        <a:pt x="350" y="376"/>
                      </a:cubicBezTo>
                      <a:cubicBezTo>
                        <a:pt x="348" y="375"/>
                        <a:pt x="348" y="375"/>
                        <a:pt x="348" y="375"/>
                      </a:cubicBezTo>
                      <a:cubicBezTo>
                        <a:pt x="346" y="377"/>
                        <a:pt x="346" y="377"/>
                        <a:pt x="346" y="377"/>
                      </a:cubicBezTo>
                      <a:cubicBezTo>
                        <a:pt x="341" y="378"/>
                        <a:pt x="336" y="380"/>
                        <a:pt x="332" y="381"/>
                      </a:cubicBezTo>
                      <a:cubicBezTo>
                        <a:pt x="330" y="381"/>
                        <a:pt x="328" y="381"/>
                        <a:pt x="327" y="381"/>
                      </a:cubicBezTo>
                      <a:cubicBezTo>
                        <a:pt x="326" y="381"/>
                        <a:pt x="324" y="382"/>
                        <a:pt x="323" y="382"/>
                      </a:cubicBezTo>
                      <a:cubicBezTo>
                        <a:pt x="325" y="386"/>
                        <a:pt x="325" y="386"/>
                        <a:pt x="325" y="386"/>
                      </a:cubicBezTo>
                      <a:cubicBezTo>
                        <a:pt x="323" y="389"/>
                        <a:pt x="323" y="389"/>
                        <a:pt x="323" y="389"/>
                      </a:cubicBezTo>
                      <a:cubicBezTo>
                        <a:pt x="316" y="388"/>
                        <a:pt x="316" y="388"/>
                        <a:pt x="316" y="388"/>
                      </a:cubicBezTo>
                      <a:cubicBezTo>
                        <a:pt x="317" y="380"/>
                        <a:pt x="317" y="380"/>
                        <a:pt x="317" y="380"/>
                      </a:cubicBezTo>
                      <a:cubicBezTo>
                        <a:pt x="311" y="383"/>
                        <a:pt x="311" y="383"/>
                        <a:pt x="311" y="383"/>
                      </a:cubicBezTo>
                      <a:cubicBezTo>
                        <a:pt x="310" y="382"/>
                        <a:pt x="310" y="382"/>
                        <a:pt x="310" y="382"/>
                      </a:cubicBezTo>
                      <a:cubicBezTo>
                        <a:pt x="311" y="378"/>
                        <a:pt x="311" y="378"/>
                        <a:pt x="311" y="378"/>
                      </a:cubicBezTo>
                      <a:cubicBezTo>
                        <a:pt x="307" y="378"/>
                        <a:pt x="307" y="378"/>
                        <a:pt x="307" y="378"/>
                      </a:cubicBezTo>
                      <a:cubicBezTo>
                        <a:pt x="299" y="385"/>
                        <a:pt x="299" y="385"/>
                        <a:pt x="299" y="385"/>
                      </a:cubicBezTo>
                      <a:cubicBezTo>
                        <a:pt x="298" y="382"/>
                        <a:pt x="297" y="380"/>
                        <a:pt x="295" y="378"/>
                      </a:cubicBezTo>
                      <a:cubicBezTo>
                        <a:pt x="294" y="374"/>
                        <a:pt x="292" y="371"/>
                        <a:pt x="290" y="367"/>
                      </a:cubicBezTo>
                      <a:cubicBezTo>
                        <a:pt x="277" y="361"/>
                        <a:pt x="277" y="361"/>
                        <a:pt x="277" y="361"/>
                      </a:cubicBezTo>
                      <a:cubicBezTo>
                        <a:pt x="272" y="363"/>
                        <a:pt x="268" y="365"/>
                        <a:pt x="264" y="367"/>
                      </a:cubicBezTo>
                      <a:cubicBezTo>
                        <a:pt x="257" y="370"/>
                        <a:pt x="257" y="370"/>
                        <a:pt x="257" y="370"/>
                      </a:cubicBezTo>
                      <a:cubicBezTo>
                        <a:pt x="255" y="372"/>
                        <a:pt x="252" y="373"/>
                        <a:pt x="250" y="374"/>
                      </a:cubicBezTo>
                      <a:cubicBezTo>
                        <a:pt x="246" y="376"/>
                        <a:pt x="241" y="378"/>
                        <a:pt x="237" y="380"/>
                      </a:cubicBezTo>
                      <a:cubicBezTo>
                        <a:pt x="224" y="376"/>
                        <a:pt x="224" y="376"/>
                        <a:pt x="224" y="376"/>
                      </a:cubicBezTo>
                      <a:cubicBezTo>
                        <a:pt x="220" y="356"/>
                        <a:pt x="220" y="356"/>
                        <a:pt x="220" y="356"/>
                      </a:cubicBezTo>
                      <a:cubicBezTo>
                        <a:pt x="208" y="350"/>
                        <a:pt x="208" y="350"/>
                        <a:pt x="208" y="350"/>
                      </a:cubicBezTo>
                      <a:cubicBezTo>
                        <a:pt x="208" y="345"/>
                        <a:pt x="210" y="341"/>
                        <a:pt x="211" y="336"/>
                      </a:cubicBezTo>
                      <a:cubicBezTo>
                        <a:pt x="214" y="331"/>
                        <a:pt x="216" y="326"/>
                        <a:pt x="220" y="321"/>
                      </a:cubicBezTo>
                      <a:cubicBezTo>
                        <a:pt x="213" y="305"/>
                        <a:pt x="213" y="305"/>
                        <a:pt x="213" y="305"/>
                      </a:cubicBezTo>
                      <a:cubicBezTo>
                        <a:pt x="208" y="304"/>
                        <a:pt x="208" y="304"/>
                        <a:pt x="208" y="304"/>
                      </a:cubicBezTo>
                      <a:cubicBezTo>
                        <a:pt x="194" y="287"/>
                        <a:pt x="194" y="287"/>
                        <a:pt x="194" y="287"/>
                      </a:cubicBezTo>
                      <a:cubicBezTo>
                        <a:pt x="182" y="291"/>
                        <a:pt x="169" y="295"/>
                        <a:pt x="157" y="298"/>
                      </a:cubicBezTo>
                      <a:cubicBezTo>
                        <a:pt x="152" y="299"/>
                        <a:pt x="148" y="300"/>
                        <a:pt x="143" y="301"/>
                      </a:cubicBezTo>
                      <a:cubicBezTo>
                        <a:pt x="130" y="302"/>
                        <a:pt x="130" y="302"/>
                        <a:pt x="130" y="302"/>
                      </a:cubicBezTo>
                      <a:cubicBezTo>
                        <a:pt x="123" y="305"/>
                        <a:pt x="123" y="305"/>
                        <a:pt x="123" y="305"/>
                      </a:cubicBezTo>
                      <a:cubicBezTo>
                        <a:pt x="123" y="305"/>
                        <a:pt x="123" y="305"/>
                        <a:pt x="122" y="305"/>
                      </a:cubicBezTo>
                      <a:cubicBezTo>
                        <a:pt x="109" y="299"/>
                        <a:pt x="96" y="294"/>
                        <a:pt x="81" y="288"/>
                      </a:cubicBezTo>
                      <a:cubicBezTo>
                        <a:pt x="74" y="285"/>
                        <a:pt x="66" y="282"/>
                        <a:pt x="58" y="278"/>
                      </a:cubicBezTo>
                      <a:cubicBezTo>
                        <a:pt x="55" y="271"/>
                        <a:pt x="53" y="264"/>
                        <a:pt x="52" y="257"/>
                      </a:cubicBezTo>
                      <a:cubicBezTo>
                        <a:pt x="52" y="255"/>
                        <a:pt x="51" y="254"/>
                        <a:pt x="51" y="251"/>
                      </a:cubicBezTo>
                      <a:cubicBezTo>
                        <a:pt x="50" y="246"/>
                        <a:pt x="51" y="240"/>
                        <a:pt x="51" y="234"/>
                      </a:cubicBezTo>
                      <a:cubicBezTo>
                        <a:pt x="52" y="228"/>
                        <a:pt x="53" y="221"/>
                        <a:pt x="54" y="215"/>
                      </a:cubicBezTo>
                      <a:cubicBezTo>
                        <a:pt x="53" y="215"/>
                        <a:pt x="52" y="214"/>
                        <a:pt x="51" y="214"/>
                      </a:cubicBezTo>
                      <a:cubicBezTo>
                        <a:pt x="41" y="213"/>
                        <a:pt x="41" y="213"/>
                        <a:pt x="41" y="213"/>
                      </a:cubicBezTo>
                      <a:cubicBezTo>
                        <a:pt x="36" y="212"/>
                        <a:pt x="31" y="210"/>
                        <a:pt x="26" y="209"/>
                      </a:cubicBezTo>
                      <a:cubicBezTo>
                        <a:pt x="22" y="209"/>
                        <a:pt x="19" y="208"/>
                        <a:pt x="16" y="207"/>
                      </a:cubicBezTo>
                      <a:cubicBezTo>
                        <a:pt x="13" y="206"/>
                        <a:pt x="13" y="206"/>
                        <a:pt x="13" y="206"/>
                      </a:cubicBezTo>
                      <a:cubicBezTo>
                        <a:pt x="12" y="206"/>
                        <a:pt x="10" y="205"/>
                        <a:pt x="9" y="205"/>
                      </a:cubicBezTo>
                      <a:cubicBezTo>
                        <a:pt x="12" y="202"/>
                        <a:pt x="12" y="202"/>
                        <a:pt x="12" y="202"/>
                      </a:cubicBezTo>
                      <a:cubicBezTo>
                        <a:pt x="14" y="200"/>
                        <a:pt x="14" y="200"/>
                        <a:pt x="14" y="200"/>
                      </a:cubicBezTo>
                      <a:cubicBezTo>
                        <a:pt x="13" y="199"/>
                        <a:pt x="13" y="198"/>
                        <a:pt x="13" y="196"/>
                      </a:cubicBezTo>
                      <a:cubicBezTo>
                        <a:pt x="13" y="187"/>
                        <a:pt x="13" y="187"/>
                        <a:pt x="13" y="187"/>
                      </a:cubicBezTo>
                      <a:cubicBezTo>
                        <a:pt x="0" y="174"/>
                        <a:pt x="0" y="174"/>
                        <a:pt x="0" y="174"/>
                      </a:cubicBezTo>
                      <a:cubicBezTo>
                        <a:pt x="0" y="173"/>
                        <a:pt x="0" y="173"/>
                        <a:pt x="0" y="173"/>
                      </a:cubicBezTo>
                      <a:cubicBezTo>
                        <a:pt x="0" y="172"/>
                        <a:pt x="0" y="170"/>
                        <a:pt x="1" y="169"/>
                      </a:cubicBezTo>
                      <a:cubicBezTo>
                        <a:pt x="1" y="167"/>
                        <a:pt x="2" y="166"/>
                        <a:pt x="3" y="164"/>
                      </a:cubicBezTo>
                      <a:cubicBezTo>
                        <a:pt x="4" y="164"/>
                        <a:pt x="4" y="164"/>
                        <a:pt x="4" y="164"/>
                      </a:cubicBezTo>
                      <a:cubicBezTo>
                        <a:pt x="5" y="162"/>
                        <a:pt x="7" y="160"/>
                        <a:pt x="9" y="158"/>
                      </a:cubicBezTo>
                      <a:cubicBezTo>
                        <a:pt x="43" y="152"/>
                        <a:pt x="43" y="152"/>
                        <a:pt x="43" y="152"/>
                      </a:cubicBezTo>
                      <a:cubicBezTo>
                        <a:pt x="45" y="148"/>
                        <a:pt x="45" y="148"/>
                        <a:pt x="45" y="148"/>
                      </a:cubicBezTo>
                      <a:cubicBezTo>
                        <a:pt x="47" y="144"/>
                        <a:pt x="50" y="141"/>
                        <a:pt x="52" y="137"/>
                      </a:cubicBezTo>
                      <a:cubicBezTo>
                        <a:pt x="53" y="138"/>
                        <a:pt x="53" y="138"/>
                        <a:pt x="53" y="138"/>
                      </a:cubicBezTo>
                      <a:cubicBezTo>
                        <a:pt x="59" y="125"/>
                        <a:pt x="59" y="125"/>
                        <a:pt x="59" y="125"/>
                      </a:cubicBezTo>
                      <a:cubicBezTo>
                        <a:pt x="61" y="121"/>
                        <a:pt x="61" y="121"/>
                        <a:pt x="61" y="121"/>
                      </a:cubicBezTo>
                      <a:cubicBezTo>
                        <a:pt x="56" y="101"/>
                        <a:pt x="56" y="101"/>
                        <a:pt x="56" y="101"/>
                      </a:cubicBezTo>
                      <a:cubicBezTo>
                        <a:pt x="75" y="98"/>
                        <a:pt x="75" y="98"/>
                        <a:pt x="75" y="98"/>
                      </a:cubicBezTo>
                      <a:cubicBezTo>
                        <a:pt x="83" y="74"/>
                        <a:pt x="83" y="74"/>
                        <a:pt x="83" y="74"/>
                      </a:cubicBezTo>
                      <a:cubicBezTo>
                        <a:pt x="98" y="73"/>
                        <a:pt x="98" y="73"/>
                        <a:pt x="98" y="73"/>
                      </a:cubicBezTo>
                      <a:cubicBezTo>
                        <a:pt x="100" y="67"/>
                        <a:pt x="100" y="67"/>
                        <a:pt x="100" y="67"/>
                      </a:cubicBezTo>
                      <a:cubicBezTo>
                        <a:pt x="110" y="61"/>
                        <a:pt x="110" y="61"/>
                        <a:pt x="110" y="61"/>
                      </a:cubicBezTo>
                      <a:cubicBezTo>
                        <a:pt x="109" y="54"/>
                        <a:pt x="109" y="54"/>
                        <a:pt x="109" y="54"/>
                      </a:cubicBezTo>
                      <a:cubicBezTo>
                        <a:pt x="128" y="52"/>
                        <a:pt x="128" y="52"/>
                        <a:pt x="128" y="52"/>
                      </a:cubicBezTo>
                      <a:cubicBezTo>
                        <a:pt x="154" y="72"/>
                        <a:pt x="154" y="72"/>
                        <a:pt x="154" y="72"/>
                      </a:cubicBezTo>
                      <a:cubicBezTo>
                        <a:pt x="154" y="77"/>
                        <a:pt x="153" y="81"/>
                        <a:pt x="152" y="86"/>
                      </a:cubicBezTo>
                      <a:cubicBezTo>
                        <a:pt x="151" y="89"/>
                        <a:pt x="150" y="92"/>
                        <a:pt x="149" y="95"/>
                      </a:cubicBezTo>
                      <a:cubicBezTo>
                        <a:pt x="157" y="102"/>
                        <a:pt x="157" y="102"/>
                        <a:pt x="157" y="102"/>
                      </a:cubicBezTo>
                      <a:cubicBezTo>
                        <a:pt x="165" y="98"/>
                        <a:pt x="165" y="98"/>
                        <a:pt x="165" y="98"/>
                      </a:cubicBezTo>
                      <a:cubicBezTo>
                        <a:pt x="188" y="111"/>
                        <a:pt x="188" y="111"/>
                        <a:pt x="188" y="111"/>
                      </a:cubicBezTo>
                      <a:cubicBezTo>
                        <a:pt x="186" y="122"/>
                        <a:pt x="186" y="122"/>
                        <a:pt x="186" y="122"/>
                      </a:cubicBezTo>
                      <a:cubicBezTo>
                        <a:pt x="194" y="130"/>
                        <a:pt x="194" y="130"/>
                        <a:pt x="194" y="130"/>
                      </a:cubicBezTo>
                      <a:cubicBezTo>
                        <a:pt x="219" y="128"/>
                        <a:pt x="219" y="128"/>
                        <a:pt x="219" y="128"/>
                      </a:cubicBezTo>
                      <a:cubicBezTo>
                        <a:pt x="230" y="140"/>
                        <a:pt x="230" y="140"/>
                        <a:pt x="230" y="140"/>
                      </a:cubicBezTo>
                      <a:cubicBezTo>
                        <a:pt x="243" y="141"/>
                        <a:pt x="256" y="143"/>
                        <a:pt x="269" y="144"/>
                      </a:cubicBezTo>
                      <a:cubicBezTo>
                        <a:pt x="287" y="133"/>
                        <a:pt x="287" y="133"/>
                        <a:pt x="287" y="133"/>
                      </a:cubicBezTo>
                      <a:cubicBezTo>
                        <a:pt x="306" y="136"/>
                        <a:pt x="306" y="136"/>
                        <a:pt x="306" y="136"/>
                      </a:cubicBezTo>
                      <a:cubicBezTo>
                        <a:pt x="316" y="126"/>
                        <a:pt x="316" y="126"/>
                        <a:pt x="316" y="126"/>
                      </a:cubicBezTo>
                      <a:cubicBezTo>
                        <a:pt x="310" y="113"/>
                        <a:pt x="310" y="113"/>
                        <a:pt x="310" y="113"/>
                      </a:cubicBezTo>
                      <a:cubicBezTo>
                        <a:pt x="321" y="101"/>
                        <a:pt x="321" y="101"/>
                        <a:pt x="321" y="101"/>
                      </a:cubicBezTo>
                      <a:cubicBezTo>
                        <a:pt x="335" y="106"/>
                        <a:pt x="335" y="106"/>
                        <a:pt x="335" y="106"/>
                      </a:cubicBezTo>
                      <a:lnTo>
                        <a:pt x="386" y="7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22" name="Google Shape;509;p50">
                  <a:extLst>
                    <a:ext uri="{FF2B5EF4-FFF2-40B4-BE49-F238E27FC236}">
                      <a16:creationId xmlns:a16="http://schemas.microsoft.com/office/drawing/2014/main" id="{CAABD5F3-BFA4-48F7-8397-F14DC0056D44}"/>
                    </a:ext>
                  </a:extLst>
                </p:cNvPr>
                <p:cNvSpPr/>
                <p:nvPr/>
              </p:nvSpPr>
              <p:spPr>
                <a:xfrm>
                  <a:off x="6745287" y="3497263"/>
                  <a:ext cx="50800" cy="3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15" extrusionOk="0">
                      <a:moveTo>
                        <a:pt x="2" y="14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9"/>
                        <a:pt x="1" y="7"/>
                        <a:pt x="2" y="6"/>
                      </a:cubicBezTo>
                      <a:cubicBezTo>
                        <a:pt x="7" y="4"/>
                        <a:pt x="12" y="2"/>
                        <a:pt x="18" y="0"/>
                      </a:cubicBezTo>
                      <a:cubicBezTo>
                        <a:pt x="19" y="3"/>
                        <a:pt x="19" y="3"/>
                        <a:pt x="19" y="3"/>
                      </a:cubicBezTo>
                      <a:cubicBezTo>
                        <a:pt x="15" y="7"/>
                        <a:pt x="10" y="11"/>
                        <a:pt x="6" y="15"/>
                      </a:cubicBezTo>
                      <a:cubicBezTo>
                        <a:pt x="2" y="14"/>
                        <a:pt x="2" y="14"/>
                        <a:pt x="2" y="14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02" name="Google Shape;510;p50">
                <a:extLst>
                  <a:ext uri="{FF2B5EF4-FFF2-40B4-BE49-F238E27FC236}">
                    <a16:creationId xmlns:a16="http://schemas.microsoft.com/office/drawing/2014/main" id="{D7BC6600-AA8E-44D1-9B36-3B19AF7B34FC}"/>
                  </a:ext>
                </a:extLst>
              </p:cNvPr>
              <p:cNvSpPr/>
              <p:nvPr/>
            </p:nvSpPr>
            <p:spPr>
              <a:xfrm>
                <a:off x="7670864" y="3537591"/>
                <a:ext cx="89221" cy="71612"/>
              </a:xfrm>
              <a:custGeom>
                <a:avLst/>
                <a:gdLst/>
                <a:ahLst/>
                <a:cxnLst/>
                <a:rect l="l" t="t" r="r" b="b"/>
                <a:pathLst>
                  <a:path w="45" h="36" extrusionOk="0">
                    <a:moveTo>
                      <a:pt x="45" y="15"/>
                    </a:moveTo>
                    <a:cubicBezTo>
                      <a:pt x="45" y="5"/>
                      <a:pt x="45" y="5"/>
                      <a:pt x="45" y="5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4" y="5"/>
                      <a:pt x="30" y="1"/>
                      <a:pt x="27" y="1"/>
                    </a:cubicBezTo>
                    <a:cubicBezTo>
                      <a:pt x="25" y="0"/>
                      <a:pt x="23" y="0"/>
                      <a:pt x="21" y="0"/>
                    </a:cubicBezTo>
                    <a:cubicBezTo>
                      <a:pt x="18" y="0"/>
                      <a:pt x="14" y="1"/>
                      <a:pt x="10" y="1"/>
                    </a:cubicBezTo>
                    <a:cubicBezTo>
                      <a:pt x="7" y="1"/>
                      <a:pt x="4" y="4"/>
                      <a:pt x="1" y="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4" y="35"/>
                      <a:pt x="16" y="35"/>
                      <a:pt x="18" y="36"/>
                    </a:cubicBezTo>
                    <a:cubicBezTo>
                      <a:pt x="19" y="36"/>
                      <a:pt x="20" y="36"/>
                      <a:pt x="21" y="36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4" y="23"/>
                      <a:pt x="34" y="23"/>
                      <a:pt x="34" y="23"/>
                    </a:cubicBezTo>
                    <a:lnTo>
                      <a:pt x="45" y="1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3" name="Google Shape;511;p50">
                <a:extLst>
                  <a:ext uri="{FF2B5EF4-FFF2-40B4-BE49-F238E27FC236}">
                    <a16:creationId xmlns:a16="http://schemas.microsoft.com/office/drawing/2014/main" id="{E0FE0383-BB64-4702-B48F-CCE052A32D3A}"/>
                  </a:ext>
                </a:extLst>
              </p:cNvPr>
              <p:cNvSpPr/>
              <p:nvPr/>
            </p:nvSpPr>
            <p:spPr>
              <a:xfrm>
                <a:off x="7872785" y="3708989"/>
                <a:ext cx="42262" cy="41089"/>
              </a:xfrm>
              <a:custGeom>
                <a:avLst/>
                <a:gdLst/>
                <a:ahLst/>
                <a:cxnLst/>
                <a:rect l="l" t="t" r="r" b="b"/>
                <a:pathLst>
                  <a:path w="21" h="21" extrusionOk="0">
                    <a:moveTo>
                      <a:pt x="17" y="0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9" y="12"/>
                      <a:pt x="8" y="12"/>
                      <a:pt x="7" y="13"/>
                    </a:cubicBezTo>
                    <a:cubicBezTo>
                      <a:pt x="5" y="14"/>
                      <a:pt x="3" y="14"/>
                      <a:pt x="1" y="1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4" y="20"/>
                      <a:pt x="7" y="20"/>
                      <a:pt x="11" y="21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17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4" name="Google Shape;512;p50">
                <a:extLst>
                  <a:ext uri="{FF2B5EF4-FFF2-40B4-BE49-F238E27FC236}">
                    <a16:creationId xmlns:a16="http://schemas.microsoft.com/office/drawing/2014/main" id="{58F8BA33-4E8D-4FD6-A13A-769C5F062EC3}"/>
                  </a:ext>
                </a:extLst>
              </p:cNvPr>
              <p:cNvSpPr/>
              <p:nvPr/>
            </p:nvSpPr>
            <p:spPr>
              <a:xfrm>
                <a:off x="7430203" y="3218275"/>
                <a:ext cx="48132" cy="293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15" extrusionOk="0">
                    <a:moveTo>
                      <a:pt x="24" y="9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4" y="10"/>
                      <a:pt x="24" y="9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5" name="Google Shape;513;p50">
                <a:extLst>
                  <a:ext uri="{FF2B5EF4-FFF2-40B4-BE49-F238E27FC236}">
                    <a16:creationId xmlns:a16="http://schemas.microsoft.com/office/drawing/2014/main" id="{65A39003-8862-408B-93EB-92152D7D0D0C}"/>
                  </a:ext>
                </a:extLst>
              </p:cNvPr>
              <p:cNvSpPr/>
              <p:nvPr/>
            </p:nvSpPr>
            <p:spPr>
              <a:xfrm>
                <a:off x="7430203" y="3218275"/>
                <a:ext cx="48132" cy="293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15" extrusionOk="0">
                    <a:moveTo>
                      <a:pt x="24" y="9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4" y="10"/>
                      <a:pt x="24" y="9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6" name="Google Shape;514;p50">
                <a:extLst>
                  <a:ext uri="{FF2B5EF4-FFF2-40B4-BE49-F238E27FC236}">
                    <a16:creationId xmlns:a16="http://schemas.microsoft.com/office/drawing/2014/main" id="{E1913AB8-5680-41C6-B1E5-CA2A9B4D15E7}"/>
                  </a:ext>
                </a:extLst>
              </p:cNvPr>
              <p:cNvSpPr/>
              <p:nvPr/>
            </p:nvSpPr>
            <p:spPr>
              <a:xfrm>
                <a:off x="7430203" y="3275799"/>
                <a:ext cx="71611" cy="118570"/>
              </a:xfrm>
              <a:custGeom>
                <a:avLst/>
                <a:gdLst/>
                <a:ahLst/>
                <a:cxnLst/>
                <a:rect l="l" t="t" r="r" b="b"/>
                <a:pathLst>
                  <a:path w="36" h="60" extrusionOk="0">
                    <a:moveTo>
                      <a:pt x="13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6" y="50"/>
                      <a:pt x="6" y="50"/>
                      <a:pt x="6" y="50"/>
                    </a:cubicBezTo>
                    <a:cubicBezTo>
                      <a:pt x="9" y="50"/>
                      <a:pt x="13" y="49"/>
                      <a:pt x="16" y="49"/>
                    </a:cubicBezTo>
                    <a:cubicBezTo>
                      <a:pt x="18" y="48"/>
                      <a:pt x="19" y="48"/>
                      <a:pt x="20" y="47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9" y="44"/>
                      <a:pt x="29" y="44"/>
                      <a:pt x="29" y="44"/>
                    </a:cubicBezTo>
                    <a:cubicBezTo>
                      <a:pt x="29" y="48"/>
                      <a:pt x="30" y="52"/>
                      <a:pt x="31" y="55"/>
                    </a:cubicBezTo>
                    <a:cubicBezTo>
                      <a:pt x="31" y="57"/>
                      <a:pt x="32" y="58"/>
                      <a:pt x="33" y="60"/>
                    </a:cubicBezTo>
                    <a:cubicBezTo>
                      <a:pt x="34" y="54"/>
                      <a:pt x="34" y="47"/>
                      <a:pt x="35" y="40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5" y="20"/>
                      <a:pt x="35" y="20"/>
                      <a:pt x="35" y="20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17" y="12"/>
                      <a:pt x="17" y="12"/>
                      <a:pt x="17" y="12"/>
                    </a:cubicBezTo>
                    <a:lnTo>
                      <a:pt x="13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7" name="Google Shape;515;p50">
                <a:extLst>
                  <a:ext uri="{FF2B5EF4-FFF2-40B4-BE49-F238E27FC236}">
                    <a16:creationId xmlns:a16="http://schemas.microsoft.com/office/drawing/2014/main" id="{18B48A82-D079-4417-977D-4A468C7C042F}"/>
                  </a:ext>
                </a:extLst>
              </p:cNvPr>
              <p:cNvSpPr/>
              <p:nvPr/>
            </p:nvSpPr>
            <p:spPr>
              <a:xfrm>
                <a:off x="6660087" y="2960004"/>
                <a:ext cx="37567" cy="19958"/>
              </a:xfrm>
              <a:custGeom>
                <a:avLst/>
                <a:gdLst/>
                <a:ahLst/>
                <a:cxnLst/>
                <a:rect l="l" t="t" r="r" b="b"/>
                <a:pathLst>
                  <a:path w="32" h="17" extrusionOk="0">
                    <a:moveTo>
                      <a:pt x="10" y="0"/>
                    </a:moveTo>
                    <a:lnTo>
                      <a:pt x="0" y="2"/>
                    </a:lnTo>
                    <a:lnTo>
                      <a:pt x="17" y="17"/>
                    </a:lnTo>
                    <a:lnTo>
                      <a:pt x="32" y="15"/>
                    </a:lnTo>
                    <a:lnTo>
                      <a:pt x="17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8" name="Google Shape;516;p50">
                <a:extLst>
                  <a:ext uri="{FF2B5EF4-FFF2-40B4-BE49-F238E27FC236}">
                    <a16:creationId xmlns:a16="http://schemas.microsoft.com/office/drawing/2014/main" id="{CAE4A7B1-E2B4-4919-9C14-B1936265EE1B}"/>
                  </a:ext>
                </a:extLst>
              </p:cNvPr>
              <p:cNvSpPr/>
              <p:nvPr/>
            </p:nvSpPr>
            <p:spPr>
              <a:xfrm>
                <a:off x="6662436" y="2903654"/>
                <a:ext cx="106830" cy="88047"/>
              </a:xfrm>
              <a:custGeom>
                <a:avLst/>
                <a:gdLst/>
                <a:ahLst/>
                <a:cxnLst/>
                <a:rect l="l" t="t" r="r" b="b"/>
                <a:pathLst>
                  <a:path w="54" h="44" extrusionOk="0">
                    <a:moveTo>
                      <a:pt x="48" y="15"/>
                    </a:moveTo>
                    <a:cubicBezTo>
                      <a:pt x="44" y="15"/>
                      <a:pt x="44" y="15"/>
                      <a:pt x="44" y="15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1" y="10"/>
                      <a:pt x="21" y="10"/>
                      <a:pt x="21" y="1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2" y="38"/>
                      <a:pt x="41" y="34"/>
                      <a:pt x="42" y="31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54" y="19"/>
                      <a:pt x="54" y="19"/>
                      <a:pt x="54" y="19"/>
                    </a:cubicBezTo>
                    <a:lnTo>
                      <a:pt x="48" y="1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9" name="Google Shape;517;p50">
                <a:extLst>
                  <a:ext uri="{FF2B5EF4-FFF2-40B4-BE49-F238E27FC236}">
                    <a16:creationId xmlns:a16="http://schemas.microsoft.com/office/drawing/2014/main" id="{F0E032C1-331F-4822-B4B2-E802660CF4A1}"/>
                  </a:ext>
                </a:extLst>
              </p:cNvPr>
              <p:cNvSpPr/>
              <p:nvPr/>
            </p:nvSpPr>
            <p:spPr>
              <a:xfrm>
                <a:off x="6628390" y="2931829"/>
                <a:ext cx="81003" cy="45785"/>
              </a:xfrm>
              <a:custGeom>
                <a:avLst/>
                <a:gdLst/>
                <a:ahLst/>
                <a:cxnLst/>
                <a:rect l="l" t="t" r="r" b="b"/>
                <a:pathLst>
                  <a:path w="41" h="23" extrusionOk="0">
                    <a:moveTo>
                      <a:pt x="0" y="6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36" y="16"/>
                      <a:pt x="33" y="12"/>
                      <a:pt x="29" y="8"/>
                    </a:cubicBezTo>
                    <a:cubicBezTo>
                      <a:pt x="26" y="6"/>
                      <a:pt x="23" y="6"/>
                      <a:pt x="20" y="4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0" name="Google Shape;518;p50">
                <a:extLst>
                  <a:ext uri="{FF2B5EF4-FFF2-40B4-BE49-F238E27FC236}">
                    <a16:creationId xmlns:a16="http://schemas.microsoft.com/office/drawing/2014/main" id="{71670799-56F3-4B65-8469-7242EECD1FE9}"/>
                  </a:ext>
                </a:extLst>
              </p:cNvPr>
              <p:cNvSpPr/>
              <p:nvPr/>
            </p:nvSpPr>
            <p:spPr>
              <a:xfrm>
                <a:off x="6491037" y="3138446"/>
                <a:ext cx="369796" cy="385058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4" extrusionOk="0">
                    <a:moveTo>
                      <a:pt x="30" y="3"/>
                    </a:moveTo>
                    <a:cubicBezTo>
                      <a:pt x="16" y="9"/>
                      <a:pt x="16" y="9"/>
                      <a:pt x="16" y="9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5"/>
                      <a:pt x="17" y="25"/>
                      <a:pt x="17" y="25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9" y="29"/>
                      <a:pt x="9" y="29"/>
                      <a:pt x="9" y="29"/>
                    </a:cubicBezTo>
                    <a:cubicBezTo>
                      <a:pt x="8" y="29"/>
                      <a:pt x="7" y="31"/>
                      <a:pt x="5" y="32"/>
                    </a:cubicBezTo>
                    <a:cubicBezTo>
                      <a:pt x="5" y="32"/>
                      <a:pt x="5" y="33"/>
                      <a:pt x="4" y="33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3" y="38"/>
                      <a:pt x="1" y="43"/>
                      <a:pt x="0" y="48"/>
                    </a:cubicBezTo>
                    <a:cubicBezTo>
                      <a:pt x="0" y="49"/>
                      <a:pt x="0" y="49"/>
                      <a:pt x="0" y="50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8" y="60"/>
                      <a:pt x="13" y="69"/>
                      <a:pt x="17" y="77"/>
                    </a:cubicBezTo>
                    <a:cubicBezTo>
                      <a:pt x="17" y="78"/>
                      <a:pt x="18" y="80"/>
                      <a:pt x="18" y="81"/>
                    </a:cubicBezTo>
                    <a:cubicBezTo>
                      <a:pt x="19" y="83"/>
                      <a:pt x="21" y="85"/>
                      <a:pt x="23" y="87"/>
                    </a:cubicBezTo>
                    <a:cubicBezTo>
                      <a:pt x="24" y="88"/>
                      <a:pt x="26" y="89"/>
                      <a:pt x="27" y="89"/>
                    </a:cubicBezTo>
                    <a:cubicBezTo>
                      <a:pt x="37" y="109"/>
                      <a:pt x="37" y="109"/>
                      <a:pt x="37" y="109"/>
                    </a:cubicBezTo>
                    <a:cubicBezTo>
                      <a:pt x="37" y="110"/>
                      <a:pt x="36" y="111"/>
                      <a:pt x="36" y="113"/>
                    </a:cubicBezTo>
                    <a:cubicBezTo>
                      <a:pt x="36" y="116"/>
                      <a:pt x="36" y="119"/>
                      <a:pt x="36" y="122"/>
                    </a:cubicBezTo>
                    <a:cubicBezTo>
                      <a:pt x="40" y="127"/>
                      <a:pt x="44" y="132"/>
                      <a:pt x="47" y="137"/>
                    </a:cubicBezTo>
                    <a:cubicBezTo>
                      <a:pt x="51" y="143"/>
                      <a:pt x="54" y="150"/>
                      <a:pt x="57" y="156"/>
                    </a:cubicBezTo>
                    <a:cubicBezTo>
                      <a:pt x="62" y="164"/>
                      <a:pt x="66" y="172"/>
                      <a:pt x="71" y="180"/>
                    </a:cubicBezTo>
                    <a:cubicBezTo>
                      <a:pt x="79" y="173"/>
                      <a:pt x="79" y="173"/>
                      <a:pt x="79" y="173"/>
                    </a:cubicBezTo>
                    <a:cubicBezTo>
                      <a:pt x="87" y="175"/>
                      <a:pt x="87" y="175"/>
                      <a:pt x="87" y="175"/>
                    </a:cubicBezTo>
                    <a:cubicBezTo>
                      <a:pt x="99" y="186"/>
                      <a:pt x="99" y="186"/>
                      <a:pt x="99" y="186"/>
                    </a:cubicBezTo>
                    <a:cubicBezTo>
                      <a:pt x="99" y="194"/>
                      <a:pt x="99" y="194"/>
                      <a:pt x="99" y="194"/>
                    </a:cubicBezTo>
                    <a:cubicBezTo>
                      <a:pt x="117" y="175"/>
                      <a:pt x="117" y="175"/>
                      <a:pt x="117" y="175"/>
                    </a:cubicBezTo>
                    <a:cubicBezTo>
                      <a:pt x="183" y="146"/>
                      <a:pt x="183" y="146"/>
                      <a:pt x="183" y="146"/>
                    </a:cubicBezTo>
                    <a:cubicBezTo>
                      <a:pt x="186" y="105"/>
                      <a:pt x="186" y="105"/>
                      <a:pt x="186" y="105"/>
                    </a:cubicBezTo>
                    <a:cubicBezTo>
                      <a:pt x="181" y="100"/>
                      <a:pt x="181" y="100"/>
                      <a:pt x="181" y="100"/>
                    </a:cubicBezTo>
                    <a:cubicBezTo>
                      <a:pt x="176" y="105"/>
                      <a:pt x="176" y="105"/>
                      <a:pt x="176" y="105"/>
                    </a:cubicBezTo>
                    <a:cubicBezTo>
                      <a:pt x="146" y="105"/>
                      <a:pt x="146" y="105"/>
                      <a:pt x="146" y="105"/>
                    </a:cubicBezTo>
                    <a:cubicBezTo>
                      <a:pt x="145" y="99"/>
                      <a:pt x="145" y="99"/>
                      <a:pt x="145" y="99"/>
                    </a:cubicBezTo>
                    <a:cubicBezTo>
                      <a:pt x="137" y="90"/>
                      <a:pt x="137" y="90"/>
                      <a:pt x="137" y="90"/>
                    </a:cubicBezTo>
                    <a:cubicBezTo>
                      <a:pt x="141" y="82"/>
                      <a:pt x="141" y="82"/>
                      <a:pt x="141" y="82"/>
                    </a:cubicBezTo>
                    <a:cubicBezTo>
                      <a:pt x="139" y="77"/>
                      <a:pt x="138" y="72"/>
                      <a:pt x="137" y="67"/>
                    </a:cubicBezTo>
                    <a:cubicBezTo>
                      <a:pt x="137" y="66"/>
                      <a:pt x="137" y="65"/>
                      <a:pt x="136" y="64"/>
                    </a:cubicBezTo>
                    <a:cubicBezTo>
                      <a:pt x="133" y="63"/>
                      <a:pt x="131" y="61"/>
                      <a:pt x="130" y="59"/>
                    </a:cubicBezTo>
                    <a:cubicBezTo>
                      <a:pt x="124" y="51"/>
                      <a:pt x="118" y="43"/>
                      <a:pt x="112" y="34"/>
                    </a:cubicBezTo>
                    <a:cubicBezTo>
                      <a:pt x="112" y="32"/>
                      <a:pt x="111" y="31"/>
                      <a:pt x="110" y="30"/>
                    </a:cubicBezTo>
                    <a:cubicBezTo>
                      <a:pt x="104" y="29"/>
                      <a:pt x="104" y="29"/>
                      <a:pt x="104" y="29"/>
                    </a:cubicBezTo>
                    <a:cubicBezTo>
                      <a:pt x="102" y="27"/>
                      <a:pt x="102" y="27"/>
                      <a:pt x="102" y="27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0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1" name="Google Shape;519;p50">
                <a:extLst>
                  <a:ext uri="{FF2B5EF4-FFF2-40B4-BE49-F238E27FC236}">
                    <a16:creationId xmlns:a16="http://schemas.microsoft.com/office/drawing/2014/main" id="{6ACF18E4-A9F6-4F6B-9F13-84AE11C6FC2B}"/>
                  </a:ext>
                </a:extLst>
              </p:cNvPr>
              <p:cNvSpPr/>
              <p:nvPr/>
            </p:nvSpPr>
            <p:spPr>
              <a:xfrm>
                <a:off x="6947706" y="2997571"/>
                <a:ext cx="254748" cy="190181"/>
              </a:xfrm>
              <a:custGeom>
                <a:avLst/>
                <a:gdLst/>
                <a:ahLst/>
                <a:cxnLst/>
                <a:rect l="l" t="t" r="r" b="b"/>
                <a:pathLst>
                  <a:path w="128" h="96" extrusionOk="0">
                    <a:moveTo>
                      <a:pt x="117" y="12"/>
                    </a:moveTo>
                    <a:cubicBezTo>
                      <a:pt x="114" y="13"/>
                      <a:pt x="111" y="13"/>
                      <a:pt x="109" y="13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2" y="9"/>
                      <a:pt x="68" y="8"/>
                      <a:pt x="63" y="8"/>
                    </a:cubicBezTo>
                    <a:cubicBezTo>
                      <a:pt x="55" y="7"/>
                      <a:pt x="47" y="6"/>
                      <a:pt x="40" y="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2" y="91"/>
                      <a:pt x="2" y="91"/>
                      <a:pt x="2" y="91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42" y="88"/>
                      <a:pt x="53" y="80"/>
                      <a:pt x="65" y="72"/>
                    </a:cubicBezTo>
                    <a:cubicBezTo>
                      <a:pt x="90" y="46"/>
                      <a:pt x="90" y="46"/>
                      <a:pt x="90" y="46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101" y="24"/>
                      <a:pt x="104" y="23"/>
                      <a:pt x="106" y="23"/>
                    </a:cubicBezTo>
                    <a:cubicBezTo>
                      <a:pt x="109" y="22"/>
                      <a:pt x="111" y="22"/>
                      <a:pt x="113" y="23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19" y="19"/>
                      <a:pt x="121" y="17"/>
                      <a:pt x="123" y="16"/>
                    </a:cubicBezTo>
                    <a:cubicBezTo>
                      <a:pt x="124" y="14"/>
                      <a:pt x="125" y="13"/>
                      <a:pt x="126" y="13"/>
                    </a:cubicBezTo>
                    <a:cubicBezTo>
                      <a:pt x="128" y="11"/>
                      <a:pt x="128" y="11"/>
                      <a:pt x="128" y="11"/>
                    </a:cubicBezTo>
                    <a:cubicBezTo>
                      <a:pt x="127" y="10"/>
                      <a:pt x="127" y="9"/>
                      <a:pt x="127" y="7"/>
                    </a:cubicBezTo>
                    <a:cubicBezTo>
                      <a:pt x="127" y="7"/>
                      <a:pt x="127" y="7"/>
                      <a:pt x="127" y="8"/>
                    </a:cubicBezTo>
                    <a:cubicBezTo>
                      <a:pt x="123" y="10"/>
                      <a:pt x="123" y="10"/>
                      <a:pt x="123" y="10"/>
                    </a:cubicBezTo>
                    <a:cubicBezTo>
                      <a:pt x="121" y="10"/>
                      <a:pt x="119" y="11"/>
                      <a:pt x="117" y="12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2" name="Google Shape;520;p50">
                <a:extLst>
                  <a:ext uri="{FF2B5EF4-FFF2-40B4-BE49-F238E27FC236}">
                    <a16:creationId xmlns:a16="http://schemas.microsoft.com/office/drawing/2014/main" id="{5F49FED4-E00C-44F9-9A11-76E264C92916}"/>
                  </a:ext>
                </a:extLst>
              </p:cNvPr>
              <p:cNvSpPr/>
              <p:nvPr/>
            </p:nvSpPr>
            <p:spPr>
              <a:xfrm>
                <a:off x="6947706" y="2997571"/>
                <a:ext cx="254748" cy="190181"/>
              </a:xfrm>
              <a:custGeom>
                <a:avLst/>
                <a:gdLst/>
                <a:ahLst/>
                <a:cxnLst/>
                <a:rect l="l" t="t" r="r" b="b"/>
                <a:pathLst>
                  <a:path w="128" h="96" extrusionOk="0">
                    <a:moveTo>
                      <a:pt x="117" y="12"/>
                    </a:moveTo>
                    <a:cubicBezTo>
                      <a:pt x="114" y="13"/>
                      <a:pt x="111" y="13"/>
                      <a:pt x="109" y="13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2" y="9"/>
                      <a:pt x="68" y="8"/>
                      <a:pt x="63" y="8"/>
                    </a:cubicBezTo>
                    <a:cubicBezTo>
                      <a:pt x="55" y="7"/>
                      <a:pt x="47" y="6"/>
                      <a:pt x="40" y="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2" y="91"/>
                      <a:pt x="2" y="91"/>
                      <a:pt x="2" y="91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42" y="88"/>
                      <a:pt x="53" y="80"/>
                      <a:pt x="65" y="72"/>
                    </a:cubicBezTo>
                    <a:cubicBezTo>
                      <a:pt x="90" y="46"/>
                      <a:pt x="90" y="46"/>
                      <a:pt x="90" y="46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101" y="24"/>
                      <a:pt x="104" y="23"/>
                      <a:pt x="106" y="23"/>
                    </a:cubicBezTo>
                    <a:cubicBezTo>
                      <a:pt x="109" y="22"/>
                      <a:pt x="111" y="22"/>
                      <a:pt x="113" y="23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19" y="19"/>
                      <a:pt x="121" y="17"/>
                      <a:pt x="123" y="16"/>
                    </a:cubicBezTo>
                    <a:cubicBezTo>
                      <a:pt x="124" y="14"/>
                      <a:pt x="125" y="13"/>
                      <a:pt x="126" y="13"/>
                    </a:cubicBezTo>
                    <a:cubicBezTo>
                      <a:pt x="128" y="11"/>
                      <a:pt x="128" y="11"/>
                      <a:pt x="128" y="11"/>
                    </a:cubicBezTo>
                    <a:cubicBezTo>
                      <a:pt x="127" y="10"/>
                      <a:pt x="127" y="9"/>
                      <a:pt x="127" y="7"/>
                    </a:cubicBezTo>
                    <a:cubicBezTo>
                      <a:pt x="127" y="7"/>
                      <a:pt x="127" y="7"/>
                      <a:pt x="127" y="8"/>
                    </a:cubicBezTo>
                    <a:cubicBezTo>
                      <a:pt x="123" y="10"/>
                      <a:pt x="123" y="10"/>
                      <a:pt x="123" y="10"/>
                    </a:cubicBezTo>
                    <a:cubicBezTo>
                      <a:pt x="121" y="10"/>
                      <a:pt x="119" y="11"/>
                      <a:pt x="117" y="12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3" name="Google Shape;521;p50">
                <a:extLst>
                  <a:ext uri="{FF2B5EF4-FFF2-40B4-BE49-F238E27FC236}">
                    <a16:creationId xmlns:a16="http://schemas.microsoft.com/office/drawing/2014/main" id="{894A0B08-650A-450B-BF20-A1C70031F733}"/>
                  </a:ext>
                </a:extLst>
              </p:cNvPr>
              <p:cNvSpPr/>
              <p:nvPr/>
            </p:nvSpPr>
            <p:spPr>
              <a:xfrm>
                <a:off x="8075880" y="4016566"/>
                <a:ext cx="41088" cy="25827"/>
              </a:xfrm>
              <a:custGeom>
                <a:avLst/>
                <a:gdLst/>
                <a:ahLst/>
                <a:cxnLst/>
                <a:rect l="l" t="t" r="r" b="b"/>
                <a:pathLst>
                  <a:path w="21" h="13" extrusionOk="0">
                    <a:moveTo>
                      <a:pt x="6" y="2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6" y="11"/>
                      <a:pt x="9" y="9"/>
                      <a:pt x="12" y="7"/>
                    </a:cubicBezTo>
                    <a:cubicBezTo>
                      <a:pt x="15" y="6"/>
                      <a:pt x="18" y="4"/>
                      <a:pt x="21" y="2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6" y="1"/>
                      <a:pt x="11" y="1"/>
                      <a:pt x="6" y="2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14" name="Google Shape;522;p50">
                <a:extLst>
                  <a:ext uri="{FF2B5EF4-FFF2-40B4-BE49-F238E27FC236}">
                    <a16:creationId xmlns:a16="http://schemas.microsoft.com/office/drawing/2014/main" id="{17CD78B8-9C81-4E7C-9181-9E10BDF62FD7}"/>
                  </a:ext>
                </a:extLst>
              </p:cNvPr>
              <p:cNvGrpSpPr/>
              <p:nvPr/>
            </p:nvGrpSpPr>
            <p:grpSpPr>
              <a:xfrm>
                <a:off x="8354108" y="3888605"/>
                <a:ext cx="270010" cy="179616"/>
                <a:chOff x="7510462" y="4154488"/>
                <a:chExt cx="365125" cy="242888"/>
              </a:xfrm>
              <a:grpFill/>
            </p:grpSpPr>
            <p:sp>
              <p:nvSpPr>
                <p:cNvPr id="1014" name="Google Shape;523;p50">
                  <a:extLst>
                    <a:ext uri="{FF2B5EF4-FFF2-40B4-BE49-F238E27FC236}">
                      <a16:creationId xmlns:a16="http://schemas.microsoft.com/office/drawing/2014/main" id="{BD1E771C-7549-450E-808D-E3F50762AB2A}"/>
                    </a:ext>
                  </a:extLst>
                </p:cNvPr>
                <p:cNvSpPr/>
                <p:nvPr/>
              </p:nvSpPr>
              <p:spPr>
                <a:xfrm>
                  <a:off x="7642225" y="4157663"/>
                  <a:ext cx="349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10" extrusionOk="0">
                      <a:moveTo>
                        <a:pt x="13" y="0"/>
                      </a:moveTo>
                      <a:lnTo>
                        <a:pt x="0" y="0"/>
                      </a:lnTo>
                      <a:lnTo>
                        <a:pt x="1" y="9"/>
                      </a:lnTo>
                      <a:lnTo>
                        <a:pt x="8" y="10"/>
                      </a:lnTo>
                      <a:lnTo>
                        <a:pt x="20" y="9"/>
                      </a:lnTo>
                      <a:lnTo>
                        <a:pt x="22" y="5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5" name="Google Shape;524;p50">
                  <a:extLst>
                    <a:ext uri="{FF2B5EF4-FFF2-40B4-BE49-F238E27FC236}">
                      <a16:creationId xmlns:a16="http://schemas.microsoft.com/office/drawing/2014/main" id="{266E3CDE-841D-4EFC-A4E8-9F27690B3E4E}"/>
                    </a:ext>
                  </a:extLst>
                </p:cNvPr>
                <p:cNvSpPr/>
                <p:nvPr/>
              </p:nvSpPr>
              <p:spPr>
                <a:xfrm>
                  <a:off x="7789862" y="4203700"/>
                  <a:ext cx="17462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7" extrusionOk="0">
                      <a:moveTo>
                        <a:pt x="0" y="2"/>
                      </a:moveTo>
                      <a:lnTo>
                        <a:pt x="6" y="17"/>
                      </a:lnTo>
                      <a:lnTo>
                        <a:pt x="11" y="15"/>
                      </a:lnTo>
                      <a:lnTo>
                        <a:pt x="11" y="7"/>
                      </a:lnTo>
                      <a:lnTo>
                        <a:pt x="1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6" name="Google Shape;525;p50">
                  <a:extLst>
                    <a:ext uri="{FF2B5EF4-FFF2-40B4-BE49-F238E27FC236}">
                      <a16:creationId xmlns:a16="http://schemas.microsoft.com/office/drawing/2014/main" id="{D91635C2-15EF-4C31-BB9B-1333DC7F2363}"/>
                    </a:ext>
                  </a:extLst>
                </p:cNvPr>
                <p:cNvSpPr/>
                <p:nvPr/>
              </p:nvSpPr>
              <p:spPr>
                <a:xfrm>
                  <a:off x="7748587" y="4181475"/>
                  <a:ext cx="4127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14" extrusionOk="0">
                      <a:moveTo>
                        <a:pt x="7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24" y="14"/>
                      </a:lnTo>
                      <a:lnTo>
                        <a:pt x="26" y="12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7" name="Google Shape;526;p50">
                  <a:extLst>
                    <a:ext uri="{FF2B5EF4-FFF2-40B4-BE49-F238E27FC236}">
                      <a16:creationId xmlns:a16="http://schemas.microsoft.com/office/drawing/2014/main" id="{3C6DFD66-76CD-4DBB-9091-28EA708D43F6}"/>
                    </a:ext>
                  </a:extLst>
                </p:cNvPr>
                <p:cNvSpPr/>
                <p:nvPr/>
              </p:nvSpPr>
              <p:spPr>
                <a:xfrm>
                  <a:off x="7694612" y="4216400"/>
                  <a:ext cx="92075" cy="49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18" extrusionOk="0">
                      <a:moveTo>
                        <a:pt x="23" y="0"/>
                      </a:move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6" y="6"/>
                        <a:pt x="26" y="6"/>
                        <a:pt x="26" y="6"/>
                      </a:cubicBezTo>
                      <a:cubicBezTo>
                        <a:pt x="26" y="9"/>
                        <a:pt x="26" y="9"/>
                        <a:pt x="26" y="9"/>
                      </a:cubicBezTo>
                      <a:cubicBezTo>
                        <a:pt x="23" y="10"/>
                        <a:pt x="21" y="11"/>
                        <a:pt x="19" y="13"/>
                      </a:cubicBezTo>
                      <a:cubicBezTo>
                        <a:pt x="17" y="13"/>
                        <a:pt x="15" y="14"/>
                        <a:pt x="14" y="15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7" y="18"/>
                        <a:pt x="14" y="18"/>
                        <a:pt x="20" y="18"/>
                      </a:cubicBezTo>
                      <a:cubicBezTo>
                        <a:pt x="24" y="18"/>
                        <a:pt x="28" y="17"/>
                        <a:pt x="32" y="15"/>
                      </a:cubicBezTo>
                      <a:cubicBezTo>
                        <a:pt x="34" y="3"/>
                        <a:pt x="34" y="3"/>
                        <a:pt x="34" y="3"/>
                      </a:cubicBezTo>
                      <a:cubicBezTo>
                        <a:pt x="29" y="0"/>
                        <a:pt x="29" y="0"/>
                        <a:pt x="29" y="0"/>
                      </a:cubicBez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8" name="Google Shape;527;p50">
                  <a:extLst>
                    <a:ext uri="{FF2B5EF4-FFF2-40B4-BE49-F238E27FC236}">
                      <a16:creationId xmlns:a16="http://schemas.microsoft.com/office/drawing/2014/main" id="{22560861-3757-4196-AA9A-61FC7CDA9E57}"/>
                    </a:ext>
                  </a:extLst>
                </p:cNvPr>
                <p:cNvSpPr/>
                <p:nvPr/>
              </p:nvSpPr>
              <p:spPr>
                <a:xfrm>
                  <a:off x="7834312" y="4259263"/>
                  <a:ext cx="4127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14" extrusionOk="0">
                      <a:moveTo>
                        <a:pt x="9" y="7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4"/>
                        <a:pt x="4" y="7"/>
                        <a:pt x="6" y="11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lnTo>
                        <a:pt x="9" y="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9" name="Google Shape;528;p50">
                  <a:extLst>
                    <a:ext uri="{FF2B5EF4-FFF2-40B4-BE49-F238E27FC236}">
                      <a16:creationId xmlns:a16="http://schemas.microsoft.com/office/drawing/2014/main" id="{CC573E6D-29CB-40E7-9BA5-EA331B34CAFE}"/>
                    </a:ext>
                  </a:extLst>
                </p:cNvPr>
                <p:cNvSpPr/>
                <p:nvPr/>
              </p:nvSpPr>
              <p:spPr>
                <a:xfrm>
                  <a:off x="7510462" y="4154488"/>
                  <a:ext cx="241300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90" extrusionOk="0">
                      <a:moveTo>
                        <a:pt x="82" y="83"/>
                      </a:moveTo>
                      <a:cubicBezTo>
                        <a:pt x="79" y="82"/>
                        <a:pt x="76" y="81"/>
                        <a:pt x="73" y="79"/>
                      </a:cubicBezTo>
                      <a:cubicBezTo>
                        <a:pt x="75" y="77"/>
                        <a:pt x="75" y="77"/>
                        <a:pt x="75" y="77"/>
                      </a:cubicBezTo>
                      <a:cubicBezTo>
                        <a:pt x="75" y="75"/>
                        <a:pt x="75" y="75"/>
                        <a:pt x="75" y="75"/>
                      </a:cubicBezTo>
                      <a:cubicBezTo>
                        <a:pt x="69" y="74"/>
                        <a:pt x="69" y="74"/>
                        <a:pt x="69" y="74"/>
                      </a:cubicBezTo>
                      <a:cubicBezTo>
                        <a:pt x="65" y="68"/>
                        <a:pt x="60" y="62"/>
                        <a:pt x="57" y="55"/>
                      </a:cubicBezTo>
                      <a:cubicBezTo>
                        <a:pt x="56" y="53"/>
                        <a:pt x="55" y="52"/>
                        <a:pt x="55" y="50"/>
                      </a:cubicBezTo>
                      <a:cubicBezTo>
                        <a:pt x="62" y="52"/>
                        <a:pt x="62" y="52"/>
                        <a:pt x="62" y="52"/>
                      </a:cubicBezTo>
                      <a:cubicBezTo>
                        <a:pt x="66" y="47"/>
                        <a:pt x="66" y="47"/>
                        <a:pt x="66" y="47"/>
                      </a:cubicBezTo>
                      <a:cubicBezTo>
                        <a:pt x="60" y="40"/>
                        <a:pt x="60" y="40"/>
                        <a:pt x="60" y="40"/>
                      </a:cubicBezTo>
                      <a:cubicBezTo>
                        <a:pt x="56" y="39"/>
                        <a:pt x="52" y="37"/>
                        <a:pt x="48" y="36"/>
                      </a:cubicBezTo>
                      <a:cubicBezTo>
                        <a:pt x="47" y="35"/>
                        <a:pt x="46" y="34"/>
                        <a:pt x="44" y="33"/>
                      </a:cubicBezTo>
                      <a:cubicBezTo>
                        <a:pt x="42" y="24"/>
                        <a:pt x="42" y="24"/>
                        <a:pt x="42" y="24"/>
                      </a:cubicBezTo>
                      <a:cubicBezTo>
                        <a:pt x="36" y="20"/>
                        <a:pt x="30" y="16"/>
                        <a:pt x="23" y="13"/>
                      </a:cubicBezTo>
                      <a:cubicBezTo>
                        <a:pt x="16" y="8"/>
                        <a:pt x="8" y="4"/>
                        <a:pt x="0" y="0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2" y="70"/>
                        <a:pt x="2" y="70"/>
                        <a:pt x="2" y="70"/>
                      </a:cubicBezTo>
                      <a:cubicBezTo>
                        <a:pt x="11" y="71"/>
                        <a:pt x="11" y="71"/>
                        <a:pt x="11" y="71"/>
                      </a:cubicBezTo>
                      <a:cubicBezTo>
                        <a:pt x="13" y="71"/>
                        <a:pt x="15" y="72"/>
                        <a:pt x="17" y="72"/>
                      </a:cubicBezTo>
                      <a:cubicBezTo>
                        <a:pt x="25" y="67"/>
                        <a:pt x="25" y="67"/>
                        <a:pt x="25" y="67"/>
                      </a:cubicBezTo>
                      <a:cubicBezTo>
                        <a:pt x="25" y="66"/>
                        <a:pt x="25" y="66"/>
                        <a:pt x="25" y="66"/>
                      </a:cubicBezTo>
                      <a:cubicBezTo>
                        <a:pt x="20" y="62"/>
                        <a:pt x="20" y="62"/>
                        <a:pt x="20" y="62"/>
                      </a:cubicBezTo>
                      <a:cubicBezTo>
                        <a:pt x="27" y="61"/>
                        <a:pt x="27" y="61"/>
                        <a:pt x="27" y="61"/>
                      </a:cubicBezTo>
                      <a:cubicBezTo>
                        <a:pt x="29" y="56"/>
                        <a:pt x="29" y="56"/>
                        <a:pt x="29" y="56"/>
                      </a:cubicBezTo>
                      <a:cubicBezTo>
                        <a:pt x="31" y="59"/>
                        <a:pt x="31" y="59"/>
                        <a:pt x="31" y="59"/>
                      </a:cubicBezTo>
                      <a:cubicBezTo>
                        <a:pt x="34" y="58"/>
                        <a:pt x="34" y="58"/>
                        <a:pt x="34" y="58"/>
                      </a:cubicBezTo>
                      <a:cubicBezTo>
                        <a:pt x="36" y="55"/>
                        <a:pt x="36" y="55"/>
                        <a:pt x="36" y="55"/>
                      </a:cubicBezTo>
                      <a:cubicBezTo>
                        <a:pt x="41" y="61"/>
                        <a:pt x="46" y="66"/>
                        <a:pt x="50" y="72"/>
                      </a:cubicBezTo>
                      <a:cubicBezTo>
                        <a:pt x="52" y="74"/>
                        <a:pt x="53" y="77"/>
                        <a:pt x="54" y="79"/>
                      </a:cubicBezTo>
                      <a:cubicBezTo>
                        <a:pt x="62" y="85"/>
                        <a:pt x="62" y="85"/>
                        <a:pt x="62" y="85"/>
                      </a:cubicBezTo>
                      <a:cubicBezTo>
                        <a:pt x="68" y="87"/>
                        <a:pt x="74" y="88"/>
                        <a:pt x="81" y="89"/>
                      </a:cubicBezTo>
                      <a:cubicBezTo>
                        <a:pt x="83" y="90"/>
                        <a:pt x="86" y="90"/>
                        <a:pt x="89" y="90"/>
                      </a:cubicBezTo>
                      <a:cubicBezTo>
                        <a:pt x="90" y="86"/>
                        <a:pt x="90" y="86"/>
                        <a:pt x="90" y="86"/>
                      </a:cubicBezTo>
                      <a:cubicBezTo>
                        <a:pt x="87" y="85"/>
                        <a:pt x="84" y="85"/>
                        <a:pt x="82" y="83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grpSp>
            <p:nvGrpSpPr>
              <p:cNvPr id="915" name="Google Shape;529;p50">
                <a:extLst>
                  <a:ext uri="{FF2B5EF4-FFF2-40B4-BE49-F238E27FC236}">
                    <a16:creationId xmlns:a16="http://schemas.microsoft.com/office/drawing/2014/main" id="{E01BD650-6485-4E41-A102-4E548F33E5CD}"/>
                  </a:ext>
                </a:extLst>
              </p:cNvPr>
              <p:cNvGrpSpPr/>
              <p:nvPr/>
            </p:nvGrpSpPr>
            <p:grpSpPr>
              <a:xfrm>
                <a:off x="8818995" y="4571849"/>
                <a:ext cx="212487" cy="320490"/>
                <a:chOff x="8139112" y="5078413"/>
                <a:chExt cx="287338" cy="433387"/>
              </a:xfrm>
              <a:grpFill/>
            </p:grpSpPr>
            <p:sp>
              <p:nvSpPr>
                <p:cNvPr id="1011" name="Google Shape;530;p50">
                  <a:extLst>
                    <a:ext uri="{FF2B5EF4-FFF2-40B4-BE49-F238E27FC236}">
                      <a16:creationId xmlns:a16="http://schemas.microsoft.com/office/drawing/2014/main" id="{8D6242EE-3DB8-44D2-BDF0-490DA97F4D52}"/>
                    </a:ext>
                  </a:extLst>
                </p:cNvPr>
                <p:cNvSpPr/>
                <p:nvPr/>
              </p:nvSpPr>
              <p:spPr>
                <a:xfrm>
                  <a:off x="8283575" y="5078413"/>
                  <a:ext cx="142875" cy="23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86" extrusionOk="0">
                      <a:moveTo>
                        <a:pt x="47" y="40"/>
                      </a:moveTo>
                      <a:cubicBezTo>
                        <a:pt x="40" y="44"/>
                        <a:pt x="40" y="44"/>
                        <a:pt x="40" y="44"/>
                      </a:cubicBezTo>
                      <a:cubicBezTo>
                        <a:pt x="32" y="42"/>
                        <a:pt x="32" y="42"/>
                        <a:pt x="32" y="42"/>
                      </a:cubicBezTo>
                      <a:cubicBezTo>
                        <a:pt x="32" y="39"/>
                        <a:pt x="31" y="36"/>
                        <a:pt x="30" y="33"/>
                      </a:cubicBezTo>
                      <a:cubicBezTo>
                        <a:pt x="29" y="31"/>
                        <a:pt x="28" y="29"/>
                        <a:pt x="28" y="27"/>
                      </a:cubicBezTo>
                      <a:cubicBezTo>
                        <a:pt x="25" y="27"/>
                        <a:pt x="25" y="27"/>
                        <a:pt x="25" y="27"/>
                      </a:cubicBezTo>
                      <a:cubicBezTo>
                        <a:pt x="25" y="36"/>
                        <a:pt x="25" y="36"/>
                        <a:pt x="25" y="36"/>
                      </a:cubicBezTo>
                      <a:cubicBezTo>
                        <a:pt x="22" y="36"/>
                        <a:pt x="22" y="36"/>
                        <a:pt x="22" y="36"/>
                      </a:cubicBezTo>
                      <a:cubicBezTo>
                        <a:pt x="19" y="29"/>
                        <a:pt x="19" y="29"/>
                        <a:pt x="19" y="29"/>
                      </a:cubicBezTo>
                      <a:cubicBezTo>
                        <a:pt x="16" y="28"/>
                        <a:pt x="16" y="28"/>
                        <a:pt x="16" y="28"/>
                      </a:cubicBezTo>
                      <a:cubicBezTo>
                        <a:pt x="16" y="19"/>
                        <a:pt x="16" y="19"/>
                        <a:pt x="16" y="19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6"/>
                        <a:pt x="7" y="5"/>
                        <a:pt x="6" y="4"/>
                      </a:cubicBezTo>
                      <a:cubicBezTo>
                        <a:pt x="5" y="2"/>
                        <a:pt x="4" y="1"/>
                        <a:pt x="4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5" y="21"/>
                        <a:pt x="10" y="33"/>
                        <a:pt x="16" y="45"/>
                      </a:cubicBezTo>
                      <a:cubicBezTo>
                        <a:pt x="13" y="50"/>
                        <a:pt x="10" y="54"/>
                        <a:pt x="7" y="59"/>
                      </a:cubicBezTo>
                      <a:cubicBezTo>
                        <a:pt x="11" y="65"/>
                        <a:pt x="11" y="65"/>
                        <a:pt x="11" y="65"/>
                      </a:cubicBezTo>
                      <a:cubicBezTo>
                        <a:pt x="16" y="66"/>
                        <a:pt x="16" y="66"/>
                        <a:pt x="16" y="66"/>
                      </a:cubicBezTo>
                      <a:cubicBezTo>
                        <a:pt x="19" y="71"/>
                        <a:pt x="19" y="71"/>
                        <a:pt x="19" y="71"/>
                      </a:cubicBezTo>
                      <a:cubicBezTo>
                        <a:pt x="19" y="73"/>
                        <a:pt x="18" y="75"/>
                        <a:pt x="18" y="77"/>
                      </a:cubicBezTo>
                      <a:cubicBezTo>
                        <a:pt x="17" y="78"/>
                        <a:pt x="16" y="80"/>
                        <a:pt x="15" y="81"/>
                      </a:cubicBezTo>
                      <a:cubicBezTo>
                        <a:pt x="21" y="86"/>
                        <a:pt x="21" y="86"/>
                        <a:pt x="21" y="86"/>
                      </a:cubicBezTo>
                      <a:cubicBezTo>
                        <a:pt x="27" y="79"/>
                        <a:pt x="33" y="71"/>
                        <a:pt x="38" y="64"/>
                      </a:cubicBezTo>
                      <a:cubicBezTo>
                        <a:pt x="36" y="62"/>
                        <a:pt x="36" y="62"/>
                        <a:pt x="36" y="62"/>
                      </a:cubicBezTo>
                      <a:cubicBezTo>
                        <a:pt x="36" y="56"/>
                        <a:pt x="36" y="56"/>
                        <a:pt x="36" y="56"/>
                      </a:cubicBezTo>
                      <a:cubicBezTo>
                        <a:pt x="39" y="53"/>
                        <a:pt x="39" y="53"/>
                        <a:pt x="39" y="53"/>
                      </a:cubicBezTo>
                      <a:cubicBezTo>
                        <a:pt x="41" y="54"/>
                        <a:pt x="41" y="54"/>
                        <a:pt x="43" y="55"/>
                      </a:cubicBezTo>
                      <a:cubicBezTo>
                        <a:pt x="44" y="56"/>
                        <a:pt x="44" y="56"/>
                        <a:pt x="45" y="57"/>
                      </a:cubicBezTo>
                      <a:cubicBezTo>
                        <a:pt x="53" y="43"/>
                        <a:pt x="53" y="43"/>
                        <a:pt x="53" y="43"/>
                      </a:cubicBezTo>
                      <a:cubicBezTo>
                        <a:pt x="50" y="39"/>
                        <a:pt x="50" y="39"/>
                        <a:pt x="50" y="39"/>
                      </a:cubicBezTo>
                      <a:lnTo>
                        <a:pt x="47" y="4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2" name="Google Shape;531;p50">
                  <a:extLst>
                    <a:ext uri="{FF2B5EF4-FFF2-40B4-BE49-F238E27FC236}">
                      <a16:creationId xmlns:a16="http://schemas.microsoft.com/office/drawing/2014/main" id="{AB35ADE8-8C23-4FC7-8850-2B5745FCC699}"/>
                    </a:ext>
                  </a:extLst>
                </p:cNvPr>
                <p:cNvSpPr/>
                <p:nvPr/>
              </p:nvSpPr>
              <p:spPr>
                <a:xfrm>
                  <a:off x="8139112" y="5286375"/>
                  <a:ext cx="176212" cy="20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76" extrusionOk="0">
                      <a:moveTo>
                        <a:pt x="64" y="1"/>
                      </a:moveTo>
                      <a:cubicBezTo>
                        <a:pt x="54" y="7"/>
                        <a:pt x="54" y="7"/>
                        <a:pt x="54" y="7"/>
                      </a:cubicBezTo>
                      <a:cubicBezTo>
                        <a:pt x="52" y="4"/>
                        <a:pt x="52" y="4"/>
                        <a:pt x="52" y="4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7"/>
                        <a:pt x="43" y="17"/>
                        <a:pt x="43" y="17"/>
                      </a:cubicBezTo>
                      <a:cubicBezTo>
                        <a:pt x="35" y="23"/>
                        <a:pt x="29" y="29"/>
                        <a:pt x="23" y="36"/>
                      </a:cubicBezTo>
                      <a:cubicBezTo>
                        <a:pt x="14" y="46"/>
                        <a:pt x="7" y="55"/>
                        <a:pt x="0" y="66"/>
                      </a:cubicBezTo>
                      <a:cubicBezTo>
                        <a:pt x="6" y="69"/>
                        <a:pt x="12" y="72"/>
                        <a:pt x="18" y="76"/>
                      </a:cubicBezTo>
                      <a:cubicBezTo>
                        <a:pt x="27" y="76"/>
                        <a:pt x="27" y="76"/>
                        <a:pt x="27" y="76"/>
                      </a:cubicBezTo>
                      <a:cubicBezTo>
                        <a:pt x="32" y="71"/>
                        <a:pt x="36" y="66"/>
                        <a:pt x="39" y="60"/>
                      </a:cubicBezTo>
                      <a:cubicBezTo>
                        <a:pt x="44" y="52"/>
                        <a:pt x="49" y="44"/>
                        <a:pt x="52" y="36"/>
                      </a:cubicBezTo>
                      <a:cubicBezTo>
                        <a:pt x="58" y="36"/>
                        <a:pt x="58" y="36"/>
                        <a:pt x="58" y="36"/>
                      </a:cubicBezTo>
                      <a:cubicBezTo>
                        <a:pt x="59" y="33"/>
                        <a:pt x="59" y="33"/>
                        <a:pt x="59" y="33"/>
                      </a:cubicBezTo>
                      <a:cubicBezTo>
                        <a:pt x="55" y="30"/>
                        <a:pt x="55" y="30"/>
                        <a:pt x="55" y="30"/>
                      </a:cubicBezTo>
                      <a:cubicBezTo>
                        <a:pt x="65" y="16"/>
                        <a:pt x="65" y="16"/>
                        <a:pt x="65" y="16"/>
                      </a:cubicBezTo>
                      <a:cubicBezTo>
                        <a:pt x="64" y="9"/>
                        <a:pt x="64" y="9"/>
                        <a:pt x="64" y="9"/>
                      </a:cubicBezTo>
                      <a:cubicBezTo>
                        <a:pt x="66" y="6"/>
                        <a:pt x="66" y="6"/>
                        <a:pt x="66" y="6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3" name="Google Shape;532;p50">
                  <a:extLst>
                    <a:ext uri="{FF2B5EF4-FFF2-40B4-BE49-F238E27FC236}">
                      <a16:creationId xmlns:a16="http://schemas.microsoft.com/office/drawing/2014/main" id="{57C202F3-FE7F-406D-9F75-68F67BA52330}"/>
                    </a:ext>
                  </a:extLst>
                </p:cNvPr>
                <p:cNvSpPr/>
                <p:nvPr/>
              </p:nvSpPr>
              <p:spPr>
                <a:xfrm>
                  <a:off x="8147050" y="5486400"/>
                  <a:ext cx="2857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6" extrusionOk="0">
                      <a:moveTo>
                        <a:pt x="10" y="0"/>
                      </a:moveTo>
                      <a:lnTo>
                        <a:pt x="5" y="11"/>
                      </a:lnTo>
                      <a:lnTo>
                        <a:pt x="0" y="16"/>
                      </a:lnTo>
                      <a:lnTo>
                        <a:pt x="5" y="16"/>
                      </a:lnTo>
                      <a:lnTo>
                        <a:pt x="15" y="14"/>
                      </a:lnTo>
                      <a:lnTo>
                        <a:pt x="18" y="6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16" name="Google Shape;533;p50">
                <a:extLst>
                  <a:ext uri="{FF2B5EF4-FFF2-40B4-BE49-F238E27FC236}">
                    <a16:creationId xmlns:a16="http://schemas.microsoft.com/office/drawing/2014/main" id="{502BBF8B-106E-4578-A2E2-DA5B8145E002}"/>
                  </a:ext>
                </a:extLst>
              </p:cNvPr>
              <p:cNvSpPr/>
              <p:nvPr/>
            </p:nvSpPr>
            <p:spPr>
              <a:xfrm>
                <a:off x="8721557" y="4045915"/>
                <a:ext cx="25827" cy="1174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0" extrusionOk="0">
                    <a:moveTo>
                      <a:pt x="6" y="0"/>
                    </a:moveTo>
                    <a:lnTo>
                      <a:pt x="0" y="0"/>
                    </a:lnTo>
                    <a:lnTo>
                      <a:pt x="10" y="9"/>
                    </a:lnTo>
                    <a:lnTo>
                      <a:pt x="17" y="10"/>
                    </a:lnTo>
                    <a:lnTo>
                      <a:pt x="22" y="10"/>
                    </a:lnTo>
                    <a:lnTo>
                      <a:pt x="20" y="5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7" name="Google Shape;534;p50">
                <a:extLst>
                  <a:ext uri="{FF2B5EF4-FFF2-40B4-BE49-F238E27FC236}">
                    <a16:creationId xmlns:a16="http://schemas.microsoft.com/office/drawing/2014/main" id="{8763DED9-138E-4412-8A15-7890253009F0}"/>
                  </a:ext>
                </a:extLst>
              </p:cNvPr>
              <p:cNvSpPr/>
              <p:nvPr/>
            </p:nvSpPr>
            <p:spPr>
              <a:xfrm>
                <a:off x="8811951" y="4132788"/>
                <a:ext cx="18783" cy="25827"/>
              </a:xfrm>
              <a:custGeom>
                <a:avLst/>
                <a:gdLst/>
                <a:ahLst/>
                <a:cxnLst/>
                <a:rect l="l" t="t" r="r" b="b"/>
                <a:pathLst>
                  <a:path w="9" h="13" extrusionOk="0">
                    <a:moveTo>
                      <a:pt x="9" y="3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4"/>
                      <a:pt x="0" y="7"/>
                      <a:pt x="0" y="10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9" y="8"/>
                      <a:pt x="9" y="8"/>
                      <a:pt x="9" y="8"/>
                    </a:cubicBezTo>
                    <a:lnTo>
                      <a:pt x="9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8" name="Google Shape;535;p50">
                <a:extLst>
                  <a:ext uri="{FF2B5EF4-FFF2-40B4-BE49-F238E27FC236}">
                    <a16:creationId xmlns:a16="http://schemas.microsoft.com/office/drawing/2014/main" id="{C84A84DE-1014-4CEC-A60C-EE618DC437D4}"/>
                  </a:ext>
                </a:extLst>
              </p:cNvPr>
              <p:cNvSpPr/>
              <p:nvPr/>
            </p:nvSpPr>
            <p:spPr>
              <a:xfrm>
                <a:off x="9029134" y="4166833"/>
                <a:ext cx="21131" cy="1761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0" y="7"/>
                    </a:moveTo>
                    <a:lnTo>
                      <a:pt x="3" y="15"/>
                    </a:lnTo>
                    <a:lnTo>
                      <a:pt x="10" y="15"/>
                    </a:lnTo>
                    <a:lnTo>
                      <a:pt x="12" y="9"/>
                    </a:lnTo>
                    <a:lnTo>
                      <a:pt x="17" y="5"/>
                    </a:lnTo>
                    <a:lnTo>
                      <a:pt x="18" y="0"/>
                    </a:lnTo>
                    <a:lnTo>
                      <a:pt x="13" y="0"/>
                    </a:lnTo>
                    <a:lnTo>
                      <a:pt x="0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9" name="Google Shape;536;p50">
                <a:extLst>
                  <a:ext uri="{FF2B5EF4-FFF2-40B4-BE49-F238E27FC236}">
                    <a16:creationId xmlns:a16="http://schemas.microsoft.com/office/drawing/2014/main" id="{1841F8FB-E812-4BED-9BC4-2598F9DA7480}"/>
                  </a:ext>
                </a:extLst>
              </p:cNvPr>
              <p:cNvSpPr/>
              <p:nvPr/>
            </p:nvSpPr>
            <p:spPr>
              <a:xfrm>
                <a:off x="9009176" y="4191486"/>
                <a:ext cx="22305" cy="21131"/>
              </a:xfrm>
              <a:custGeom>
                <a:avLst/>
                <a:gdLst/>
                <a:ahLst/>
                <a:cxnLst/>
                <a:rect l="l" t="t" r="r" b="b"/>
                <a:pathLst>
                  <a:path w="19" h="18" extrusionOk="0">
                    <a:moveTo>
                      <a:pt x="0" y="6"/>
                    </a:moveTo>
                    <a:lnTo>
                      <a:pt x="0" y="13"/>
                    </a:lnTo>
                    <a:lnTo>
                      <a:pt x="3" y="18"/>
                    </a:lnTo>
                    <a:lnTo>
                      <a:pt x="17" y="10"/>
                    </a:lnTo>
                    <a:lnTo>
                      <a:pt x="19" y="3"/>
                    </a:lnTo>
                    <a:lnTo>
                      <a:pt x="12" y="0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0" name="Google Shape;537;p50">
                <a:extLst>
                  <a:ext uri="{FF2B5EF4-FFF2-40B4-BE49-F238E27FC236}">
                    <a16:creationId xmlns:a16="http://schemas.microsoft.com/office/drawing/2014/main" id="{E330F426-BDD4-4C19-BF2C-0C68193DC738}"/>
                  </a:ext>
                </a:extLst>
              </p:cNvPr>
              <p:cNvSpPr/>
              <p:nvPr/>
            </p:nvSpPr>
            <p:spPr>
              <a:xfrm>
                <a:off x="8824865" y="4165659"/>
                <a:ext cx="12913" cy="17610"/>
              </a:xfrm>
              <a:custGeom>
                <a:avLst/>
                <a:gdLst/>
                <a:ahLst/>
                <a:cxnLst/>
                <a:rect l="l" t="t" r="r" b="b"/>
                <a:pathLst>
                  <a:path w="11" h="15" extrusionOk="0">
                    <a:moveTo>
                      <a:pt x="1" y="0"/>
                    </a:moveTo>
                    <a:lnTo>
                      <a:pt x="0" y="3"/>
                    </a:lnTo>
                    <a:lnTo>
                      <a:pt x="5" y="15"/>
                    </a:lnTo>
                    <a:lnTo>
                      <a:pt x="11" y="11"/>
                    </a:lnTo>
                    <a:lnTo>
                      <a:pt x="6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1" name="Google Shape;538;p50">
                <a:extLst>
                  <a:ext uri="{FF2B5EF4-FFF2-40B4-BE49-F238E27FC236}">
                    <a16:creationId xmlns:a16="http://schemas.microsoft.com/office/drawing/2014/main" id="{E7391416-57FF-4950-8FD4-46D84891B6CB}"/>
                  </a:ext>
                </a:extLst>
              </p:cNvPr>
              <p:cNvSpPr/>
              <p:nvPr/>
            </p:nvSpPr>
            <p:spPr>
              <a:xfrm>
                <a:off x="8764993" y="4258401"/>
                <a:ext cx="49306" cy="4813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5"/>
                      <a:pt x="3" y="7"/>
                      <a:pt x="6" y="9"/>
                    </a:cubicBezTo>
                    <a:cubicBezTo>
                      <a:pt x="11" y="15"/>
                      <a:pt x="17" y="20"/>
                      <a:pt x="23" y="24"/>
                    </a:cubicBez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19" y="15"/>
                      <a:pt x="14" y="10"/>
                      <a:pt x="8" y="5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22" name="Google Shape;539;p50">
                <a:extLst>
                  <a:ext uri="{FF2B5EF4-FFF2-40B4-BE49-F238E27FC236}">
                    <a16:creationId xmlns:a16="http://schemas.microsoft.com/office/drawing/2014/main" id="{56510FD1-D779-407E-B98C-CC22157EFCCA}"/>
                  </a:ext>
                </a:extLst>
              </p:cNvPr>
              <p:cNvGrpSpPr/>
              <p:nvPr/>
            </p:nvGrpSpPr>
            <p:grpSpPr>
              <a:xfrm>
                <a:off x="7881003" y="4065872"/>
                <a:ext cx="699679" cy="730202"/>
                <a:chOff x="6870700" y="4394200"/>
                <a:chExt cx="946150" cy="987426"/>
              </a:xfrm>
              <a:grpFill/>
            </p:grpSpPr>
            <p:sp>
              <p:nvSpPr>
                <p:cNvPr id="1005" name="Google Shape;540;p50">
                  <a:extLst>
                    <a:ext uri="{FF2B5EF4-FFF2-40B4-BE49-F238E27FC236}">
                      <a16:creationId xmlns:a16="http://schemas.microsoft.com/office/drawing/2014/main" id="{18F8A6A6-1412-4F12-9081-91B73966DDA3}"/>
                    </a:ext>
                  </a:extLst>
                </p:cNvPr>
                <p:cNvSpPr/>
                <p:nvPr/>
              </p:nvSpPr>
              <p:spPr>
                <a:xfrm>
                  <a:off x="7251700" y="4413250"/>
                  <a:ext cx="30162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12" extrusionOk="0">
                      <a:moveTo>
                        <a:pt x="17" y="7"/>
                      </a:moveTo>
                      <a:lnTo>
                        <a:pt x="19" y="2"/>
                      </a:lnTo>
                      <a:lnTo>
                        <a:pt x="14" y="0"/>
                      </a:lnTo>
                      <a:lnTo>
                        <a:pt x="9" y="2"/>
                      </a:lnTo>
                      <a:lnTo>
                        <a:pt x="4" y="0"/>
                      </a:lnTo>
                      <a:lnTo>
                        <a:pt x="0" y="5"/>
                      </a:lnTo>
                      <a:lnTo>
                        <a:pt x="5" y="12"/>
                      </a:lnTo>
                      <a:lnTo>
                        <a:pt x="17" y="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6" name="Google Shape;541;p50">
                  <a:extLst>
                    <a:ext uri="{FF2B5EF4-FFF2-40B4-BE49-F238E27FC236}">
                      <a16:creationId xmlns:a16="http://schemas.microsoft.com/office/drawing/2014/main" id="{0096B636-AB40-4F57-A606-82E5D53931A8}"/>
                    </a:ext>
                  </a:extLst>
                </p:cNvPr>
                <p:cNvSpPr/>
                <p:nvPr/>
              </p:nvSpPr>
              <p:spPr>
                <a:xfrm>
                  <a:off x="7300912" y="4421188"/>
                  <a:ext cx="19050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0" extrusionOk="0">
                      <a:moveTo>
                        <a:pt x="10" y="7"/>
                      </a:move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5"/>
                      </a:lnTo>
                      <a:lnTo>
                        <a:pt x="3" y="10"/>
                      </a:lnTo>
                      <a:lnTo>
                        <a:pt x="10" y="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7" name="Google Shape;542;p50">
                  <a:extLst>
                    <a:ext uri="{FF2B5EF4-FFF2-40B4-BE49-F238E27FC236}">
                      <a16:creationId xmlns:a16="http://schemas.microsoft.com/office/drawing/2014/main" id="{D83FBCFC-50F4-4C66-91C3-80F98AC16287}"/>
                    </a:ext>
                  </a:extLst>
                </p:cNvPr>
                <p:cNvSpPr/>
                <p:nvPr/>
              </p:nvSpPr>
              <p:spPr>
                <a:xfrm>
                  <a:off x="7418387" y="44799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2" extrusionOk="0">
                      <a:moveTo>
                        <a:pt x="5" y="0"/>
                      </a:moveTo>
                      <a:lnTo>
                        <a:pt x="0" y="5"/>
                      </a:lnTo>
                      <a:lnTo>
                        <a:pt x="0" y="12"/>
                      </a:lnTo>
                      <a:lnTo>
                        <a:pt x="12" y="10"/>
                      </a:lnTo>
                      <a:lnTo>
                        <a:pt x="12" y="7"/>
                      </a:lnTo>
                      <a:lnTo>
                        <a:pt x="9" y="5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8" name="Google Shape;543;p50">
                  <a:extLst>
                    <a:ext uri="{FF2B5EF4-FFF2-40B4-BE49-F238E27FC236}">
                      <a16:creationId xmlns:a16="http://schemas.microsoft.com/office/drawing/2014/main" id="{387AC2EC-B4E4-4813-9798-73D5B46C510A}"/>
                    </a:ext>
                  </a:extLst>
                </p:cNvPr>
                <p:cNvSpPr/>
                <p:nvPr/>
              </p:nvSpPr>
              <p:spPr>
                <a:xfrm>
                  <a:off x="7480300" y="4538663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9" y="9"/>
                      </a:moveTo>
                      <a:lnTo>
                        <a:pt x="14" y="4"/>
                      </a:lnTo>
                      <a:lnTo>
                        <a:pt x="10" y="0"/>
                      </a:lnTo>
                      <a:lnTo>
                        <a:pt x="2" y="9"/>
                      </a:lnTo>
                      <a:lnTo>
                        <a:pt x="0" y="14"/>
                      </a:lnTo>
                      <a:lnTo>
                        <a:pt x="7" y="14"/>
                      </a:lnTo>
                      <a:lnTo>
                        <a:pt x="9" y="9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9" name="Google Shape;544;p50">
                  <a:extLst>
                    <a:ext uri="{FF2B5EF4-FFF2-40B4-BE49-F238E27FC236}">
                      <a16:creationId xmlns:a16="http://schemas.microsoft.com/office/drawing/2014/main" id="{63160898-8C8D-4894-9323-7FEA8D053EB2}"/>
                    </a:ext>
                  </a:extLst>
                </p:cNvPr>
                <p:cNvSpPr/>
                <p:nvPr/>
              </p:nvSpPr>
              <p:spPr>
                <a:xfrm>
                  <a:off x="6870700" y="4394200"/>
                  <a:ext cx="946150" cy="846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315" extrusionOk="0">
                      <a:moveTo>
                        <a:pt x="348" y="176"/>
                      </a:moveTo>
                      <a:cubicBezTo>
                        <a:pt x="346" y="163"/>
                        <a:pt x="346" y="163"/>
                        <a:pt x="346" y="163"/>
                      </a:cubicBezTo>
                      <a:cubicBezTo>
                        <a:pt x="343" y="155"/>
                        <a:pt x="343" y="155"/>
                        <a:pt x="343" y="155"/>
                      </a:cubicBezTo>
                      <a:cubicBezTo>
                        <a:pt x="341" y="146"/>
                        <a:pt x="341" y="146"/>
                        <a:pt x="341" y="146"/>
                      </a:cubicBezTo>
                      <a:cubicBezTo>
                        <a:pt x="332" y="136"/>
                        <a:pt x="332" y="136"/>
                        <a:pt x="332" y="136"/>
                      </a:cubicBezTo>
                      <a:cubicBezTo>
                        <a:pt x="331" y="126"/>
                        <a:pt x="331" y="126"/>
                        <a:pt x="331" y="126"/>
                      </a:cubicBezTo>
                      <a:cubicBezTo>
                        <a:pt x="327" y="126"/>
                        <a:pt x="327" y="126"/>
                        <a:pt x="327" y="126"/>
                      </a:cubicBezTo>
                      <a:cubicBezTo>
                        <a:pt x="326" y="122"/>
                        <a:pt x="326" y="122"/>
                        <a:pt x="326" y="122"/>
                      </a:cubicBezTo>
                      <a:cubicBezTo>
                        <a:pt x="324" y="120"/>
                        <a:pt x="324" y="120"/>
                        <a:pt x="324" y="120"/>
                      </a:cubicBezTo>
                      <a:cubicBezTo>
                        <a:pt x="322" y="123"/>
                        <a:pt x="322" y="123"/>
                        <a:pt x="322" y="123"/>
                      </a:cubicBezTo>
                      <a:cubicBezTo>
                        <a:pt x="319" y="123"/>
                        <a:pt x="319" y="123"/>
                        <a:pt x="319" y="123"/>
                      </a:cubicBezTo>
                      <a:cubicBezTo>
                        <a:pt x="312" y="109"/>
                        <a:pt x="312" y="109"/>
                        <a:pt x="312" y="109"/>
                      </a:cubicBezTo>
                      <a:cubicBezTo>
                        <a:pt x="310" y="99"/>
                        <a:pt x="310" y="99"/>
                        <a:pt x="310" y="99"/>
                      </a:cubicBezTo>
                      <a:cubicBezTo>
                        <a:pt x="308" y="97"/>
                        <a:pt x="308" y="97"/>
                        <a:pt x="308" y="97"/>
                      </a:cubicBezTo>
                      <a:cubicBezTo>
                        <a:pt x="304" y="97"/>
                        <a:pt x="304" y="97"/>
                        <a:pt x="304" y="97"/>
                      </a:cubicBezTo>
                      <a:cubicBezTo>
                        <a:pt x="301" y="91"/>
                        <a:pt x="301" y="91"/>
                        <a:pt x="301" y="91"/>
                      </a:cubicBezTo>
                      <a:cubicBezTo>
                        <a:pt x="298" y="93"/>
                        <a:pt x="298" y="93"/>
                        <a:pt x="298" y="93"/>
                      </a:cubicBezTo>
                      <a:cubicBezTo>
                        <a:pt x="292" y="88"/>
                        <a:pt x="292" y="88"/>
                        <a:pt x="292" y="88"/>
                      </a:cubicBezTo>
                      <a:cubicBezTo>
                        <a:pt x="288" y="68"/>
                        <a:pt x="288" y="68"/>
                        <a:pt x="288" y="68"/>
                      </a:cubicBezTo>
                      <a:cubicBezTo>
                        <a:pt x="284" y="65"/>
                        <a:pt x="284" y="65"/>
                        <a:pt x="284" y="65"/>
                      </a:cubicBezTo>
                      <a:cubicBezTo>
                        <a:pt x="279" y="54"/>
                        <a:pt x="279" y="54"/>
                        <a:pt x="279" y="54"/>
                      </a:cubicBezTo>
                      <a:cubicBezTo>
                        <a:pt x="281" y="46"/>
                        <a:pt x="281" y="46"/>
                        <a:pt x="281" y="46"/>
                      </a:cubicBezTo>
                      <a:cubicBezTo>
                        <a:pt x="275" y="33"/>
                        <a:pt x="275" y="33"/>
                        <a:pt x="275" y="33"/>
                      </a:cubicBezTo>
                      <a:cubicBezTo>
                        <a:pt x="273" y="36"/>
                        <a:pt x="273" y="36"/>
                        <a:pt x="273" y="36"/>
                      </a:cubicBezTo>
                      <a:cubicBezTo>
                        <a:pt x="268" y="37"/>
                        <a:pt x="268" y="37"/>
                        <a:pt x="268" y="37"/>
                      </a:cubicBezTo>
                      <a:cubicBezTo>
                        <a:pt x="264" y="22"/>
                        <a:pt x="264" y="22"/>
                        <a:pt x="264" y="22"/>
                      </a:cubicBezTo>
                      <a:cubicBezTo>
                        <a:pt x="264" y="14"/>
                        <a:pt x="264" y="14"/>
                        <a:pt x="264" y="14"/>
                      </a:cubicBezTo>
                      <a:cubicBezTo>
                        <a:pt x="261" y="13"/>
                        <a:pt x="261" y="13"/>
                        <a:pt x="261" y="13"/>
                      </a:cubicBezTo>
                      <a:cubicBezTo>
                        <a:pt x="260" y="4"/>
                        <a:pt x="260" y="4"/>
                        <a:pt x="260" y="4"/>
                      </a:cubicBezTo>
                      <a:cubicBezTo>
                        <a:pt x="258" y="0"/>
                        <a:pt x="258" y="0"/>
                        <a:pt x="258" y="0"/>
                      </a:cubicBezTo>
                      <a:cubicBezTo>
                        <a:pt x="252" y="4"/>
                        <a:pt x="252" y="4"/>
                        <a:pt x="252" y="4"/>
                      </a:cubicBezTo>
                      <a:cubicBezTo>
                        <a:pt x="254" y="12"/>
                        <a:pt x="254" y="12"/>
                        <a:pt x="254" y="12"/>
                      </a:cubicBezTo>
                      <a:cubicBezTo>
                        <a:pt x="249" y="21"/>
                        <a:pt x="249" y="21"/>
                        <a:pt x="249" y="21"/>
                      </a:cubicBezTo>
                      <a:cubicBezTo>
                        <a:pt x="249" y="36"/>
                        <a:pt x="249" y="36"/>
                        <a:pt x="249" y="36"/>
                      </a:cubicBezTo>
                      <a:cubicBezTo>
                        <a:pt x="246" y="49"/>
                        <a:pt x="246" y="49"/>
                        <a:pt x="246" y="49"/>
                      </a:cubicBezTo>
                      <a:cubicBezTo>
                        <a:pt x="246" y="56"/>
                        <a:pt x="246" y="56"/>
                        <a:pt x="246" y="56"/>
                      </a:cubicBezTo>
                      <a:cubicBezTo>
                        <a:pt x="240" y="68"/>
                        <a:pt x="240" y="68"/>
                        <a:pt x="240" y="68"/>
                      </a:cubicBezTo>
                      <a:cubicBezTo>
                        <a:pt x="232" y="71"/>
                        <a:pt x="232" y="71"/>
                        <a:pt x="232" y="71"/>
                      </a:cubicBezTo>
                      <a:cubicBezTo>
                        <a:pt x="226" y="68"/>
                        <a:pt x="226" y="68"/>
                        <a:pt x="226" y="68"/>
                      </a:cubicBezTo>
                      <a:cubicBezTo>
                        <a:pt x="224" y="64"/>
                        <a:pt x="224" y="64"/>
                        <a:pt x="224" y="64"/>
                      </a:cubicBezTo>
                      <a:cubicBezTo>
                        <a:pt x="193" y="46"/>
                        <a:pt x="193" y="46"/>
                        <a:pt x="193" y="46"/>
                      </a:cubicBezTo>
                      <a:cubicBezTo>
                        <a:pt x="199" y="33"/>
                        <a:pt x="199" y="33"/>
                        <a:pt x="199" y="33"/>
                      </a:cubicBezTo>
                      <a:cubicBezTo>
                        <a:pt x="195" y="31"/>
                        <a:pt x="195" y="31"/>
                        <a:pt x="195" y="31"/>
                      </a:cubicBezTo>
                      <a:cubicBezTo>
                        <a:pt x="197" y="28"/>
                        <a:pt x="197" y="28"/>
                        <a:pt x="197" y="28"/>
                      </a:cubicBezTo>
                      <a:cubicBezTo>
                        <a:pt x="203" y="30"/>
                        <a:pt x="203" y="30"/>
                        <a:pt x="203" y="30"/>
                      </a:cubicBezTo>
                      <a:cubicBezTo>
                        <a:pt x="209" y="19"/>
                        <a:pt x="209" y="19"/>
                        <a:pt x="209" y="19"/>
                      </a:cubicBezTo>
                      <a:cubicBezTo>
                        <a:pt x="203" y="16"/>
                        <a:pt x="203" y="16"/>
                        <a:pt x="203" y="16"/>
                      </a:cubicBezTo>
                      <a:cubicBezTo>
                        <a:pt x="202" y="22"/>
                        <a:pt x="202" y="22"/>
                        <a:pt x="202" y="22"/>
                      </a:cubicBezTo>
                      <a:cubicBezTo>
                        <a:pt x="195" y="22"/>
                        <a:pt x="195" y="22"/>
                        <a:pt x="195" y="22"/>
                      </a:cubicBezTo>
                      <a:cubicBezTo>
                        <a:pt x="198" y="18"/>
                        <a:pt x="198" y="18"/>
                        <a:pt x="198" y="18"/>
                      </a:cubicBezTo>
                      <a:cubicBezTo>
                        <a:pt x="197" y="13"/>
                        <a:pt x="197" y="13"/>
                        <a:pt x="197" y="13"/>
                      </a:cubicBezTo>
                      <a:cubicBezTo>
                        <a:pt x="188" y="17"/>
                        <a:pt x="188" y="17"/>
                        <a:pt x="188" y="17"/>
                      </a:cubicBezTo>
                      <a:cubicBezTo>
                        <a:pt x="168" y="13"/>
                        <a:pt x="168" y="13"/>
                        <a:pt x="168" y="13"/>
                      </a:cubicBezTo>
                      <a:cubicBezTo>
                        <a:pt x="167" y="21"/>
                        <a:pt x="167" y="21"/>
                        <a:pt x="167" y="21"/>
                      </a:cubicBezTo>
                      <a:cubicBezTo>
                        <a:pt x="161" y="22"/>
                        <a:pt x="161" y="22"/>
                        <a:pt x="161" y="22"/>
                      </a:cubicBezTo>
                      <a:cubicBezTo>
                        <a:pt x="153" y="19"/>
                        <a:pt x="153" y="19"/>
                        <a:pt x="153" y="19"/>
                      </a:cubicBezTo>
                      <a:cubicBezTo>
                        <a:pt x="145" y="26"/>
                        <a:pt x="145" y="26"/>
                        <a:pt x="145" y="26"/>
                      </a:cubicBezTo>
                      <a:cubicBezTo>
                        <a:pt x="145" y="31"/>
                        <a:pt x="145" y="31"/>
                        <a:pt x="145" y="31"/>
                      </a:cubicBezTo>
                      <a:cubicBezTo>
                        <a:pt x="136" y="37"/>
                        <a:pt x="136" y="37"/>
                        <a:pt x="136" y="37"/>
                      </a:cubicBezTo>
                      <a:cubicBezTo>
                        <a:pt x="139" y="45"/>
                        <a:pt x="139" y="45"/>
                        <a:pt x="139" y="45"/>
                      </a:cubicBezTo>
                      <a:cubicBezTo>
                        <a:pt x="131" y="44"/>
                        <a:pt x="131" y="44"/>
                        <a:pt x="131" y="44"/>
                      </a:cubicBezTo>
                      <a:cubicBezTo>
                        <a:pt x="128" y="46"/>
                        <a:pt x="128" y="46"/>
                        <a:pt x="128" y="46"/>
                      </a:cubicBezTo>
                      <a:cubicBezTo>
                        <a:pt x="126" y="46"/>
                        <a:pt x="126" y="46"/>
                        <a:pt x="126" y="46"/>
                      </a:cubicBezTo>
                      <a:cubicBezTo>
                        <a:pt x="128" y="41"/>
                        <a:pt x="128" y="41"/>
                        <a:pt x="128" y="41"/>
                      </a:cubicBezTo>
                      <a:cubicBezTo>
                        <a:pt x="117" y="34"/>
                        <a:pt x="117" y="34"/>
                        <a:pt x="117" y="34"/>
                      </a:cubicBezTo>
                      <a:cubicBezTo>
                        <a:pt x="114" y="38"/>
                        <a:pt x="114" y="38"/>
                        <a:pt x="114" y="38"/>
                      </a:cubicBezTo>
                      <a:cubicBezTo>
                        <a:pt x="110" y="36"/>
                        <a:pt x="110" y="36"/>
                        <a:pt x="110" y="36"/>
                      </a:cubicBezTo>
                      <a:cubicBezTo>
                        <a:pt x="109" y="42"/>
                        <a:pt x="109" y="42"/>
                        <a:pt x="109" y="42"/>
                      </a:cubicBezTo>
                      <a:cubicBezTo>
                        <a:pt x="106" y="41"/>
                        <a:pt x="106" y="41"/>
                        <a:pt x="106" y="41"/>
                      </a:cubicBezTo>
                      <a:cubicBezTo>
                        <a:pt x="105" y="38"/>
                        <a:pt x="105" y="38"/>
                        <a:pt x="105" y="38"/>
                      </a:cubicBezTo>
                      <a:cubicBezTo>
                        <a:pt x="100" y="45"/>
                        <a:pt x="100" y="45"/>
                        <a:pt x="100" y="45"/>
                      </a:cubicBezTo>
                      <a:cubicBezTo>
                        <a:pt x="103" y="48"/>
                        <a:pt x="103" y="48"/>
                        <a:pt x="103" y="48"/>
                      </a:cubicBezTo>
                      <a:cubicBezTo>
                        <a:pt x="98" y="49"/>
                        <a:pt x="98" y="49"/>
                        <a:pt x="98" y="49"/>
                      </a:cubicBezTo>
                      <a:cubicBezTo>
                        <a:pt x="95" y="51"/>
                        <a:pt x="95" y="51"/>
                        <a:pt x="95" y="51"/>
                      </a:cubicBezTo>
                      <a:cubicBezTo>
                        <a:pt x="93" y="60"/>
                        <a:pt x="93" y="60"/>
                        <a:pt x="93" y="60"/>
                      </a:cubicBezTo>
                      <a:cubicBezTo>
                        <a:pt x="88" y="57"/>
                        <a:pt x="88" y="57"/>
                        <a:pt x="88" y="57"/>
                      </a:cubicBezTo>
                      <a:cubicBezTo>
                        <a:pt x="86" y="60"/>
                        <a:pt x="86" y="60"/>
                        <a:pt x="86" y="60"/>
                      </a:cubicBezTo>
                      <a:cubicBezTo>
                        <a:pt x="88" y="62"/>
                        <a:pt x="88" y="62"/>
                        <a:pt x="88" y="62"/>
                      </a:cubicBezTo>
                      <a:cubicBezTo>
                        <a:pt x="90" y="66"/>
                        <a:pt x="90" y="66"/>
                        <a:pt x="90" y="66"/>
                      </a:cubicBezTo>
                      <a:cubicBezTo>
                        <a:pt x="86" y="68"/>
                        <a:pt x="86" y="68"/>
                        <a:pt x="86" y="68"/>
                      </a:cubicBezTo>
                      <a:cubicBezTo>
                        <a:pt x="81" y="62"/>
                        <a:pt x="81" y="62"/>
                        <a:pt x="81" y="62"/>
                      </a:cubicBezTo>
                      <a:cubicBezTo>
                        <a:pt x="82" y="57"/>
                        <a:pt x="82" y="57"/>
                        <a:pt x="82" y="57"/>
                      </a:cubicBezTo>
                      <a:cubicBezTo>
                        <a:pt x="81" y="57"/>
                        <a:pt x="81" y="57"/>
                        <a:pt x="81" y="57"/>
                      </a:cubicBezTo>
                      <a:cubicBezTo>
                        <a:pt x="74" y="64"/>
                        <a:pt x="74" y="64"/>
                        <a:pt x="74" y="64"/>
                      </a:cubicBezTo>
                      <a:cubicBezTo>
                        <a:pt x="73" y="68"/>
                        <a:pt x="73" y="68"/>
                        <a:pt x="73" y="68"/>
                      </a:cubicBezTo>
                      <a:cubicBezTo>
                        <a:pt x="75" y="77"/>
                        <a:pt x="75" y="77"/>
                        <a:pt x="75" y="77"/>
                      </a:cubicBezTo>
                      <a:cubicBezTo>
                        <a:pt x="72" y="79"/>
                        <a:pt x="72" y="79"/>
                        <a:pt x="72" y="79"/>
                      </a:cubicBezTo>
                      <a:cubicBezTo>
                        <a:pt x="68" y="88"/>
                        <a:pt x="68" y="88"/>
                        <a:pt x="68" y="88"/>
                      </a:cubicBezTo>
                      <a:cubicBezTo>
                        <a:pt x="66" y="89"/>
                        <a:pt x="66" y="89"/>
                        <a:pt x="66" y="89"/>
                      </a:cubicBezTo>
                      <a:cubicBezTo>
                        <a:pt x="56" y="97"/>
                        <a:pt x="56" y="97"/>
                        <a:pt x="56" y="97"/>
                      </a:cubicBezTo>
                      <a:cubicBezTo>
                        <a:pt x="48" y="100"/>
                        <a:pt x="48" y="100"/>
                        <a:pt x="48" y="100"/>
                      </a:cubicBezTo>
                      <a:cubicBezTo>
                        <a:pt x="44" y="104"/>
                        <a:pt x="38" y="106"/>
                        <a:pt x="30" y="107"/>
                      </a:cubicBezTo>
                      <a:cubicBezTo>
                        <a:pt x="28" y="104"/>
                        <a:pt x="28" y="104"/>
                        <a:pt x="28" y="104"/>
                      </a:cubicBezTo>
                      <a:cubicBezTo>
                        <a:pt x="8" y="117"/>
                        <a:pt x="8" y="117"/>
                        <a:pt x="8" y="117"/>
                      </a:cubicBezTo>
                      <a:cubicBezTo>
                        <a:pt x="6" y="120"/>
                        <a:pt x="6" y="120"/>
                        <a:pt x="6" y="120"/>
                      </a:cubicBezTo>
                      <a:cubicBezTo>
                        <a:pt x="5" y="113"/>
                        <a:pt x="5" y="113"/>
                        <a:pt x="5" y="113"/>
                      </a:cubicBezTo>
                      <a:cubicBezTo>
                        <a:pt x="2" y="120"/>
                        <a:pt x="2" y="120"/>
                        <a:pt x="2" y="120"/>
                      </a:cubicBezTo>
                      <a:cubicBezTo>
                        <a:pt x="2" y="132"/>
                        <a:pt x="2" y="132"/>
                        <a:pt x="2" y="132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8" y="158"/>
                        <a:pt x="8" y="158"/>
                        <a:pt x="8" y="158"/>
                      </a:cubicBezTo>
                      <a:cubicBezTo>
                        <a:pt x="8" y="162"/>
                        <a:pt x="8" y="162"/>
                        <a:pt x="8" y="162"/>
                      </a:cubicBezTo>
                      <a:cubicBezTo>
                        <a:pt x="9" y="169"/>
                        <a:pt x="9" y="169"/>
                        <a:pt x="9" y="169"/>
                      </a:cubicBezTo>
                      <a:cubicBezTo>
                        <a:pt x="7" y="170"/>
                        <a:pt x="7" y="170"/>
                        <a:pt x="7" y="170"/>
                      </a:cubicBezTo>
                      <a:cubicBezTo>
                        <a:pt x="3" y="164"/>
                        <a:pt x="3" y="164"/>
                        <a:pt x="3" y="164"/>
                      </a:cubicBezTo>
                      <a:cubicBezTo>
                        <a:pt x="2" y="165"/>
                        <a:pt x="2" y="165"/>
                        <a:pt x="2" y="165"/>
                      </a:cubicBezTo>
                      <a:cubicBezTo>
                        <a:pt x="5" y="171"/>
                        <a:pt x="5" y="171"/>
                        <a:pt x="5" y="171"/>
                      </a:cubicBezTo>
                      <a:cubicBezTo>
                        <a:pt x="1" y="175"/>
                        <a:pt x="1" y="175"/>
                        <a:pt x="1" y="175"/>
                      </a:cubicBezTo>
                      <a:cubicBezTo>
                        <a:pt x="11" y="198"/>
                        <a:pt x="11" y="198"/>
                        <a:pt x="11" y="198"/>
                      </a:cubicBezTo>
                      <a:cubicBezTo>
                        <a:pt x="11" y="217"/>
                        <a:pt x="11" y="217"/>
                        <a:pt x="11" y="217"/>
                      </a:cubicBezTo>
                      <a:cubicBezTo>
                        <a:pt x="17" y="227"/>
                        <a:pt x="20" y="239"/>
                        <a:pt x="17" y="252"/>
                      </a:cubicBezTo>
                      <a:cubicBezTo>
                        <a:pt x="15" y="254"/>
                        <a:pt x="15" y="254"/>
                        <a:pt x="15" y="254"/>
                      </a:cubicBezTo>
                      <a:cubicBezTo>
                        <a:pt x="10" y="252"/>
                        <a:pt x="10" y="252"/>
                        <a:pt x="10" y="252"/>
                      </a:cubicBezTo>
                      <a:cubicBezTo>
                        <a:pt x="12" y="265"/>
                        <a:pt x="12" y="265"/>
                        <a:pt x="12" y="265"/>
                      </a:cubicBezTo>
                      <a:cubicBezTo>
                        <a:pt x="16" y="265"/>
                        <a:pt x="16" y="265"/>
                        <a:pt x="16" y="265"/>
                      </a:cubicBezTo>
                      <a:cubicBezTo>
                        <a:pt x="29" y="274"/>
                        <a:pt x="29" y="274"/>
                        <a:pt x="29" y="274"/>
                      </a:cubicBezTo>
                      <a:cubicBezTo>
                        <a:pt x="32" y="273"/>
                        <a:pt x="32" y="273"/>
                        <a:pt x="32" y="273"/>
                      </a:cubicBezTo>
                      <a:cubicBezTo>
                        <a:pt x="40" y="273"/>
                        <a:pt x="40" y="273"/>
                        <a:pt x="40" y="273"/>
                      </a:cubicBezTo>
                      <a:cubicBezTo>
                        <a:pt x="44" y="266"/>
                        <a:pt x="44" y="266"/>
                        <a:pt x="44" y="266"/>
                      </a:cubicBezTo>
                      <a:cubicBezTo>
                        <a:pt x="50" y="266"/>
                        <a:pt x="50" y="266"/>
                        <a:pt x="50" y="266"/>
                      </a:cubicBezTo>
                      <a:cubicBezTo>
                        <a:pt x="50" y="262"/>
                        <a:pt x="50" y="262"/>
                        <a:pt x="50" y="262"/>
                      </a:cubicBezTo>
                      <a:cubicBezTo>
                        <a:pt x="55" y="260"/>
                        <a:pt x="55" y="260"/>
                        <a:pt x="55" y="260"/>
                      </a:cubicBezTo>
                      <a:cubicBezTo>
                        <a:pt x="67" y="259"/>
                        <a:pt x="67" y="259"/>
                        <a:pt x="67" y="259"/>
                      </a:cubicBezTo>
                      <a:cubicBezTo>
                        <a:pt x="87" y="261"/>
                        <a:pt x="87" y="261"/>
                        <a:pt x="87" y="261"/>
                      </a:cubicBezTo>
                      <a:cubicBezTo>
                        <a:pt x="94" y="254"/>
                        <a:pt x="94" y="254"/>
                        <a:pt x="94" y="254"/>
                      </a:cubicBezTo>
                      <a:cubicBezTo>
                        <a:pt x="94" y="251"/>
                        <a:pt x="94" y="251"/>
                        <a:pt x="94" y="251"/>
                      </a:cubicBezTo>
                      <a:cubicBezTo>
                        <a:pt x="99" y="244"/>
                        <a:pt x="99" y="244"/>
                        <a:pt x="99" y="244"/>
                      </a:cubicBezTo>
                      <a:cubicBezTo>
                        <a:pt x="104" y="245"/>
                        <a:pt x="104" y="245"/>
                        <a:pt x="104" y="245"/>
                      </a:cubicBezTo>
                      <a:cubicBezTo>
                        <a:pt x="137" y="235"/>
                        <a:pt x="137" y="235"/>
                        <a:pt x="137" y="235"/>
                      </a:cubicBezTo>
                      <a:cubicBezTo>
                        <a:pt x="144" y="231"/>
                        <a:pt x="144" y="231"/>
                        <a:pt x="144" y="231"/>
                      </a:cubicBezTo>
                      <a:cubicBezTo>
                        <a:pt x="156" y="236"/>
                        <a:pt x="156" y="236"/>
                        <a:pt x="156" y="236"/>
                      </a:cubicBezTo>
                      <a:cubicBezTo>
                        <a:pt x="168" y="235"/>
                        <a:pt x="168" y="235"/>
                        <a:pt x="168" y="235"/>
                      </a:cubicBezTo>
                      <a:cubicBezTo>
                        <a:pt x="180" y="243"/>
                        <a:pt x="180" y="243"/>
                        <a:pt x="180" y="243"/>
                      </a:cubicBezTo>
                      <a:cubicBezTo>
                        <a:pt x="177" y="246"/>
                        <a:pt x="177" y="246"/>
                        <a:pt x="177" y="246"/>
                      </a:cubicBezTo>
                      <a:cubicBezTo>
                        <a:pt x="183" y="251"/>
                        <a:pt x="183" y="251"/>
                        <a:pt x="183" y="251"/>
                      </a:cubicBezTo>
                      <a:cubicBezTo>
                        <a:pt x="181" y="253"/>
                        <a:pt x="181" y="253"/>
                        <a:pt x="181" y="253"/>
                      </a:cubicBezTo>
                      <a:cubicBezTo>
                        <a:pt x="183" y="255"/>
                        <a:pt x="183" y="255"/>
                        <a:pt x="183" y="255"/>
                      </a:cubicBezTo>
                      <a:cubicBezTo>
                        <a:pt x="188" y="254"/>
                        <a:pt x="188" y="254"/>
                        <a:pt x="188" y="254"/>
                      </a:cubicBezTo>
                      <a:cubicBezTo>
                        <a:pt x="191" y="261"/>
                        <a:pt x="191" y="261"/>
                        <a:pt x="191" y="261"/>
                      </a:cubicBezTo>
                      <a:cubicBezTo>
                        <a:pt x="195" y="265"/>
                        <a:pt x="195" y="265"/>
                        <a:pt x="195" y="265"/>
                      </a:cubicBezTo>
                      <a:cubicBezTo>
                        <a:pt x="193" y="268"/>
                        <a:pt x="193" y="268"/>
                        <a:pt x="193" y="268"/>
                      </a:cubicBezTo>
                      <a:cubicBezTo>
                        <a:pt x="199" y="270"/>
                        <a:pt x="199" y="270"/>
                        <a:pt x="199" y="270"/>
                      </a:cubicBezTo>
                      <a:cubicBezTo>
                        <a:pt x="200" y="265"/>
                        <a:pt x="200" y="265"/>
                        <a:pt x="200" y="265"/>
                      </a:cubicBezTo>
                      <a:cubicBezTo>
                        <a:pt x="206" y="259"/>
                        <a:pt x="206" y="259"/>
                        <a:pt x="206" y="259"/>
                      </a:cubicBezTo>
                      <a:cubicBezTo>
                        <a:pt x="206" y="254"/>
                        <a:pt x="206" y="254"/>
                        <a:pt x="206" y="254"/>
                      </a:cubicBezTo>
                      <a:cubicBezTo>
                        <a:pt x="213" y="249"/>
                        <a:pt x="213" y="249"/>
                        <a:pt x="213" y="249"/>
                      </a:cubicBezTo>
                      <a:cubicBezTo>
                        <a:pt x="213" y="244"/>
                        <a:pt x="213" y="244"/>
                        <a:pt x="213" y="244"/>
                      </a:cubicBezTo>
                      <a:cubicBezTo>
                        <a:pt x="215" y="244"/>
                        <a:pt x="215" y="244"/>
                        <a:pt x="215" y="244"/>
                      </a:cubicBezTo>
                      <a:cubicBezTo>
                        <a:pt x="215" y="253"/>
                        <a:pt x="215" y="253"/>
                        <a:pt x="215" y="253"/>
                      </a:cubicBezTo>
                      <a:cubicBezTo>
                        <a:pt x="210" y="259"/>
                        <a:pt x="210" y="259"/>
                        <a:pt x="210" y="259"/>
                      </a:cubicBezTo>
                      <a:cubicBezTo>
                        <a:pt x="208" y="270"/>
                        <a:pt x="208" y="270"/>
                        <a:pt x="208" y="270"/>
                      </a:cubicBezTo>
                      <a:cubicBezTo>
                        <a:pt x="203" y="271"/>
                        <a:pt x="203" y="271"/>
                        <a:pt x="203" y="271"/>
                      </a:cubicBezTo>
                      <a:cubicBezTo>
                        <a:pt x="205" y="276"/>
                        <a:pt x="205" y="276"/>
                        <a:pt x="205" y="276"/>
                      </a:cubicBezTo>
                      <a:cubicBezTo>
                        <a:pt x="213" y="274"/>
                        <a:pt x="213" y="274"/>
                        <a:pt x="213" y="274"/>
                      </a:cubicBezTo>
                      <a:cubicBezTo>
                        <a:pt x="214" y="265"/>
                        <a:pt x="214" y="265"/>
                        <a:pt x="214" y="265"/>
                      </a:cubicBezTo>
                      <a:cubicBezTo>
                        <a:pt x="217" y="264"/>
                        <a:pt x="217" y="264"/>
                        <a:pt x="217" y="264"/>
                      </a:cubicBezTo>
                      <a:cubicBezTo>
                        <a:pt x="221" y="269"/>
                        <a:pt x="221" y="269"/>
                        <a:pt x="221" y="269"/>
                      </a:cubicBezTo>
                      <a:cubicBezTo>
                        <a:pt x="220" y="274"/>
                        <a:pt x="220" y="274"/>
                        <a:pt x="220" y="274"/>
                      </a:cubicBezTo>
                      <a:cubicBezTo>
                        <a:pt x="217" y="277"/>
                        <a:pt x="217" y="277"/>
                        <a:pt x="217" y="277"/>
                      </a:cubicBezTo>
                      <a:cubicBezTo>
                        <a:pt x="219" y="280"/>
                        <a:pt x="219" y="280"/>
                        <a:pt x="219" y="280"/>
                      </a:cubicBezTo>
                      <a:cubicBezTo>
                        <a:pt x="226" y="274"/>
                        <a:pt x="226" y="274"/>
                        <a:pt x="226" y="274"/>
                      </a:cubicBezTo>
                      <a:cubicBezTo>
                        <a:pt x="229" y="278"/>
                        <a:pt x="229" y="278"/>
                        <a:pt x="229" y="278"/>
                      </a:cubicBezTo>
                      <a:cubicBezTo>
                        <a:pt x="224" y="281"/>
                        <a:pt x="224" y="281"/>
                        <a:pt x="224" y="281"/>
                      </a:cubicBezTo>
                      <a:cubicBezTo>
                        <a:pt x="230" y="291"/>
                        <a:pt x="230" y="291"/>
                        <a:pt x="230" y="291"/>
                      </a:cubicBezTo>
                      <a:cubicBezTo>
                        <a:pt x="232" y="300"/>
                        <a:pt x="232" y="300"/>
                        <a:pt x="232" y="300"/>
                      </a:cubicBezTo>
                      <a:cubicBezTo>
                        <a:pt x="236" y="302"/>
                        <a:pt x="236" y="302"/>
                        <a:pt x="236" y="302"/>
                      </a:cubicBezTo>
                      <a:cubicBezTo>
                        <a:pt x="243" y="303"/>
                        <a:pt x="243" y="303"/>
                        <a:pt x="243" y="303"/>
                      </a:cubicBezTo>
                      <a:cubicBezTo>
                        <a:pt x="249" y="310"/>
                        <a:pt x="249" y="310"/>
                        <a:pt x="249" y="310"/>
                      </a:cubicBezTo>
                      <a:cubicBezTo>
                        <a:pt x="252" y="308"/>
                        <a:pt x="252" y="308"/>
                        <a:pt x="252" y="308"/>
                      </a:cubicBezTo>
                      <a:cubicBezTo>
                        <a:pt x="258" y="311"/>
                        <a:pt x="258" y="311"/>
                        <a:pt x="258" y="311"/>
                      </a:cubicBezTo>
                      <a:cubicBezTo>
                        <a:pt x="263" y="311"/>
                        <a:pt x="263" y="311"/>
                        <a:pt x="263" y="311"/>
                      </a:cubicBezTo>
                      <a:cubicBezTo>
                        <a:pt x="264" y="314"/>
                        <a:pt x="264" y="314"/>
                        <a:pt x="264" y="314"/>
                      </a:cubicBezTo>
                      <a:cubicBezTo>
                        <a:pt x="270" y="315"/>
                        <a:pt x="270" y="315"/>
                        <a:pt x="270" y="315"/>
                      </a:cubicBezTo>
                      <a:cubicBezTo>
                        <a:pt x="275" y="311"/>
                        <a:pt x="275" y="311"/>
                        <a:pt x="275" y="311"/>
                      </a:cubicBezTo>
                      <a:cubicBezTo>
                        <a:pt x="274" y="307"/>
                        <a:pt x="274" y="307"/>
                        <a:pt x="274" y="307"/>
                      </a:cubicBezTo>
                      <a:cubicBezTo>
                        <a:pt x="277" y="308"/>
                        <a:pt x="277" y="308"/>
                        <a:pt x="277" y="308"/>
                      </a:cubicBezTo>
                      <a:cubicBezTo>
                        <a:pt x="279" y="304"/>
                        <a:pt x="279" y="304"/>
                        <a:pt x="279" y="304"/>
                      </a:cubicBezTo>
                      <a:cubicBezTo>
                        <a:pt x="283" y="306"/>
                        <a:pt x="283" y="306"/>
                        <a:pt x="283" y="306"/>
                      </a:cubicBezTo>
                      <a:cubicBezTo>
                        <a:pt x="280" y="311"/>
                        <a:pt x="280" y="311"/>
                        <a:pt x="280" y="311"/>
                      </a:cubicBezTo>
                      <a:cubicBezTo>
                        <a:pt x="287" y="313"/>
                        <a:pt x="287" y="313"/>
                        <a:pt x="287" y="313"/>
                      </a:cubicBezTo>
                      <a:cubicBezTo>
                        <a:pt x="289" y="315"/>
                        <a:pt x="289" y="315"/>
                        <a:pt x="289" y="315"/>
                      </a:cubicBezTo>
                      <a:cubicBezTo>
                        <a:pt x="291" y="315"/>
                        <a:pt x="291" y="315"/>
                        <a:pt x="291" y="315"/>
                      </a:cubicBezTo>
                      <a:cubicBezTo>
                        <a:pt x="291" y="313"/>
                        <a:pt x="291" y="313"/>
                        <a:pt x="291" y="313"/>
                      </a:cubicBezTo>
                      <a:cubicBezTo>
                        <a:pt x="307" y="296"/>
                        <a:pt x="307" y="296"/>
                        <a:pt x="307" y="296"/>
                      </a:cubicBezTo>
                      <a:cubicBezTo>
                        <a:pt x="319" y="291"/>
                        <a:pt x="319" y="291"/>
                        <a:pt x="319" y="291"/>
                      </a:cubicBezTo>
                      <a:cubicBezTo>
                        <a:pt x="325" y="277"/>
                        <a:pt x="325" y="277"/>
                        <a:pt x="325" y="277"/>
                      </a:cubicBezTo>
                      <a:cubicBezTo>
                        <a:pt x="328" y="277"/>
                        <a:pt x="328" y="277"/>
                        <a:pt x="328" y="277"/>
                      </a:cubicBezTo>
                      <a:cubicBezTo>
                        <a:pt x="326" y="272"/>
                        <a:pt x="326" y="272"/>
                        <a:pt x="326" y="272"/>
                      </a:cubicBezTo>
                      <a:cubicBezTo>
                        <a:pt x="327" y="251"/>
                        <a:pt x="333" y="238"/>
                        <a:pt x="341" y="236"/>
                      </a:cubicBezTo>
                      <a:cubicBezTo>
                        <a:pt x="346" y="207"/>
                        <a:pt x="346" y="207"/>
                        <a:pt x="346" y="207"/>
                      </a:cubicBezTo>
                      <a:cubicBezTo>
                        <a:pt x="350" y="197"/>
                        <a:pt x="350" y="197"/>
                        <a:pt x="350" y="197"/>
                      </a:cubicBezTo>
                      <a:cubicBezTo>
                        <a:pt x="352" y="187"/>
                        <a:pt x="352" y="187"/>
                        <a:pt x="352" y="187"/>
                      </a:cubicBezTo>
                      <a:lnTo>
                        <a:pt x="348" y="176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10" name="Google Shape;545;p50">
                  <a:extLst>
                    <a:ext uri="{FF2B5EF4-FFF2-40B4-BE49-F238E27FC236}">
                      <a16:creationId xmlns:a16="http://schemas.microsoft.com/office/drawing/2014/main" id="{38BF48F6-0DE6-40AF-B522-646AD00E767D}"/>
                    </a:ext>
                  </a:extLst>
                </p:cNvPr>
                <p:cNvSpPr/>
                <p:nvPr/>
              </p:nvSpPr>
              <p:spPr>
                <a:xfrm>
                  <a:off x="7604125" y="5291138"/>
                  <a:ext cx="93662" cy="90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" h="34" extrusionOk="0">
                      <a:moveTo>
                        <a:pt x="29" y="3"/>
                      </a:moveTo>
                      <a:cubicBezTo>
                        <a:pt x="16" y="4"/>
                        <a:pt x="16" y="4"/>
                        <a:pt x="16" y="4"/>
                      </a:cubicBezTo>
                      <a:cubicBezTo>
                        <a:pt x="11" y="3"/>
                        <a:pt x="5" y="1"/>
                        <a:pt x="0" y="0"/>
                      </a:cubicBezTo>
                      <a:cubicBezTo>
                        <a:pt x="2" y="4"/>
                        <a:pt x="5" y="9"/>
                        <a:pt x="6" y="15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15" y="34"/>
                        <a:pt x="15" y="34"/>
                        <a:pt x="15" y="34"/>
                      </a:cubicBezTo>
                      <a:cubicBezTo>
                        <a:pt x="22" y="34"/>
                        <a:pt x="22" y="34"/>
                        <a:pt x="22" y="34"/>
                      </a:cubicBezTo>
                      <a:cubicBezTo>
                        <a:pt x="22" y="33"/>
                        <a:pt x="22" y="32"/>
                        <a:pt x="23" y="32"/>
                      </a:cubicBezTo>
                      <a:cubicBezTo>
                        <a:pt x="23" y="30"/>
                        <a:pt x="24" y="29"/>
                        <a:pt x="24" y="28"/>
                      </a:cubicBezTo>
                      <a:cubicBezTo>
                        <a:pt x="27" y="31"/>
                        <a:pt x="27" y="31"/>
                        <a:pt x="27" y="31"/>
                      </a:cubicBezTo>
                      <a:cubicBezTo>
                        <a:pt x="30" y="30"/>
                        <a:pt x="30" y="30"/>
                        <a:pt x="30" y="30"/>
                      </a:cubicBezTo>
                      <a:cubicBezTo>
                        <a:pt x="30" y="21"/>
                        <a:pt x="30" y="21"/>
                        <a:pt x="30" y="21"/>
                      </a:cubicBezTo>
                      <a:cubicBezTo>
                        <a:pt x="35" y="18"/>
                        <a:pt x="35" y="18"/>
                        <a:pt x="35" y="18"/>
                      </a:cubicBezTo>
                      <a:cubicBezTo>
                        <a:pt x="35" y="7"/>
                        <a:pt x="35" y="7"/>
                        <a:pt x="35" y="7"/>
                      </a:cubicBezTo>
                      <a:cubicBezTo>
                        <a:pt x="35" y="0"/>
                        <a:pt x="35" y="0"/>
                        <a:pt x="35" y="0"/>
                      </a:cubicBezTo>
                      <a:cubicBezTo>
                        <a:pt x="32" y="0"/>
                        <a:pt x="32" y="0"/>
                        <a:pt x="32" y="0"/>
                      </a:cubicBezTo>
                      <a:lnTo>
                        <a:pt x="29" y="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23" name="Google Shape;546;p50">
                <a:extLst>
                  <a:ext uri="{FF2B5EF4-FFF2-40B4-BE49-F238E27FC236}">
                    <a16:creationId xmlns:a16="http://schemas.microsoft.com/office/drawing/2014/main" id="{E82E2EC3-9457-4699-84B2-CB997FE62094}"/>
                  </a:ext>
                </a:extLst>
              </p:cNvPr>
              <p:cNvSpPr/>
              <p:nvPr/>
            </p:nvSpPr>
            <p:spPr>
              <a:xfrm>
                <a:off x="6264464" y="2646558"/>
                <a:ext cx="309925" cy="199573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12" y="3"/>
                    </a:moveTo>
                    <a:cubicBezTo>
                      <a:pt x="12" y="3"/>
                      <a:pt x="12" y="3"/>
                      <a:pt x="12" y="3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4" y="39"/>
                      <a:pt x="4" y="39"/>
                      <a:pt x="4" y="3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0" y="55"/>
                      <a:pt x="10" y="55"/>
                      <a:pt x="10" y="55"/>
                    </a:cubicBezTo>
                    <a:cubicBezTo>
                      <a:pt x="11" y="55"/>
                      <a:pt x="11" y="55"/>
                      <a:pt x="11" y="55"/>
                    </a:cubicBezTo>
                    <a:cubicBezTo>
                      <a:pt x="20" y="58"/>
                      <a:pt x="20" y="58"/>
                      <a:pt x="20" y="58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3" y="47"/>
                      <a:pt x="53" y="47"/>
                      <a:pt x="53" y="47"/>
                    </a:cubicBezTo>
                    <a:cubicBezTo>
                      <a:pt x="69" y="43"/>
                      <a:pt x="69" y="43"/>
                      <a:pt x="69" y="43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70" y="62"/>
                      <a:pt x="70" y="62"/>
                      <a:pt x="70" y="6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5" y="73"/>
                      <a:pt x="65" y="73"/>
                      <a:pt x="65" y="73"/>
                    </a:cubicBezTo>
                    <a:cubicBezTo>
                      <a:pt x="72" y="82"/>
                      <a:pt x="72" y="82"/>
                      <a:pt x="72" y="82"/>
                    </a:cubicBezTo>
                    <a:cubicBezTo>
                      <a:pt x="73" y="83"/>
                      <a:pt x="73" y="83"/>
                      <a:pt x="73" y="83"/>
                    </a:cubicBezTo>
                    <a:cubicBezTo>
                      <a:pt x="73" y="83"/>
                      <a:pt x="73" y="84"/>
                      <a:pt x="74" y="84"/>
                    </a:cubicBezTo>
                    <a:cubicBezTo>
                      <a:pt x="74" y="83"/>
                      <a:pt x="74" y="83"/>
                      <a:pt x="74" y="83"/>
                    </a:cubicBezTo>
                    <a:cubicBezTo>
                      <a:pt x="82" y="73"/>
                      <a:pt x="82" y="73"/>
                      <a:pt x="82" y="73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9" y="77"/>
                      <a:pt x="89" y="77"/>
                      <a:pt x="89" y="77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96" y="84"/>
                      <a:pt x="96" y="84"/>
                      <a:pt x="96" y="84"/>
                    </a:cubicBezTo>
                    <a:cubicBezTo>
                      <a:pt x="90" y="87"/>
                      <a:pt x="90" y="87"/>
                      <a:pt x="90" y="87"/>
                    </a:cubicBezTo>
                    <a:cubicBezTo>
                      <a:pt x="90" y="90"/>
                      <a:pt x="90" y="90"/>
                      <a:pt x="90" y="90"/>
                    </a:cubicBezTo>
                    <a:cubicBezTo>
                      <a:pt x="98" y="90"/>
                      <a:pt x="98" y="90"/>
                      <a:pt x="98" y="90"/>
                    </a:cubicBezTo>
                    <a:cubicBezTo>
                      <a:pt x="102" y="93"/>
                      <a:pt x="102" y="93"/>
                      <a:pt x="102" y="93"/>
                    </a:cubicBezTo>
                    <a:cubicBezTo>
                      <a:pt x="102" y="100"/>
                      <a:pt x="102" y="100"/>
                      <a:pt x="102" y="100"/>
                    </a:cubicBezTo>
                    <a:cubicBezTo>
                      <a:pt x="105" y="101"/>
                      <a:pt x="105" y="101"/>
                      <a:pt x="105" y="101"/>
                    </a:cubicBezTo>
                    <a:cubicBezTo>
                      <a:pt x="114" y="95"/>
                      <a:pt x="114" y="95"/>
                      <a:pt x="114" y="95"/>
                    </a:cubicBezTo>
                    <a:cubicBezTo>
                      <a:pt x="125" y="92"/>
                      <a:pt x="125" y="92"/>
                      <a:pt x="125" y="92"/>
                    </a:cubicBezTo>
                    <a:cubicBezTo>
                      <a:pt x="125" y="87"/>
                      <a:pt x="125" y="87"/>
                      <a:pt x="125" y="87"/>
                    </a:cubicBezTo>
                    <a:cubicBezTo>
                      <a:pt x="119" y="87"/>
                      <a:pt x="119" y="87"/>
                      <a:pt x="119" y="87"/>
                    </a:cubicBezTo>
                    <a:cubicBezTo>
                      <a:pt x="116" y="88"/>
                      <a:pt x="116" y="88"/>
                      <a:pt x="116" y="88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6" y="76"/>
                      <a:pt x="106" y="76"/>
                      <a:pt x="106" y="76"/>
                    </a:cubicBezTo>
                    <a:cubicBezTo>
                      <a:pt x="111" y="77"/>
                      <a:pt x="119" y="76"/>
                      <a:pt x="129" y="71"/>
                    </a:cubicBezTo>
                    <a:cubicBezTo>
                      <a:pt x="147" y="62"/>
                      <a:pt x="147" y="62"/>
                      <a:pt x="147" y="62"/>
                    </a:cubicBezTo>
                    <a:cubicBezTo>
                      <a:pt x="156" y="40"/>
                      <a:pt x="156" y="40"/>
                      <a:pt x="156" y="40"/>
                    </a:cubicBezTo>
                    <a:cubicBezTo>
                      <a:pt x="143" y="29"/>
                      <a:pt x="143" y="29"/>
                      <a:pt x="143" y="29"/>
                    </a:cubicBezTo>
                    <a:cubicBezTo>
                      <a:pt x="135" y="31"/>
                      <a:pt x="135" y="31"/>
                      <a:pt x="135" y="31"/>
                    </a:cubicBezTo>
                    <a:cubicBezTo>
                      <a:pt x="133" y="24"/>
                      <a:pt x="133" y="24"/>
                      <a:pt x="133" y="24"/>
                    </a:cubicBezTo>
                    <a:cubicBezTo>
                      <a:pt x="124" y="22"/>
                      <a:pt x="124" y="22"/>
                      <a:pt x="124" y="22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98" y="15"/>
                      <a:pt x="98" y="15"/>
                      <a:pt x="98" y="15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41" y="10"/>
                      <a:pt x="41" y="10"/>
                      <a:pt x="41" y="10"/>
                    </a:cubicBezTo>
                    <a:lnTo>
                      <a:pt x="12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4" name="Google Shape;547;p50">
                <a:extLst>
                  <a:ext uri="{FF2B5EF4-FFF2-40B4-BE49-F238E27FC236}">
                    <a16:creationId xmlns:a16="http://schemas.microsoft.com/office/drawing/2014/main" id="{8EC1E0B5-1FC2-4569-928D-1EB2FB91F167}"/>
                  </a:ext>
                </a:extLst>
              </p:cNvPr>
              <p:cNvSpPr/>
              <p:nvPr/>
            </p:nvSpPr>
            <p:spPr>
              <a:xfrm>
                <a:off x="5993279" y="2756910"/>
                <a:ext cx="61046" cy="42262"/>
              </a:xfrm>
              <a:custGeom>
                <a:avLst/>
                <a:gdLst/>
                <a:ahLst/>
                <a:cxnLst/>
                <a:rect l="l" t="t" r="r" b="b"/>
                <a:pathLst>
                  <a:path w="52" h="36" extrusionOk="0">
                    <a:moveTo>
                      <a:pt x="11" y="2"/>
                    </a:moveTo>
                    <a:lnTo>
                      <a:pt x="0" y="16"/>
                    </a:lnTo>
                    <a:lnTo>
                      <a:pt x="6" y="21"/>
                    </a:lnTo>
                    <a:lnTo>
                      <a:pt x="6" y="36"/>
                    </a:lnTo>
                    <a:lnTo>
                      <a:pt x="42" y="32"/>
                    </a:lnTo>
                    <a:lnTo>
                      <a:pt x="52" y="19"/>
                    </a:lnTo>
                    <a:lnTo>
                      <a:pt x="49" y="10"/>
                    </a:lnTo>
                    <a:lnTo>
                      <a:pt x="47" y="0"/>
                    </a:lnTo>
                    <a:lnTo>
                      <a:pt x="11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25" name="Google Shape;548;p50">
                <a:extLst>
                  <a:ext uri="{FF2B5EF4-FFF2-40B4-BE49-F238E27FC236}">
                    <a16:creationId xmlns:a16="http://schemas.microsoft.com/office/drawing/2014/main" id="{067D407C-B6A7-4833-94F0-0BA3134E93EF}"/>
                  </a:ext>
                </a:extLst>
              </p:cNvPr>
              <p:cNvGrpSpPr/>
              <p:nvPr/>
            </p:nvGrpSpPr>
            <p:grpSpPr>
              <a:xfrm>
                <a:off x="6074282" y="2141756"/>
                <a:ext cx="226573" cy="422625"/>
                <a:chOff x="4427537" y="1792288"/>
                <a:chExt cx="306387" cy="571500"/>
              </a:xfrm>
              <a:grpFill/>
            </p:grpSpPr>
            <p:sp>
              <p:nvSpPr>
                <p:cNvPr id="1003" name="Google Shape;549;p50">
                  <a:extLst>
                    <a:ext uri="{FF2B5EF4-FFF2-40B4-BE49-F238E27FC236}">
                      <a16:creationId xmlns:a16="http://schemas.microsoft.com/office/drawing/2014/main" id="{C19F5D5B-6EB6-43DC-8949-12F2DBC58D2D}"/>
                    </a:ext>
                  </a:extLst>
                </p:cNvPr>
                <p:cNvSpPr/>
                <p:nvPr/>
              </p:nvSpPr>
              <p:spPr>
                <a:xfrm>
                  <a:off x="4594225" y="2247900"/>
                  <a:ext cx="36512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34" extrusionOk="0">
                      <a:moveTo>
                        <a:pt x="23" y="9"/>
                      </a:moveTo>
                      <a:lnTo>
                        <a:pt x="18" y="14"/>
                      </a:lnTo>
                      <a:lnTo>
                        <a:pt x="13" y="26"/>
                      </a:lnTo>
                      <a:lnTo>
                        <a:pt x="0" y="34"/>
                      </a:lnTo>
                      <a:lnTo>
                        <a:pt x="0" y="14"/>
                      </a:lnTo>
                      <a:lnTo>
                        <a:pt x="22" y="0"/>
                      </a:lnTo>
                      <a:lnTo>
                        <a:pt x="23" y="9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4" name="Google Shape;550;p50">
                  <a:extLst>
                    <a:ext uri="{FF2B5EF4-FFF2-40B4-BE49-F238E27FC236}">
                      <a16:creationId xmlns:a16="http://schemas.microsoft.com/office/drawing/2014/main" id="{A44FFCF3-F25E-473B-AD39-D2F4554F49F2}"/>
                    </a:ext>
                  </a:extLst>
                </p:cNvPr>
                <p:cNvSpPr/>
                <p:nvPr/>
              </p:nvSpPr>
              <p:spPr>
                <a:xfrm>
                  <a:off x="4427537" y="1792288"/>
                  <a:ext cx="306387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213" extrusionOk="0">
                      <a:moveTo>
                        <a:pt x="96" y="2"/>
                      </a:move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4" y="9"/>
                        <a:pt x="84" y="9"/>
                        <a:pt x="84" y="9"/>
                      </a:cubicBezTo>
                      <a:cubicBezTo>
                        <a:pt x="71" y="11"/>
                        <a:pt x="71" y="11"/>
                        <a:pt x="71" y="11"/>
                      </a:cubicBezTo>
                      <a:cubicBezTo>
                        <a:pt x="67" y="22"/>
                        <a:pt x="67" y="22"/>
                        <a:pt x="67" y="22"/>
                      </a:cubicBezTo>
                      <a:cubicBezTo>
                        <a:pt x="57" y="23"/>
                        <a:pt x="57" y="23"/>
                        <a:pt x="57" y="23"/>
                      </a:cubicBezTo>
                      <a:cubicBezTo>
                        <a:pt x="51" y="31"/>
                        <a:pt x="45" y="38"/>
                        <a:pt x="38" y="45"/>
                      </a:cubicBezTo>
                      <a:cubicBezTo>
                        <a:pt x="35" y="48"/>
                        <a:pt x="33" y="50"/>
                        <a:pt x="30" y="52"/>
                      </a:cubicBezTo>
                      <a:cubicBezTo>
                        <a:pt x="36" y="57"/>
                        <a:pt x="36" y="57"/>
                        <a:pt x="36" y="57"/>
                      </a:cubicBezTo>
                      <a:cubicBezTo>
                        <a:pt x="24" y="73"/>
                        <a:pt x="24" y="73"/>
                        <a:pt x="24" y="73"/>
                      </a:cubicBezTo>
                      <a:cubicBezTo>
                        <a:pt x="16" y="76"/>
                        <a:pt x="16" y="76"/>
                        <a:pt x="16" y="76"/>
                      </a:cubicBezTo>
                      <a:cubicBezTo>
                        <a:pt x="11" y="83"/>
                        <a:pt x="11" y="83"/>
                        <a:pt x="11" y="83"/>
                      </a:cubicBezTo>
                      <a:cubicBezTo>
                        <a:pt x="14" y="120"/>
                        <a:pt x="14" y="120"/>
                        <a:pt x="14" y="120"/>
                      </a:cubicBezTo>
                      <a:cubicBezTo>
                        <a:pt x="10" y="125"/>
                        <a:pt x="10" y="125"/>
                        <a:pt x="10" y="125"/>
                      </a:cubicBezTo>
                      <a:cubicBezTo>
                        <a:pt x="12" y="137"/>
                        <a:pt x="12" y="137"/>
                        <a:pt x="12" y="137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57"/>
                        <a:pt x="0" y="157"/>
                        <a:pt x="0" y="157"/>
                      </a:cubicBezTo>
                      <a:cubicBezTo>
                        <a:pt x="1" y="158"/>
                        <a:pt x="1" y="159"/>
                        <a:pt x="2" y="160"/>
                      </a:cubicBezTo>
                      <a:cubicBezTo>
                        <a:pt x="2" y="170"/>
                        <a:pt x="2" y="170"/>
                        <a:pt x="2" y="170"/>
                      </a:cubicBezTo>
                      <a:cubicBezTo>
                        <a:pt x="6" y="174"/>
                        <a:pt x="6" y="174"/>
                        <a:pt x="6" y="174"/>
                      </a:cubicBezTo>
                      <a:cubicBezTo>
                        <a:pt x="7" y="186"/>
                        <a:pt x="7" y="186"/>
                        <a:pt x="7" y="186"/>
                      </a:cubicBezTo>
                      <a:cubicBezTo>
                        <a:pt x="15" y="196"/>
                        <a:pt x="15" y="196"/>
                        <a:pt x="15" y="196"/>
                      </a:cubicBezTo>
                      <a:cubicBezTo>
                        <a:pt x="13" y="201"/>
                        <a:pt x="13" y="201"/>
                        <a:pt x="13" y="201"/>
                      </a:cubicBezTo>
                      <a:cubicBezTo>
                        <a:pt x="16" y="213"/>
                        <a:pt x="16" y="213"/>
                        <a:pt x="16" y="213"/>
                      </a:cubicBezTo>
                      <a:cubicBezTo>
                        <a:pt x="27" y="213"/>
                        <a:pt x="27" y="213"/>
                        <a:pt x="27" y="213"/>
                      </a:cubicBezTo>
                      <a:cubicBezTo>
                        <a:pt x="27" y="207"/>
                        <a:pt x="27" y="207"/>
                        <a:pt x="27" y="207"/>
                      </a:cubicBezTo>
                      <a:cubicBezTo>
                        <a:pt x="33" y="202"/>
                        <a:pt x="33" y="202"/>
                        <a:pt x="33" y="202"/>
                      </a:cubicBezTo>
                      <a:cubicBezTo>
                        <a:pt x="42" y="203"/>
                        <a:pt x="42" y="203"/>
                        <a:pt x="42" y="203"/>
                      </a:cubicBezTo>
                      <a:cubicBezTo>
                        <a:pt x="55" y="164"/>
                        <a:pt x="55" y="164"/>
                        <a:pt x="55" y="164"/>
                      </a:cubicBezTo>
                      <a:cubicBezTo>
                        <a:pt x="60" y="166"/>
                        <a:pt x="60" y="166"/>
                        <a:pt x="60" y="166"/>
                      </a:cubicBezTo>
                      <a:cubicBezTo>
                        <a:pt x="66" y="160"/>
                        <a:pt x="66" y="160"/>
                        <a:pt x="66" y="160"/>
                      </a:cubicBezTo>
                      <a:cubicBezTo>
                        <a:pt x="63" y="154"/>
                        <a:pt x="63" y="154"/>
                        <a:pt x="63" y="154"/>
                      </a:cubicBezTo>
                      <a:cubicBezTo>
                        <a:pt x="70" y="151"/>
                        <a:pt x="70" y="151"/>
                        <a:pt x="70" y="151"/>
                      </a:cubicBezTo>
                      <a:cubicBezTo>
                        <a:pt x="71" y="146"/>
                        <a:pt x="71" y="146"/>
                        <a:pt x="71" y="146"/>
                      </a:cubicBezTo>
                      <a:cubicBezTo>
                        <a:pt x="62" y="134"/>
                        <a:pt x="62" y="134"/>
                        <a:pt x="62" y="134"/>
                      </a:cubicBezTo>
                      <a:cubicBezTo>
                        <a:pt x="57" y="131"/>
                        <a:pt x="57" y="131"/>
                        <a:pt x="57" y="131"/>
                      </a:cubicBezTo>
                      <a:cubicBezTo>
                        <a:pt x="61" y="122"/>
                        <a:pt x="66" y="112"/>
                        <a:pt x="72" y="103"/>
                      </a:cubicBezTo>
                      <a:cubicBezTo>
                        <a:pt x="77" y="95"/>
                        <a:pt x="84" y="88"/>
                        <a:pt x="91" y="81"/>
                      </a:cubicBezTo>
                      <a:cubicBezTo>
                        <a:pt x="88" y="72"/>
                        <a:pt x="88" y="72"/>
                        <a:pt x="88" y="72"/>
                      </a:cubicBezTo>
                      <a:cubicBezTo>
                        <a:pt x="93" y="66"/>
                        <a:pt x="97" y="59"/>
                        <a:pt x="100" y="53"/>
                      </a:cubicBezTo>
                      <a:cubicBezTo>
                        <a:pt x="111" y="53"/>
                        <a:pt x="111" y="53"/>
                        <a:pt x="111" y="53"/>
                      </a:cubicBezTo>
                      <a:cubicBezTo>
                        <a:pt x="114" y="55"/>
                        <a:pt x="114" y="55"/>
                        <a:pt x="114" y="55"/>
                      </a:cubicBezTo>
                      <a:cubicBezTo>
                        <a:pt x="108" y="12"/>
                        <a:pt x="108" y="12"/>
                        <a:pt x="108" y="12"/>
                      </a:cubicBezTo>
                      <a:lnTo>
                        <a:pt x="96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26" name="Google Shape;551;p50">
                <a:extLst>
                  <a:ext uri="{FF2B5EF4-FFF2-40B4-BE49-F238E27FC236}">
                    <a16:creationId xmlns:a16="http://schemas.microsoft.com/office/drawing/2014/main" id="{F7EFFEFB-8AF4-4F9C-9241-B81A39910B94}"/>
                  </a:ext>
                </a:extLst>
              </p:cNvPr>
              <p:cNvSpPr/>
              <p:nvPr/>
            </p:nvSpPr>
            <p:spPr>
              <a:xfrm>
                <a:off x="6114197" y="2775693"/>
                <a:ext cx="58698" cy="35219"/>
              </a:xfrm>
              <a:custGeom>
                <a:avLst/>
                <a:gdLst/>
                <a:ahLst/>
                <a:cxnLst/>
                <a:rect l="l" t="t" r="r" b="b"/>
                <a:pathLst>
                  <a:path w="50" h="30" extrusionOk="0">
                    <a:moveTo>
                      <a:pt x="5" y="5"/>
                    </a:moveTo>
                    <a:lnTo>
                      <a:pt x="0" y="30"/>
                    </a:lnTo>
                    <a:lnTo>
                      <a:pt x="20" y="21"/>
                    </a:lnTo>
                    <a:lnTo>
                      <a:pt x="37" y="27"/>
                    </a:lnTo>
                    <a:lnTo>
                      <a:pt x="50" y="16"/>
                    </a:lnTo>
                    <a:lnTo>
                      <a:pt x="37" y="0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7" name="Google Shape;552;p50">
                <a:extLst>
                  <a:ext uri="{FF2B5EF4-FFF2-40B4-BE49-F238E27FC236}">
                    <a16:creationId xmlns:a16="http://schemas.microsoft.com/office/drawing/2014/main" id="{C39B2CF5-C372-4C8B-9E53-719D76579649}"/>
                  </a:ext>
                </a:extLst>
              </p:cNvPr>
              <p:cNvSpPr/>
              <p:nvPr/>
            </p:nvSpPr>
            <p:spPr>
              <a:xfrm>
                <a:off x="6172894" y="2713473"/>
                <a:ext cx="99786" cy="43437"/>
              </a:xfrm>
              <a:custGeom>
                <a:avLst/>
                <a:gdLst/>
                <a:ahLst/>
                <a:cxnLst/>
                <a:rect l="l" t="t" r="r" b="b"/>
                <a:pathLst>
                  <a:path w="50" h="22" extrusionOk="0">
                    <a:moveTo>
                      <a:pt x="32" y="14"/>
                    </a:moveTo>
                    <a:cubicBezTo>
                      <a:pt x="46" y="15"/>
                      <a:pt x="46" y="15"/>
                      <a:pt x="46" y="1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38" y="3"/>
                      <a:pt x="26" y="2"/>
                      <a:pt x="1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32" y="1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8" name="Google Shape;553;p50">
                <a:extLst>
                  <a:ext uri="{FF2B5EF4-FFF2-40B4-BE49-F238E27FC236}">
                    <a16:creationId xmlns:a16="http://schemas.microsoft.com/office/drawing/2014/main" id="{1F2345DA-004A-4A3B-B0C2-CF57F3E484C8}"/>
                  </a:ext>
                </a:extLst>
              </p:cNvPr>
              <p:cNvSpPr/>
              <p:nvPr/>
            </p:nvSpPr>
            <p:spPr>
              <a:xfrm>
                <a:off x="8365847" y="2601947"/>
                <a:ext cx="51654" cy="217183"/>
              </a:xfrm>
              <a:custGeom>
                <a:avLst/>
                <a:gdLst/>
                <a:ahLst/>
                <a:cxnLst/>
                <a:rect l="l" t="t" r="r" b="b"/>
                <a:pathLst>
                  <a:path w="26" h="109" extrusionOk="0">
                    <a:moveTo>
                      <a:pt x="9" y="0"/>
                    </a:moveTo>
                    <a:cubicBezTo>
                      <a:pt x="12" y="1"/>
                      <a:pt x="12" y="1"/>
                      <a:pt x="12" y="1"/>
                    </a:cubicBezTo>
                    <a:cubicBezTo>
                      <a:pt x="13" y="4"/>
                      <a:pt x="14" y="8"/>
                      <a:pt x="14" y="11"/>
                    </a:cubicBezTo>
                    <a:cubicBezTo>
                      <a:pt x="15" y="22"/>
                      <a:pt x="17" y="34"/>
                      <a:pt x="19" y="45"/>
                    </a:cubicBezTo>
                    <a:cubicBezTo>
                      <a:pt x="20" y="53"/>
                      <a:pt x="23" y="62"/>
                      <a:pt x="26" y="71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1" y="67"/>
                      <a:pt x="18" y="62"/>
                      <a:pt x="14" y="58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11" y="85"/>
                      <a:pt x="12" y="89"/>
                      <a:pt x="13" y="93"/>
                    </a:cubicBezTo>
                    <a:cubicBezTo>
                      <a:pt x="14" y="98"/>
                      <a:pt x="14" y="103"/>
                      <a:pt x="14" y="109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10" y="97"/>
                      <a:pt x="10" y="97"/>
                      <a:pt x="10" y="97"/>
                    </a:cubicBezTo>
                    <a:cubicBezTo>
                      <a:pt x="8" y="99"/>
                      <a:pt x="8" y="101"/>
                      <a:pt x="6" y="103"/>
                    </a:cubicBezTo>
                    <a:cubicBezTo>
                      <a:pt x="5" y="104"/>
                      <a:pt x="3" y="106"/>
                      <a:pt x="2" y="107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3" y="96"/>
                      <a:pt x="3" y="96"/>
                      <a:pt x="3" y="96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5" y="79"/>
                      <a:pt x="5" y="79"/>
                      <a:pt x="5" y="79"/>
                    </a:cubicBezTo>
                    <a:cubicBezTo>
                      <a:pt x="1" y="69"/>
                      <a:pt x="1" y="69"/>
                      <a:pt x="1" y="69"/>
                    </a:cubicBezTo>
                    <a:cubicBezTo>
                      <a:pt x="2" y="64"/>
                      <a:pt x="3" y="58"/>
                      <a:pt x="3" y="53"/>
                    </a:cubicBezTo>
                    <a:cubicBezTo>
                      <a:pt x="3" y="44"/>
                      <a:pt x="3" y="35"/>
                      <a:pt x="2" y="26"/>
                    </a:cubicBezTo>
                    <a:cubicBezTo>
                      <a:pt x="2" y="20"/>
                      <a:pt x="2" y="13"/>
                      <a:pt x="2" y="6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29" name="Google Shape;554;p50">
                <a:extLst>
                  <a:ext uri="{FF2B5EF4-FFF2-40B4-BE49-F238E27FC236}">
                    <a16:creationId xmlns:a16="http://schemas.microsoft.com/office/drawing/2014/main" id="{2E8AB888-1DBB-42BD-A8CE-C622E2314FC2}"/>
                  </a:ext>
                </a:extLst>
              </p:cNvPr>
              <p:cNvSpPr/>
              <p:nvPr/>
            </p:nvSpPr>
            <p:spPr>
              <a:xfrm>
                <a:off x="6229245" y="2566729"/>
                <a:ext cx="39915" cy="23479"/>
              </a:xfrm>
              <a:custGeom>
                <a:avLst/>
                <a:gdLst/>
                <a:ahLst/>
                <a:cxnLst/>
                <a:rect l="l" t="t" r="r" b="b"/>
                <a:pathLst>
                  <a:path w="20" h="12" extrusionOk="0">
                    <a:moveTo>
                      <a:pt x="19" y="12"/>
                    </a:moveTo>
                    <a:cubicBezTo>
                      <a:pt x="20" y="1"/>
                      <a:pt x="20" y="1"/>
                      <a:pt x="20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1"/>
                      <a:pt x="7" y="3"/>
                      <a:pt x="7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1"/>
                      <a:pt x="4" y="11"/>
                      <a:pt x="4" y="11"/>
                    </a:cubicBezTo>
                    <a:lnTo>
                      <a:pt x="19" y="1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30" name="Google Shape;555;p50">
                <a:extLst>
                  <a:ext uri="{FF2B5EF4-FFF2-40B4-BE49-F238E27FC236}">
                    <a16:creationId xmlns:a16="http://schemas.microsoft.com/office/drawing/2014/main" id="{A776B61B-E0A0-4270-9326-1D935CD3025F}"/>
                  </a:ext>
                </a:extLst>
              </p:cNvPr>
              <p:cNvGrpSpPr/>
              <p:nvPr/>
            </p:nvGrpSpPr>
            <p:grpSpPr>
              <a:xfrm>
                <a:off x="6364250" y="1811873"/>
                <a:ext cx="2891457" cy="1111739"/>
                <a:chOff x="4819650" y="1346200"/>
                <a:chExt cx="3910012" cy="1503364"/>
              </a:xfrm>
              <a:grpFill/>
            </p:grpSpPr>
            <p:sp>
              <p:nvSpPr>
                <p:cNvPr id="987" name="Google Shape;556;p50">
                  <a:extLst>
                    <a:ext uri="{FF2B5EF4-FFF2-40B4-BE49-F238E27FC236}">
                      <a16:creationId xmlns:a16="http://schemas.microsoft.com/office/drawing/2014/main" id="{DFA9FEEB-0A5C-4F0F-8FBD-7E689F5A3847}"/>
                    </a:ext>
                  </a:extLst>
                </p:cNvPr>
                <p:cNvSpPr/>
                <p:nvPr/>
              </p:nvSpPr>
              <p:spPr>
                <a:xfrm>
                  <a:off x="7526337" y="2414588"/>
                  <a:ext cx="69850" cy="293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109" extrusionOk="0">
                      <a:moveTo>
                        <a:pt x="9" y="0"/>
                      </a:move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3" y="4"/>
                        <a:pt x="14" y="8"/>
                        <a:pt x="14" y="11"/>
                      </a:cubicBezTo>
                      <a:cubicBezTo>
                        <a:pt x="15" y="22"/>
                        <a:pt x="17" y="34"/>
                        <a:pt x="19" y="45"/>
                      </a:cubicBezTo>
                      <a:cubicBezTo>
                        <a:pt x="20" y="53"/>
                        <a:pt x="23" y="62"/>
                        <a:pt x="26" y="71"/>
                      </a:cubicBezTo>
                      <a:cubicBezTo>
                        <a:pt x="25" y="71"/>
                        <a:pt x="25" y="71"/>
                        <a:pt x="25" y="71"/>
                      </a:cubicBezTo>
                      <a:cubicBezTo>
                        <a:pt x="21" y="67"/>
                        <a:pt x="18" y="62"/>
                        <a:pt x="14" y="58"/>
                      </a:cubicBezTo>
                      <a:cubicBezTo>
                        <a:pt x="8" y="82"/>
                        <a:pt x="8" y="82"/>
                        <a:pt x="8" y="82"/>
                      </a:cubicBezTo>
                      <a:cubicBezTo>
                        <a:pt x="11" y="85"/>
                        <a:pt x="12" y="89"/>
                        <a:pt x="13" y="93"/>
                      </a:cubicBezTo>
                      <a:cubicBezTo>
                        <a:pt x="14" y="98"/>
                        <a:pt x="14" y="103"/>
                        <a:pt x="14" y="109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2" y="101"/>
                        <a:pt x="12" y="101"/>
                        <a:pt x="12" y="101"/>
                      </a:cubicBezTo>
                      <a:cubicBezTo>
                        <a:pt x="10" y="97"/>
                        <a:pt x="10" y="97"/>
                        <a:pt x="10" y="97"/>
                      </a:cubicBezTo>
                      <a:cubicBezTo>
                        <a:pt x="8" y="99"/>
                        <a:pt x="8" y="101"/>
                        <a:pt x="6" y="103"/>
                      </a:cubicBezTo>
                      <a:cubicBezTo>
                        <a:pt x="5" y="104"/>
                        <a:pt x="3" y="106"/>
                        <a:pt x="2" y="107"/>
                      </a:cubicBezTo>
                      <a:cubicBezTo>
                        <a:pt x="0" y="103"/>
                        <a:pt x="0" y="103"/>
                        <a:pt x="0" y="103"/>
                      </a:cubicBezTo>
                      <a:cubicBezTo>
                        <a:pt x="3" y="96"/>
                        <a:pt x="3" y="96"/>
                        <a:pt x="3" y="96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5" y="79"/>
                        <a:pt x="5" y="79"/>
                        <a:pt x="5" y="79"/>
                      </a:cubicBezTo>
                      <a:cubicBezTo>
                        <a:pt x="1" y="69"/>
                        <a:pt x="1" y="69"/>
                        <a:pt x="1" y="69"/>
                      </a:cubicBezTo>
                      <a:cubicBezTo>
                        <a:pt x="2" y="64"/>
                        <a:pt x="3" y="58"/>
                        <a:pt x="3" y="53"/>
                      </a:cubicBezTo>
                      <a:cubicBezTo>
                        <a:pt x="3" y="44"/>
                        <a:pt x="3" y="35"/>
                        <a:pt x="2" y="26"/>
                      </a:cubicBezTo>
                      <a:cubicBezTo>
                        <a:pt x="2" y="20"/>
                        <a:pt x="2" y="13"/>
                        <a:pt x="2" y="6"/>
                      </a:cubicBezTo>
                      <a:cubicBezTo>
                        <a:pt x="9" y="0"/>
                        <a:pt x="9" y="0"/>
                        <a:pt x="9" y="0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88" name="Google Shape;557;p50">
                  <a:extLst>
                    <a:ext uri="{FF2B5EF4-FFF2-40B4-BE49-F238E27FC236}">
                      <a16:creationId xmlns:a16="http://schemas.microsoft.com/office/drawing/2014/main" id="{715FB7E6-B69E-49F7-BAE0-E1094F22CB98}"/>
                    </a:ext>
                  </a:extLst>
                </p:cNvPr>
                <p:cNvSpPr/>
                <p:nvPr/>
              </p:nvSpPr>
              <p:spPr>
                <a:xfrm>
                  <a:off x="5895975" y="1622425"/>
                  <a:ext cx="381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16" extrusionOk="0">
                      <a:moveTo>
                        <a:pt x="24" y="2"/>
                      </a:moveTo>
                      <a:lnTo>
                        <a:pt x="17" y="16"/>
                      </a:lnTo>
                      <a:lnTo>
                        <a:pt x="0" y="14"/>
                      </a:lnTo>
                      <a:lnTo>
                        <a:pt x="7" y="0"/>
                      </a:lnTo>
                      <a:lnTo>
                        <a:pt x="24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89" name="Google Shape;558;p50">
                  <a:extLst>
                    <a:ext uri="{FF2B5EF4-FFF2-40B4-BE49-F238E27FC236}">
                      <a16:creationId xmlns:a16="http://schemas.microsoft.com/office/drawing/2014/main" id="{7689D25F-CB77-4478-9766-4BC77BA923D9}"/>
                    </a:ext>
                  </a:extLst>
                </p:cNvPr>
                <p:cNvSpPr/>
                <p:nvPr/>
              </p:nvSpPr>
              <p:spPr>
                <a:xfrm>
                  <a:off x="5335587" y="1778000"/>
                  <a:ext cx="44450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19" extrusionOk="0">
                      <a:moveTo>
                        <a:pt x="28" y="9"/>
                      </a:moveTo>
                      <a:lnTo>
                        <a:pt x="23" y="16"/>
                      </a:lnTo>
                      <a:lnTo>
                        <a:pt x="8" y="19"/>
                      </a:lnTo>
                      <a:lnTo>
                        <a:pt x="0" y="14"/>
                      </a:lnTo>
                      <a:lnTo>
                        <a:pt x="8" y="2"/>
                      </a:lnTo>
                      <a:lnTo>
                        <a:pt x="25" y="0"/>
                      </a:lnTo>
                      <a:lnTo>
                        <a:pt x="28" y="9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0" name="Google Shape;559;p50">
                  <a:extLst>
                    <a:ext uri="{FF2B5EF4-FFF2-40B4-BE49-F238E27FC236}">
                      <a16:creationId xmlns:a16="http://schemas.microsoft.com/office/drawing/2014/main" id="{F2AA8D99-F4DB-47CD-B465-FF2B38C6E548}"/>
                    </a:ext>
                  </a:extLst>
                </p:cNvPr>
                <p:cNvSpPr/>
                <p:nvPr/>
              </p:nvSpPr>
              <p:spPr>
                <a:xfrm>
                  <a:off x="4819650" y="1473200"/>
                  <a:ext cx="3852864" cy="1376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" h="513" extrusionOk="0">
                      <a:moveTo>
                        <a:pt x="1430" y="168"/>
                      </a:moveTo>
                      <a:cubicBezTo>
                        <a:pt x="1403" y="152"/>
                        <a:pt x="1403" y="152"/>
                        <a:pt x="1403" y="152"/>
                      </a:cubicBezTo>
                      <a:cubicBezTo>
                        <a:pt x="1400" y="154"/>
                        <a:pt x="1400" y="154"/>
                        <a:pt x="1400" y="154"/>
                      </a:cubicBezTo>
                      <a:cubicBezTo>
                        <a:pt x="1403" y="159"/>
                        <a:pt x="1403" y="159"/>
                        <a:pt x="1403" y="159"/>
                      </a:cubicBezTo>
                      <a:cubicBezTo>
                        <a:pt x="1400" y="165"/>
                        <a:pt x="1400" y="165"/>
                        <a:pt x="1400" y="165"/>
                      </a:cubicBezTo>
                      <a:cubicBezTo>
                        <a:pt x="1405" y="175"/>
                        <a:pt x="1405" y="175"/>
                        <a:pt x="1405" y="175"/>
                      </a:cubicBezTo>
                      <a:cubicBezTo>
                        <a:pt x="1401" y="176"/>
                        <a:pt x="1401" y="176"/>
                        <a:pt x="1401" y="176"/>
                      </a:cubicBezTo>
                      <a:cubicBezTo>
                        <a:pt x="1387" y="161"/>
                        <a:pt x="1387" y="161"/>
                        <a:pt x="1387" y="161"/>
                      </a:cubicBezTo>
                      <a:cubicBezTo>
                        <a:pt x="1376" y="130"/>
                        <a:pt x="1376" y="130"/>
                        <a:pt x="1376" y="130"/>
                      </a:cubicBezTo>
                      <a:cubicBezTo>
                        <a:pt x="1364" y="123"/>
                        <a:pt x="1364" y="123"/>
                        <a:pt x="1364" y="123"/>
                      </a:cubicBezTo>
                      <a:cubicBezTo>
                        <a:pt x="1355" y="113"/>
                        <a:pt x="1355" y="113"/>
                        <a:pt x="1355" y="113"/>
                      </a:cubicBezTo>
                      <a:cubicBezTo>
                        <a:pt x="1341" y="111"/>
                        <a:pt x="1341" y="111"/>
                        <a:pt x="1341" y="111"/>
                      </a:cubicBezTo>
                      <a:cubicBezTo>
                        <a:pt x="1319" y="104"/>
                        <a:pt x="1319" y="104"/>
                        <a:pt x="1319" y="104"/>
                      </a:cubicBezTo>
                      <a:cubicBezTo>
                        <a:pt x="1309" y="106"/>
                        <a:pt x="1309" y="106"/>
                        <a:pt x="1309" y="106"/>
                      </a:cubicBezTo>
                      <a:cubicBezTo>
                        <a:pt x="1297" y="104"/>
                        <a:pt x="1297" y="104"/>
                        <a:pt x="1297" y="104"/>
                      </a:cubicBezTo>
                      <a:cubicBezTo>
                        <a:pt x="1278" y="96"/>
                        <a:pt x="1278" y="96"/>
                        <a:pt x="1278" y="96"/>
                      </a:cubicBezTo>
                      <a:cubicBezTo>
                        <a:pt x="1272" y="98"/>
                        <a:pt x="1272" y="98"/>
                        <a:pt x="1272" y="98"/>
                      </a:cubicBezTo>
                      <a:cubicBezTo>
                        <a:pt x="1261" y="96"/>
                        <a:pt x="1261" y="96"/>
                        <a:pt x="1261" y="96"/>
                      </a:cubicBezTo>
                      <a:cubicBezTo>
                        <a:pt x="1252" y="96"/>
                        <a:pt x="1252" y="96"/>
                        <a:pt x="1252" y="96"/>
                      </a:cubicBezTo>
                      <a:cubicBezTo>
                        <a:pt x="1246" y="93"/>
                        <a:pt x="1246" y="93"/>
                        <a:pt x="1246" y="93"/>
                      </a:cubicBezTo>
                      <a:cubicBezTo>
                        <a:pt x="1237" y="93"/>
                        <a:pt x="1237" y="93"/>
                        <a:pt x="1237" y="93"/>
                      </a:cubicBezTo>
                      <a:cubicBezTo>
                        <a:pt x="1248" y="108"/>
                        <a:pt x="1248" y="108"/>
                        <a:pt x="1248" y="108"/>
                      </a:cubicBezTo>
                      <a:cubicBezTo>
                        <a:pt x="1248" y="120"/>
                        <a:pt x="1248" y="120"/>
                        <a:pt x="1248" y="120"/>
                      </a:cubicBezTo>
                      <a:cubicBezTo>
                        <a:pt x="1238" y="121"/>
                        <a:pt x="1238" y="121"/>
                        <a:pt x="1238" y="121"/>
                      </a:cubicBezTo>
                      <a:cubicBezTo>
                        <a:pt x="1234" y="118"/>
                        <a:pt x="1234" y="118"/>
                        <a:pt x="1234" y="118"/>
                      </a:cubicBezTo>
                      <a:cubicBezTo>
                        <a:pt x="1231" y="117"/>
                        <a:pt x="1231" y="117"/>
                        <a:pt x="1231" y="117"/>
                      </a:cubicBezTo>
                      <a:cubicBezTo>
                        <a:pt x="1230" y="114"/>
                        <a:pt x="1230" y="114"/>
                        <a:pt x="1230" y="114"/>
                      </a:cubicBezTo>
                      <a:cubicBezTo>
                        <a:pt x="1225" y="114"/>
                        <a:pt x="1225" y="114"/>
                        <a:pt x="1225" y="114"/>
                      </a:cubicBezTo>
                      <a:cubicBezTo>
                        <a:pt x="1216" y="105"/>
                        <a:pt x="1216" y="105"/>
                        <a:pt x="1216" y="105"/>
                      </a:cubicBezTo>
                      <a:cubicBezTo>
                        <a:pt x="1202" y="107"/>
                        <a:pt x="1202" y="107"/>
                        <a:pt x="1202" y="107"/>
                      </a:cubicBezTo>
                      <a:cubicBezTo>
                        <a:pt x="1184" y="105"/>
                        <a:pt x="1184" y="105"/>
                        <a:pt x="1184" y="105"/>
                      </a:cubicBezTo>
                      <a:cubicBezTo>
                        <a:pt x="1167" y="109"/>
                        <a:pt x="1167" y="109"/>
                        <a:pt x="1167" y="109"/>
                      </a:cubicBezTo>
                      <a:cubicBezTo>
                        <a:pt x="1166" y="120"/>
                        <a:pt x="1166" y="120"/>
                        <a:pt x="1166" y="120"/>
                      </a:cubicBezTo>
                      <a:cubicBezTo>
                        <a:pt x="1162" y="119"/>
                        <a:pt x="1162" y="119"/>
                        <a:pt x="1162" y="119"/>
                      </a:cubicBezTo>
                      <a:cubicBezTo>
                        <a:pt x="1156" y="111"/>
                        <a:pt x="1156" y="111"/>
                        <a:pt x="1156" y="111"/>
                      </a:cubicBezTo>
                      <a:cubicBezTo>
                        <a:pt x="1141" y="106"/>
                        <a:pt x="1141" y="106"/>
                        <a:pt x="1141" y="106"/>
                      </a:cubicBezTo>
                      <a:cubicBezTo>
                        <a:pt x="1141" y="99"/>
                        <a:pt x="1141" y="99"/>
                        <a:pt x="1141" y="99"/>
                      </a:cubicBezTo>
                      <a:cubicBezTo>
                        <a:pt x="1131" y="83"/>
                        <a:pt x="1131" y="83"/>
                        <a:pt x="1131" y="83"/>
                      </a:cubicBezTo>
                      <a:cubicBezTo>
                        <a:pt x="1114" y="82"/>
                        <a:pt x="1114" y="82"/>
                        <a:pt x="1114" y="82"/>
                      </a:cubicBezTo>
                      <a:cubicBezTo>
                        <a:pt x="1098" y="86"/>
                        <a:pt x="1098" y="86"/>
                        <a:pt x="1098" y="86"/>
                      </a:cubicBezTo>
                      <a:cubicBezTo>
                        <a:pt x="1083" y="85"/>
                        <a:pt x="1083" y="85"/>
                        <a:pt x="1083" y="85"/>
                      </a:cubicBezTo>
                      <a:cubicBezTo>
                        <a:pt x="1072" y="87"/>
                        <a:pt x="1072" y="87"/>
                        <a:pt x="1072" y="87"/>
                      </a:cubicBezTo>
                      <a:cubicBezTo>
                        <a:pt x="1063" y="85"/>
                        <a:pt x="1063" y="85"/>
                        <a:pt x="1063" y="85"/>
                      </a:cubicBezTo>
                      <a:cubicBezTo>
                        <a:pt x="1060" y="82"/>
                        <a:pt x="1060" y="82"/>
                        <a:pt x="1060" y="82"/>
                      </a:cubicBezTo>
                      <a:cubicBezTo>
                        <a:pt x="1048" y="78"/>
                        <a:pt x="1048" y="78"/>
                        <a:pt x="1048" y="78"/>
                      </a:cubicBezTo>
                      <a:cubicBezTo>
                        <a:pt x="1050" y="73"/>
                        <a:pt x="1050" y="73"/>
                        <a:pt x="1050" y="73"/>
                      </a:cubicBezTo>
                      <a:cubicBezTo>
                        <a:pt x="1048" y="71"/>
                        <a:pt x="1048" y="71"/>
                        <a:pt x="1048" y="71"/>
                      </a:cubicBezTo>
                      <a:cubicBezTo>
                        <a:pt x="1048" y="65"/>
                        <a:pt x="1048" y="65"/>
                        <a:pt x="1048" y="65"/>
                      </a:cubicBezTo>
                      <a:cubicBezTo>
                        <a:pt x="1025" y="65"/>
                        <a:pt x="1025" y="65"/>
                        <a:pt x="1025" y="65"/>
                      </a:cubicBezTo>
                      <a:cubicBezTo>
                        <a:pt x="1019" y="74"/>
                        <a:pt x="1019" y="74"/>
                        <a:pt x="1019" y="74"/>
                      </a:cubicBezTo>
                      <a:cubicBezTo>
                        <a:pt x="1014" y="74"/>
                        <a:pt x="1014" y="74"/>
                        <a:pt x="1014" y="74"/>
                      </a:cubicBezTo>
                      <a:cubicBezTo>
                        <a:pt x="1017" y="70"/>
                        <a:pt x="1017" y="70"/>
                        <a:pt x="1017" y="70"/>
                      </a:cubicBezTo>
                      <a:cubicBezTo>
                        <a:pt x="1014" y="67"/>
                        <a:pt x="1014" y="67"/>
                        <a:pt x="1014" y="67"/>
                      </a:cubicBezTo>
                      <a:cubicBezTo>
                        <a:pt x="1005" y="71"/>
                        <a:pt x="1005" y="71"/>
                        <a:pt x="1005" y="71"/>
                      </a:cubicBezTo>
                      <a:cubicBezTo>
                        <a:pt x="1000" y="67"/>
                        <a:pt x="1000" y="67"/>
                        <a:pt x="1000" y="67"/>
                      </a:cubicBezTo>
                      <a:cubicBezTo>
                        <a:pt x="1008" y="65"/>
                        <a:pt x="1008" y="65"/>
                        <a:pt x="1008" y="65"/>
                      </a:cubicBezTo>
                      <a:cubicBezTo>
                        <a:pt x="1008" y="64"/>
                        <a:pt x="1008" y="64"/>
                        <a:pt x="1008" y="64"/>
                      </a:cubicBezTo>
                      <a:cubicBezTo>
                        <a:pt x="980" y="65"/>
                        <a:pt x="980" y="65"/>
                        <a:pt x="980" y="65"/>
                      </a:cubicBezTo>
                      <a:cubicBezTo>
                        <a:pt x="968" y="70"/>
                        <a:pt x="968" y="70"/>
                        <a:pt x="968" y="70"/>
                      </a:cubicBezTo>
                      <a:cubicBezTo>
                        <a:pt x="968" y="73"/>
                        <a:pt x="968" y="73"/>
                        <a:pt x="968" y="73"/>
                      </a:cubicBezTo>
                      <a:cubicBezTo>
                        <a:pt x="978" y="84"/>
                        <a:pt x="978" y="84"/>
                        <a:pt x="978" y="84"/>
                      </a:cubicBezTo>
                      <a:cubicBezTo>
                        <a:pt x="976" y="87"/>
                        <a:pt x="976" y="87"/>
                        <a:pt x="976" y="87"/>
                      </a:cubicBezTo>
                      <a:cubicBezTo>
                        <a:pt x="952" y="80"/>
                        <a:pt x="952" y="80"/>
                        <a:pt x="952" y="80"/>
                      </a:cubicBezTo>
                      <a:cubicBezTo>
                        <a:pt x="941" y="83"/>
                        <a:pt x="941" y="83"/>
                        <a:pt x="941" y="83"/>
                      </a:cubicBezTo>
                      <a:cubicBezTo>
                        <a:pt x="938" y="86"/>
                        <a:pt x="938" y="86"/>
                        <a:pt x="938" y="86"/>
                      </a:cubicBezTo>
                      <a:cubicBezTo>
                        <a:pt x="924" y="85"/>
                        <a:pt x="924" y="85"/>
                        <a:pt x="924" y="85"/>
                      </a:cubicBezTo>
                      <a:cubicBezTo>
                        <a:pt x="922" y="81"/>
                        <a:pt x="922" y="81"/>
                        <a:pt x="922" y="81"/>
                      </a:cubicBezTo>
                      <a:cubicBezTo>
                        <a:pt x="915" y="80"/>
                        <a:pt x="915" y="80"/>
                        <a:pt x="915" y="80"/>
                      </a:cubicBezTo>
                      <a:cubicBezTo>
                        <a:pt x="915" y="89"/>
                        <a:pt x="915" y="89"/>
                        <a:pt x="915" y="89"/>
                      </a:cubicBezTo>
                      <a:cubicBezTo>
                        <a:pt x="910" y="96"/>
                        <a:pt x="910" y="96"/>
                        <a:pt x="910" y="96"/>
                      </a:cubicBezTo>
                      <a:cubicBezTo>
                        <a:pt x="908" y="100"/>
                        <a:pt x="908" y="100"/>
                        <a:pt x="908" y="100"/>
                      </a:cubicBezTo>
                      <a:cubicBezTo>
                        <a:pt x="905" y="96"/>
                        <a:pt x="905" y="96"/>
                        <a:pt x="905" y="96"/>
                      </a:cubicBezTo>
                      <a:cubicBezTo>
                        <a:pt x="891" y="87"/>
                        <a:pt x="891" y="87"/>
                        <a:pt x="891" y="87"/>
                      </a:cubicBezTo>
                      <a:cubicBezTo>
                        <a:pt x="876" y="81"/>
                        <a:pt x="876" y="81"/>
                        <a:pt x="876" y="81"/>
                      </a:cubicBezTo>
                      <a:cubicBezTo>
                        <a:pt x="877" y="76"/>
                        <a:pt x="877" y="76"/>
                        <a:pt x="877" y="76"/>
                      </a:cubicBezTo>
                      <a:cubicBezTo>
                        <a:pt x="872" y="70"/>
                        <a:pt x="872" y="70"/>
                        <a:pt x="872" y="70"/>
                      </a:cubicBezTo>
                      <a:cubicBezTo>
                        <a:pt x="873" y="63"/>
                        <a:pt x="873" y="63"/>
                        <a:pt x="873" y="63"/>
                      </a:cubicBezTo>
                      <a:cubicBezTo>
                        <a:pt x="858" y="56"/>
                        <a:pt x="858" y="56"/>
                        <a:pt x="858" y="56"/>
                      </a:cubicBezTo>
                      <a:cubicBezTo>
                        <a:pt x="848" y="55"/>
                        <a:pt x="848" y="55"/>
                        <a:pt x="848" y="55"/>
                      </a:cubicBezTo>
                      <a:cubicBezTo>
                        <a:pt x="840" y="53"/>
                        <a:pt x="840" y="53"/>
                        <a:pt x="840" y="53"/>
                      </a:cubicBezTo>
                      <a:cubicBezTo>
                        <a:pt x="831" y="54"/>
                        <a:pt x="831" y="54"/>
                        <a:pt x="831" y="54"/>
                      </a:cubicBezTo>
                      <a:cubicBezTo>
                        <a:pt x="829" y="55"/>
                        <a:pt x="829" y="55"/>
                        <a:pt x="829" y="55"/>
                      </a:cubicBezTo>
                      <a:cubicBezTo>
                        <a:pt x="828" y="58"/>
                        <a:pt x="828" y="58"/>
                        <a:pt x="828" y="58"/>
                      </a:cubicBezTo>
                      <a:cubicBezTo>
                        <a:pt x="834" y="65"/>
                        <a:pt x="834" y="65"/>
                        <a:pt x="834" y="65"/>
                      </a:cubicBezTo>
                      <a:cubicBezTo>
                        <a:pt x="835" y="70"/>
                        <a:pt x="835" y="70"/>
                        <a:pt x="835" y="70"/>
                      </a:cubicBezTo>
                      <a:cubicBezTo>
                        <a:pt x="832" y="70"/>
                        <a:pt x="832" y="70"/>
                        <a:pt x="832" y="70"/>
                      </a:cubicBezTo>
                      <a:cubicBezTo>
                        <a:pt x="825" y="67"/>
                        <a:pt x="825" y="67"/>
                        <a:pt x="825" y="67"/>
                      </a:cubicBezTo>
                      <a:cubicBezTo>
                        <a:pt x="817" y="68"/>
                        <a:pt x="817" y="68"/>
                        <a:pt x="817" y="68"/>
                      </a:cubicBezTo>
                      <a:cubicBezTo>
                        <a:pt x="805" y="62"/>
                        <a:pt x="805" y="62"/>
                        <a:pt x="805" y="62"/>
                      </a:cubicBezTo>
                      <a:cubicBezTo>
                        <a:pt x="800" y="62"/>
                        <a:pt x="800" y="62"/>
                        <a:pt x="800" y="62"/>
                      </a:cubicBezTo>
                      <a:cubicBezTo>
                        <a:pt x="800" y="67"/>
                        <a:pt x="800" y="67"/>
                        <a:pt x="800" y="67"/>
                      </a:cubicBezTo>
                      <a:cubicBezTo>
                        <a:pt x="784" y="61"/>
                        <a:pt x="784" y="61"/>
                        <a:pt x="784" y="61"/>
                      </a:cubicBezTo>
                      <a:cubicBezTo>
                        <a:pt x="782" y="59"/>
                        <a:pt x="782" y="59"/>
                        <a:pt x="782" y="59"/>
                      </a:cubicBezTo>
                      <a:cubicBezTo>
                        <a:pt x="783" y="55"/>
                        <a:pt x="783" y="55"/>
                        <a:pt x="783" y="55"/>
                      </a:cubicBezTo>
                      <a:cubicBezTo>
                        <a:pt x="778" y="53"/>
                        <a:pt x="778" y="53"/>
                        <a:pt x="778" y="53"/>
                      </a:cubicBezTo>
                      <a:cubicBezTo>
                        <a:pt x="762" y="53"/>
                        <a:pt x="762" y="53"/>
                        <a:pt x="762" y="53"/>
                      </a:cubicBezTo>
                      <a:cubicBezTo>
                        <a:pt x="756" y="56"/>
                        <a:pt x="756" y="56"/>
                        <a:pt x="756" y="56"/>
                      </a:cubicBezTo>
                      <a:cubicBezTo>
                        <a:pt x="754" y="61"/>
                        <a:pt x="754" y="61"/>
                        <a:pt x="754" y="61"/>
                      </a:cubicBezTo>
                      <a:cubicBezTo>
                        <a:pt x="752" y="56"/>
                        <a:pt x="752" y="56"/>
                        <a:pt x="752" y="56"/>
                      </a:cubicBezTo>
                      <a:cubicBezTo>
                        <a:pt x="745" y="52"/>
                        <a:pt x="745" y="52"/>
                        <a:pt x="745" y="52"/>
                      </a:cubicBezTo>
                      <a:cubicBezTo>
                        <a:pt x="736" y="55"/>
                        <a:pt x="736" y="55"/>
                        <a:pt x="736" y="55"/>
                      </a:cubicBezTo>
                      <a:cubicBezTo>
                        <a:pt x="727" y="51"/>
                        <a:pt x="727" y="51"/>
                        <a:pt x="727" y="51"/>
                      </a:cubicBezTo>
                      <a:cubicBezTo>
                        <a:pt x="720" y="51"/>
                        <a:pt x="720" y="51"/>
                        <a:pt x="720" y="51"/>
                      </a:cubicBezTo>
                      <a:cubicBezTo>
                        <a:pt x="719" y="56"/>
                        <a:pt x="719" y="56"/>
                        <a:pt x="719" y="56"/>
                      </a:cubicBezTo>
                      <a:cubicBezTo>
                        <a:pt x="721" y="59"/>
                        <a:pt x="721" y="59"/>
                        <a:pt x="721" y="59"/>
                      </a:cubicBezTo>
                      <a:cubicBezTo>
                        <a:pt x="695" y="65"/>
                        <a:pt x="695" y="65"/>
                        <a:pt x="695" y="65"/>
                      </a:cubicBezTo>
                      <a:cubicBezTo>
                        <a:pt x="675" y="75"/>
                        <a:pt x="675" y="75"/>
                        <a:pt x="675" y="75"/>
                      </a:cubicBezTo>
                      <a:cubicBezTo>
                        <a:pt x="675" y="73"/>
                        <a:pt x="675" y="73"/>
                        <a:pt x="675" y="73"/>
                      </a:cubicBezTo>
                      <a:cubicBezTo>
                        <a:pt x="722" y="47"/>
                        <a:pt x="722" y="47"/>
                        <a:pt x="722" y="47"/>
                      </a:cubicBezTo>
                      <a:cubicBezTo>
                        <a:pt x="728" y="41"/>
                        <a:pt x="728" y="41"/>
                        <a:pt x="728" y="41"/>
                      </a:cubicBezTo>
                      <a:cubicBezTo>
                        <a:pt x="728" y="35"/>
                        <a:pt x="728" y="35"/>
                        <a:pt x="728" y="35"/>
                      </a:cubicBezTo>
                      <a:cubicBezTo>
                        <a:pt x="723" y="33"/>
                        <a:pt x="723" y="33"/>
                        <a:pt x="723" y="33"/>
                      </a:cubicBezTo>
                      <a:cubicBezTo>
                        <a:pt x="721" y="27"/>
                        <a:pt x="721" y="27"/>
                        <a:pt x="721" y="27"/>
                      </a:cubicBezTo>
                      <a:cubicBezTo>
                        <a:pt x="727" y="31"/>
                        <a:pt x="727" y="31"/>
                        <a:pt x="727" y="31"/>
                      </a:cubicBezTo>
                      <a:cubicBezTo>
                        <a:pt x="729" y="30"/>
                        <a:pt x="729" y="30"/>
                        <a:pt x="729" y="30"/>
                      </a:cubicBezTo>
                      <a:cubicBezTo>
                        <a:pt x="728" y="14"/>
                        <a:pt x="728" y="14"/>
                        <a:pt x="728" y="14"/>
                      </a:cubicBezTo>
                      <a:cubicBezTo>
                        <a:pt x="715" y="6"/>
                        <a:pt x="715" y="6"/>
                        <a:pt x="715" y="6"/>
                      </a:cubicBezTo>
                      <a:cubicBezTo>
                        <a:pt x="700" y="14"/>
                        <a:pt x="700" y="14"/>
                        <a:pt x="700" y="14"/>
                      </a:cubicBezTo>
                      <a:cubicBezTo>
                        <a:pt x="688" y="16"/>
                        <a:pt x="688" y="16"/>
                        <a:pt x="688" y="16"/>
                      </a:cubicBezTo>
                      <a:cubicBezTo>
                        <a:pt x="685" y="21"/>
                        <a:pt x="685" y="21"/>
                        <a:pt x="685" y="21"/>
                      </a:cubicBezTo>
                      <a:cubicBezTo>
                        <a:pt x="679" y="21"/>
                        <a:pt x="679" y="21"/>
                        <a:pt x="679" y="21"/>
                      </a:cubicBezTo>
                      <a:cubicBezTo>
                        <a:pt x="681" y="10"/>
                        <a:pt x="681" y="10"/>
                        <a:pt x="681" y="10"/>
                      </a:cubicBezTo>
                      <a:cubicBezTo>
                        <a:pt x="677" y="7"/>
                        <a:pt x="677" y="7"/>
                        <a:pt x="677" y="7"/>
                      </a:cubicBezTo>
                      <a:cubicBezTo>
                        <a:pt x="671" y="8"/>
                        <a:pt x="671" y="8"/>
                        <a:pt x="671" y="8"/>
                      </a:cubicBezTo>
                      <a:cubicBezTo>
                        <a:pt x="675" y="2"/>
                        <a:pt x="675" y="2"/>
                        <a:pt x="675" y="2"/>
                      </a:cubicBezTo>
                      <a:cubicBezTo>
                        <a:pt x="672" y="0"/>
                        <a:pt x="672" y="0"/>
                        <a:pt x="672" y="0"/>
                      </a:cubicBezTo>
                      <a:cubicBezTo>
                        <a:pt x="662" y="0"/>
                        <a:pt x="662" y="0"/>
                        <a:pt x="662" y="0"/>
                      </a:cubicBezTo>
                      <a:cubicBezTo>
                        <a:pt x="649" y="9"/>
                        <a:pt x="649" y="9"/>
                        <a:pt x="649" y="9"/>
                      </a:cubicBezTo>
                      <a:cubicBezTo>
                        <a:pt x="655" y="18"/>
                        <a:pt x="655" y="18"/>
                        <a:pt x="655" y="18"/>
                      </a:cubicBezTo>
                      <a:cubicBezTo>
                        <a:pt x="652" y="19"/>
                        <a:pt x="652" y="19"/>
                        <a:pt x="652" y="19"/>
                      </a:cubicBezTo>
                      <a:cubicBezTo>
                        <a:pt x="644" y="14"/>
                        <a:pt x="644" y="14"/>
                        <a:pt x="644" y="14"/>
                      </a:cubicBezTo>
                      <a:cubicBezTo>
                        <a:pt x="634" y="19"/>
                        <a:pt x="634" y="19"/>
                        <a:pt x="634" y="19"/>
                      </a:cubicBezTo>
                      <a:cubicBezTo>
                        <a:pt x="636" y="23"/>
                        <a:pt x="636" y="23"/>
                        <a:pt x="636" y="23"/>
                      </a:cubicBezTo>
                      <a:cubicBezTo>
                        <a:pt x="633" y="26"/>
                        <a:pt x="633" y="26"/>
                        <a:pt x="633" y="26"/>
                      </a:cubicBezTo>
                      <a:cubicBezTo>
                        <a:pt x="624" y="27"/>
                        <a:pt x="624" y="27"/>
                        <a:pt x="624" y="27"/>
                      </a:cubicBezTo>
                      <a:cubicBezTo>
                        <a:pt x="613" y="37"/>
                        <a:pt x="613" y="37"/>
                        <a:pt x="613" y="37"/>
                      </a:cubicBezTo>
                      <a:cubicBezTo>
                        <a:pt x="605" y="33"/>
                        <a:pt x="605" y="33"/>
                        <a:pt x="605" y="33"/>
                      </a:cubicBezTo>
                      <a:cubicBezTo>
                        <a:pt x="608" y="30"/>
                        <a:pt x="608" y="30"/>
                        <a:pt x="608" y="30"/>
                      </a:cubicBezTo>
                      <a:cubicBezTo>
                        <a:pt x="603" y="27"/>
                        <a:pt x="603" y="27"/>
                        <a:pt x="603" y="27"/>
                      </a:cubicBezTo>
                      <a:cubicBezTo>
                        <a:pt x="591" y="30"/>
                        <a:pt x="591" y="30"/>
                        <a:pt x="591" y="30"/>
                      </a:cubicBezTo>
                      <a:cubicBezTo>
                        <a:pt x="593" y="36"/>
                        <a:pt x="593" y="36"/>
                        <a:pt x="593" y="36"/>
                      </a:cubicBezTo>
                      <a:cubicBezTo>
                        <a:pt x="570" y="39"/>
                        <a:pt x="570" y="39"/>
                        <a:pt x="570" y="39"/>
                      </a:cubicBezTo>
                      <a:cubicBezTo>
                        <a:pt x="566" y="36"/>
                        <a:pt x="566" y="36"/>
                        <a:pt x="566" y="36"/>
                      </a:cubicBezTo>
                      <a:cubicBezTo>
                        <a:pt x="552" y="39"/>
                        <a:pt x="552" y="39"/>
                        <a:pt x="552" y="39"/>
                      </a:cubicBezTo>
                      <a:cubicBezTo>
                        <a:pt x="540" y="49"/>
                        <a:pt x="540" y="49"/>
                        <a:pt x="540" y="49"/>
                      </a:cubicBezTo>
                      <a:cubicBezTo>
                        <a:pt x="537" y="57"/>
                        <a:pt x="537" y="57"/>
                        <a:pt x="537" y="57"/>
                      </a:cubicBezTo>
                      <a:cubicBezTo>
                        <a:pt x="541" y="64"/>
                        <a:pt x="541" y="64"/>
                        <a:pt x="541" y="64"/>
                      </a:cubicBezTo>
                      <a:cubicBezTo>
                        <a:pt x="539" y="67"/>
                        <a:pt x="539" y="67"/>
                        <a:pt x="539" y="67"/>
                      </a:cubicBezTo>
                      <a:cubicBezTo>
                        <a:pt x="533" y="61"/>
                        <a:pt x="533" y="61"/>
                        <a:pt x="533" y="61"/>
                      </a:cubicBezTo>
                      <a:cubicBezTo>
                        <a:pt x="520" y="62"/>
                        <a:pt x="520" y="62"/>
                        <a:pt x="520" y="62"/>
                      </a:cubicBezTo>
                      <a:cubicBezTo>
                        <a:pt x="507" y="65"/>
                        <a:pt x="507" y="65"/>
                        <a:pt x="507" y="65"/>
                      </a:cubicBezTo>
                      <a:cubicBezTo>
                        <a:pt x="495" y="65"/>
                        <a:pt x="495" y="65"/>
                        <a:pt x="495" y="65"/>
                      </a:cubicBezTo>
                      <a:cubicBezTo>
                        <a:pt x="490" y="79"/>
                        <a:pt x="490" y="79"/>
                        <a:pt x="490" y="79"/>
                      </a:cubicBezTo>
                      <a:cubicBezTo>
                        <a:pt x="506" y="93"/>
                        <a:pt x="506" y="93"/>
                        <a:pt x="506" y="93"/>
                      </a:cubicBezTo>
                      <a:cubicBezTo>
                        <a:pt x="495" y="107"/>
                        <a:pt x="495" y="107"/>
                        <a:pt x="495" y="107"/>
                      </a:cubicBezTo>
                      <a:cubicBezTo>
                        <a:pt x="494" y="113"/>
                        <a:pt x="494" y="113"/>
                        <a:pt x="494" y="113"/>
                      </a:cubicBezTo>
                      <a:cubicBezTo>
                        <a:pt x="489" y="107"/>
                        <a:pt x="489" y="107"/>
                        <a:pt x="489" y="107"/>
                      </a:cubicBezTo>
                      <a:cubicBezTo>
                        <a:pt x="491" y="102"/>
                        <a:pt x="491" y="102"/>
                        <a:pt x="491" y="102"/>
                      </a:cubicBezTo>
                      <a:cubicBezTo>
                        <a:pt x="500" y="94"/>
                        <a:pt x="500" y="94"/>
                        <a:pt x="500" y="94"/>
                      </a:cubicBezTo>
                      <a:cubicBezTo>
                        <a:pt x="499" y="92"/>
                        <a:pt x="499" y="92"/>
                        <a:pt x="499" y="92"/>
                      </a:cubicBezTo>
                      <a:cubicBezTo>
                        <a:pt x="491" y="93"/>
                        <a:pt x="491" y="93"/>
                        <a:pt x="491" y="93"/>
                      </a:cubicBezTo>
                      <a:cubicBezTo>
                        <a:pt x="473" y="73"/>
                        <a:pt x="473" y="73"/>
                        <a:pt x="473" y="73"/>
                      </a:cubicBezTo>
                      <a:cubicBezTo>
                        <a:pt x="463" y="73"/>
                        <a:pt x="463" y="73"/>
                        <a:pt x="463" y="73"/>
                      </a:cubicBezTo>
                      <a:cubicBezTo>
                        <a:pt x="461" y="71"/>
                        <a:pt x="461" y="71"/>
                        <a:pt x="461" y="71"/>
                      </a:cubicBezTo>
                      <a:cubicBezTo>
                        <a:pt x="458" y="73"/>
                        <a:pt x="458" y="73"/>
                        <a:pt x="458" y="73"/>
                      </a:cubicBezTo>
                      <a:cubicBezTo>
                        <a:pt x="460" y="79"/>
                        <a:pt x="460" y="79"/>
                        <a:pt x="460" y="79"/>
                      </a:cubicBezTo>
                      <a:cubicBezTo>
                        <a:pt x="455" y="84"/>
                        <a:pt x="455" y="84"/>
                        <a:pt x="455" y="84"/>
                      </a:cubicBezTo>
                      <a:cubicBezTo>
                        <a:pt x="451" y="81"/>
                        <a:pt x="451" y="81"/>
                        <a:pt x="451" y="81"/>
                      </a:cubicBezTo>
                      <a:cubicBezTo>
                        <a:pt x="454" y="77"/>
                        <a:pt x="454" y="77"/>
                        <a:pt x="454" y="77"/>
                      </a:cubicBezTo>
                      <a:cubicBezTo>
                        <a:pt x="452" y="75"/>
                        <a:pt x="452" y="75"/>
                        <a:pt x="452" y="75"/>
                      </a:cubicBezTo>
                      <a:cubicBezTo>
                        <a:pt x="447" y="78"/>
                        <a:pt x="447" y="78"/>
                        <a:pt x="447" y="78"/>
                      </a:cubicBezTo>
                      <a:cubicBezTo>
                        <a:pt x="444" y="86"/>
                        <a:pt x="444" y="86"/>
                        <a:pt x="444" y="86"/>
                      </a:cubicBezTo>
                      <a:cubicBezTo>
                        <a:pt x="448" y="95"/>
                        <a:pt x="448" y="95"/>
                        <a:pt x="448" y="95"/>
                      </a:cubicBezTo>
                      <a:cubicBezTo>
                        <a:pt x="436" y="93"/>
                        <a:pt x="436" y="93"/>
                        <a:pt x="436" y="93"/>
                      </a:cubicBezTo>
                      <a:cubicBezTo>
                        <a:pt x="441" y="78"/>
                        <a:pt x="441" y="78"/>
                        <a:pt x="441" y="78"/>
                      </a:cubicBezTo>
                      <a:cubicBezTo>
                        <a:pt x="441" y="67"/>
                        <a:pt x="441" y="67"/>
                        <a:pt x="441" y="67"/>
                      </a:cubicBezTo>
                      <a:cubicBezTo>
                        <a:pt x="437" y="68"/>
                        <a:pt x="437" y="68"/>
                        <a:pt x="437" y="68"/>
                      </a:cubicBezTo>
                      <a:cubicBezTo>
                        <a:pt x="438" y="75"/>
                        <a:pt x="438" y="75"/>
                        <a:pt x="438" y="75"/>
                      </a:cubicBezTo>
                      <a:cubicBezTo>
                        <a:pt x="431" y="81"/>
                        <a:pt x="431" y="81"/>
                        <a:pt x="431" y="81"/>
                      </a:cubicBezTo>
                      <a:cubicBezTo>
                        <a:pt x="426" y="81"/>
                        <a:pt x="426" y="81"/>
                        <a:pt x="426" y="81"/>
                      </a:cubicBezTo>
                      <a:cubicBezTo>
                        <a:pt x="419" y="89"/>
                        <a:pt x="419" y="89"/>
                        <a:pt x="419" y="89"/>
                      </a:cubicBezTo>
                      <a:cubicBezTo>
                        <a:pt x="420" y="97"/>
                        <a:pt x="420" y="97"/>
                        <a:pt x="420" y="97"/>
                      </a:cubicBezTo>
                      <a:cubicBezTo>
                        <a:pt x="415" y="109"/>
                        <a:pt x="415" y="109"/>
                        <a:pt x="415" y="109"/>
                      </a:cubicBezTo>
                      <a:cubicBezTo>
                        <a:pt x="415" y="114"/>
                        <a:pt x="415" y="114"/>
                        <a:pt x="415" y="114"/>
                      </a:cubicBezTo>
                      <a:cubicBezTo>
                        <a:pt x="412" y="123"/>
                        <a:pt x="412" y="123"/>
                        <a:pt x="412" y="123"/>
                      </a:cubicBezTo>
                      <a:cubicBezTo>
                        <a:pt x="412" y="129"/>
                        <a:pt x="412" y="129"/>
                        <a:pt x="412" y="129"/>
                      </a:cubicBezTo>
                      <a:cubicBezTo>
                        <a:pt x="418" y="127"/>
                        <a:pt x="418" y="127"/>
                        <a:pt x="418" y="127"/>
                      </a:cubicBezTo>
                      <a:cubicBezTo>
                        <a:pt x="428" y="128"/>
                        <a:pt x="428" y="128"/>
                        <a:pt x="428" y="128"/>
                      </a:cubicBezTo>
                      <a:cubicBezTo>
                        <a:pt x="436" y="125"/>
                        <a:pt x="436" y="125"/>
                        <a:pt x="436" y="125"/>
                      </a:cubicBezTo>
                      <a:cubicBezTo>
                        <a:pt x="435" y="134"/>
                        <a:pt x="435" y="134"/>
                        <a:pt x="435" y="134"/>
                      </a:cubicBezTo>
                      <a:cubicBezTo>
                        <a:pt x="443" y="146"/>
                        <a:pt x="443" y="146"/>
                        <a:pt x="443" y="146"/>
                      </a:cubicBezTo>
                      <a:cubicBezTo>
                        <a:pt x="443" y="150"/>
                        <a:pt x="443" y="150"/>
                        <a:pt x="443" y="150"/>
                      </a:cubicBezTo>
                      <a:cubicBezTo>
                        <a:pt x="436" y="168"/>
                        <a:pt x="436" y="168"/>
                        <a:pt x="436" y="168"/>
                      </a:cubicBezTo>
                      <a:cubicBezTo>
                        <a:pt x="435" y="175"/>
                        <a:pt x="435" y="175"/>
                        <a:pt x="435" y="175"/>
                      </a:cubicBezTo>
                      <a:cubicBezTo>
                        <a:pt x="432" y="173"/>
                        <a:pt x="432" y="173"/>
                        <a:pt x="432" y="173"/>
                      </a:cubicBezTo>
                      <a:cubicBezTo>
                        <a:pt x="431" y="163"/>
                        <a:pt x="431" y="163"/>
                        <a:pt x="431" y="163"/>
                      </a:cubicBezTo>
                      <a:cubicBezTo>
                        <a:pt x="434" y="155"/>
                        <a:pt x="434" y="155"/>
                        <a:pt x="434" y="155"/>
                      </a:cubicBezTo>
                      <a:cubicBezTo>
                        <a:pt x="430" y="148"/>
                        <a:pt x="430" y="148"/>
                        <a:pt x="430" y="148"/>
                      </a:cubicBezTo>
                      <a:cubicBezTo>
                        <a:pt x="429" y="136"/>
                        <a:pt x="429" y="136"/>
                        <a:pt x="429" y="136"/>
                      </a:cubicBezTo>
                      <a:cubicBezTo>
                        <a:pt x="425" y="134"/>
                        <a:pt x="425" y="134"/>
                        <a:pt x="425" y="134"/>
                      </a:cubicBezTo>
                      <a:cubicBezTo>
                        <a:pt x="419" y="138"/>
                        <a:pt x="419" y="138"/>
                        <a:pt x="419" y="138"/>
                      </a:cubicBezTo>
                      <a:cubicBezTo>
                        <a:pt x="412" y="137"/>
                        <a:pt x="412" y="137"/>
                        <a:pt x="412" y="137"/>
                      </a:cubicBezTo>
                      <a:cubicBezTo>
                        <a:pt x="406" y="145"/>
                        <a:pt x="406" y="145"/>
                        <a:pt x="406" y="145"/>
                      </a:cubicBezTo>
                      <a:cubicBezTo>
                        <a:pt x="400" y="166"/>
                        <a:pt x="400" y="166"/>
                        <a:pt x="400" y="166"/>
                      </a:cubicBezTo>
                      <a:cubicBezTo>
                        <a:pt x="393" y="172"/>
                        <a:pt x="393" y="172"/>
                        <a:pt x="393" y="172"/>
                      </a:cubicBezTo>
                      <a:cubicBezTo>
                        <a:pt x="393" y="182"/>
                        <a:pt x="393" y="182"/>
                        <a:pt x="393" y="182"/>
                      </a:cubicBezTo>
                      <a:cubicBezTo>
                        <a:pt x="386" y="172"/>
                        <a:pt x="386" y="172"/>
                        <a:pt x="386" y="172"/>
                      </a:cubicBezTo>
                      <a:cubicBezTo>
                        <a:pt x="376" y="168"/>
                        <a:pt x="376" y="168"/>
                        <a:pt x="376" y="168"/>
                      </a:cubicBezTo>
                      <a:cubicBezTo>
                        <a:pt x="373" y="166"/>
                        <a:pt x="373" y="166"/>
                        <a:pt x="373" y="166"/>
                      </a:cubicBezTo>
                      <a:cubicBezTo>
                        <a:pt x="389" y="166"/>
                        <a:pt x="389" y="166"/>
                        <a:pt x="389" y="166"/>
                      </a:cubicBezTo>
                      <a:cubicBezTo>
                        <a:pt x="393" y="159"/>
                        <a:pt x="393" y="159"/>
                        <a:pt x="393" y="159"/>
                      </a:cubicBezTo>
                      <a:cubicBezTo>
                        <a:pt x="393" y="151"/>
                        <a:pt x="393" y="151"/>
                        <a:pt x="393" y="151"/>
                      </a:cubicBezTo>
                      <a:cubicBezTo>
                        <a:pt x="398" y="138"/>
                        <a:pt x="398" y="138"/>
                        <a:pt x="398" y="138"/>
                      </a:cubicBezTo>
                      <a:cubicBezTo>
                        <a:pt x="403" y="133"/>
                        <a:pt x="403" y="133"/>
                        <a:pt x="403" y="133"/>
                      </a:cubicBezTo>
                      <a:cubicBezTo>
                        <a:pt x="398" y="128"/>
                        <a:pt x="398" y="128"/>
                        <a:pt x="398" y="128"/>
                      </a:cubicBezTo>
                      <a:cubicBezTo>
                        <a:pt x="400" y="118"/>
                        <a:pt x="400" y="118"/>
                        <a:pt x="400" y="118"/>
                      </a:cubicBezTo>
                      <a:cubicBezTo>
                        <a:pt x="405" y="106"/>
                        <a:pt x="405" y="106"/>
                        <a:pt x="405" y="106"/>
                      </a:cubicBezTo>
                      <a:cubicBezTo>
                        <a:pt x="402" y="101"/>
                        <a:pt x="402" y="101"/>
                        <a:pt x="402" y="101"/>
                      </a:cubicBezTo>
                      <a:cubicBezTo>
                        <a:pt x="402" y="93"/>
                        <a:pt x="402" y="93"/>
                        <a:pt x="402" y="93"/>
                      </a:cubicBezTo>
                      <a:cubicBezTo>
                        <a:pt x="407" y="87"/>
                        <a:pt x="407" y="87"/>
                        <a:pt x="407" y="87"/>
                      </a:cubicBezTo>
                      <a:cubicBezTo>
                        <a:pt x="415" y="72"/>
                        <a:pt x="415" y="72"/>
                        <a:pt x="415" y="72"/>
                      </a:cubicBezTo>
                      <a:cubicBezTo>
                        <a:pt x="396" y="69"/>
                        <a:pt x="396" y="69"/>
                        <a:pt x="396" y="69"/>
                      </a:cubicBezTo>
                      <a:cubicBezTo>
                        <a:pt x="377" y="88"/>
                        <a:pt x="377" y="88"/>
                        <a:pt x="377" y="88"/>
                      </a:cubicBezTo>
                      <a:cubicBezTo>
                        <a:pt x="367" y="94"/>
                        <a:pt x="367" y="94"/>
                        <a:pt x="367" y="94"/>
                      </a:cubicBezTo>
                      <a:cubicBezTo>
                        <a:pt x="363" y="103"/>
                        <a:pt x="363" y="103"/>
                        <a:pt x="363" y="103"/>
                      </a:cubicBezTo>
                      <a:cubicBezTo>
                        <a:pt x="357" y="114"/>
                        <a:pt x="357" y="114"/>
                        <a:pt x="357" y="114"/>
                      </a:cubicBezTo>
                      <a:cubicBezTo>
                        <a:pt x="362" y="119"/>
                        <a:pt x="362" y="119"/>
                        <a:pt x="362" y="119"/>
                      </a:cubicBezTo>
                      <a:cubicBezTo>
                        <a:pt x="366" y="128"/>
                        <a:pt x="366" y="128"/>
                        <a:pt x="366" y="128"/>
                      </a:cubicBezTo>
                      <a:cubicBezTo>
                        <a:pt x="368" y="128"/>
                        <a:pt x="368" y="128"/>
                        <a:pt x="368" y="128"/>
                      </a:cubicBezTo>
                      <a:cubicBezTo>
                        <a:pt x="365" y="138"/>
                        <a:pt x="365" y="138"/>
                        <a:pt x="365" y="138"/>
                      </a:cubicBezTo>
                      <a:cubicBezTo>
                        <a:pt x="356" y="132"/>
                        <a:pt x="356" y="132"/>
                        <a:pt x="356" y="132"/>
                      </a:cubicBezTo>
                      <a:cubicBezTo>
                        <a:pt x="336" y="122"/>
                        <a:pt x="336" y="122"/>
                        <a:pt x="336" y="122"/>
                      </a:cubicBezTo>
                      <a:cubicBezTo>
                        <a:pt x="327" y="122"/>
                        <a:pt x="327" y="122"/>
                        <a:pt x="327" y="122"/>
                      </a:cubicBezTo>
                      <a:cubicBezTo>
                        <a:pt x="314" y="117"/>
                        <a:pt x="314" y="117"/>
                        <a:pt x="314" y="117"/>
                      </a:cubicBezTo>
                      <a:cubicBezTo>
                        <a:pt x="304" y="109"/>
                        <a:pt x="304" y="109"/>
                        <a:pt x="304" y="109"/>
                      </a:cubicBezTo>
                      <a:cubicBezTo>
                        <a:pt x="299" y="114"/>
                        <a:pt x="299" y="114"/>
                        <a:pt x="299" y="114"/>
                      </a:cubicBezTo>
                      <a:cubicBezTo>
                        <a:pt x="304" y="128"/>
                        <a:pt x="304" y="128"/>
                        <a:pt x="304" y="128"/>
                      </a:cubicBezTo>
                      <a:cubicBezTo>
                        <a:pt x="290" y="132"/>
                        <a:pt x="290" y="132"/>
                        <a:pt x="290" y="132"/>
                      </a:cubicBezTo>
                      <a:cubicBezTo>
                        <a:pt x="293" y="140"/>
                        <a:pt x="293" y="140"/>
                        <a:pt x="293" y="140"/>
                      </a:cubicBezTo>
                      <a:cubicBezTo>
                        <a:pt x="287" y="142"/>
                        <a:pt x="287" y="142"/>
                        <a:pt x="287" y="142"/>
                      </a:cubicBezTo>
                      <a:cubicBezTo>
                        <a:pt x="282" y="140"/>
                        <a:pt x="282" y="140"/>
                        <a:pt x="282" y="140"/>
                      </a:cubicBezTo>
                      <a:cubicBezTo>
                        <a:pt x="287" y="125"/>
                        <a:pt x="287" y="125"/>
                        <a:pt x="287" y="125"/>
                      </a:cubicBezTo>
                      <a:cubicBezTo>
                        <a:pt x="270" y="130"/>
                        <a:pt x="270" y="130"/>
                        <a:pt x="270" y="130"/>
                      </a:cubicBezTo>
                      <a:cubicBezTo>
                        <a:pt x="264" y="129"/>
                        <a:pt x="264" y="129"/>
                        <a:pt x="264" y="129"/>
                      </a:cubicBezTo>
                      <a:cubicBezTo>
                        <a:pt x="256" y="138"/>
                        <a:pt x="256" y="138"/>
                        <a:pt x="256" y="138"/>
                      </a:cubicBezTo>
                      <a:cubicBezTo>
                        <a:pt x="242" y="139"/>
                        <a:pt x="242" y="139"/>
                        <a:pt x="242" y="139"/>
                      </a:cubicBezTo>
                      <a:cubicBezTo>
                        <a:pt x="248" y="133"/>
                        <a:pt x="248" y="133"/>
                        <a:pt x="248" y="133"/>
                      </a:cubicBezTo>
                      <a:cubicBezTo>
                        <a:pt x="247" y="128"/>
                        <a:pt x="247" y="128"/>
                        <a:pt x="247" y="128"/>
                      </a:cubicBezTo>
                      <a:cubicBezTo>
                        <a:pt x="252" y="123"/>
                        <a:pt x="252" y="123"/>
                        <a:pt x="252" y="123"/>
                      </a:cubicBezTo>
                      <a:cubicBezTo>
                        <a:pt x="244" y="124"/>
                        <a:pt x="244" y="124"/>
                        <a:pt x="244" y="124"/>
                      </a:cubicBezTo>
                      <a:cubicBezTo>
                        <a:pt x="186" y="149"/>
                        <a:pt x="186" y="149"/>
                        <a:pt x="186" y="149"/>
                      </a:cubicBezTo>
                      <a:cubicBezTo>
                        <a:pt x="181" y="162"/>
                        <a:pt x="181" y="162"/>
                        <a:pt x="181" y="162"/>
                      </a:cubicBezTo>
                      <a:cubicBezTo>
                        <a:pt x="168" y="161"/>
                        <a:pt x="168" y="161"/>
                        <a:pt x="168" y="161"/>
                      </a:cubicBezTo>
                      <a:cubicBezTo>
                        <a:pt x="162" y="152"/>
                        <a:pt x="162" y="152"/>
                        <a:pt x="162" y="152"/>
                      </a:cubicBezTo>
                      <a:cubicBezTo>
                        <a:pt x="173" y="143"/>
                        <a:pt x="173" y="143"/>
                        <a:pt x="173" y="143"/>
                      </a:cubicBezTo>
                      <a:cubicBezTo>
                        <a:pt x="161" y="128"/>
                        <a:pt x="161" y="128"/>
                        <a:pt x="161" y="128"/>
                      </a:cubicBezTo>
                      <a:cubicBezTo>
                        <a:pt x="150" y="123"/>
                        <a:pt x="150" y="123"/>
                        <a:pt x="150" y="123"/>
                      </a:cubicBezTo>
                      <a:cubicBezTo>
                        <a:pt x="147" y="128"/>
                        <a:pt x="147" y="128"/>
                        <a:pt x="147" y="128"/>
                      </a:cubicBezTo>
                      <a:cubicBezTo>
                        <a:pt x="151" y="136"/>
                        <a:pt x="151" y="136"/>
                        <a:pt x="151" y="136"/>
                      </a:cubicBezTo>
                      <a:cubicBezTo>
                        <a:pt x="151" y="143"/>
                        <a:pt x="151" y="143"/>
                        <a:pt x="151" y="143"/>
                      </a:cubicBezTo>
                      <a:cubicBezTo>
                        <a:pt x="146" y="153"/>
                        <a:pt x="146" y="153"/>
                        <a:pt x="146" y="153"/>
                      </a:cubicBezTo>
                      <a:cubicBezTo>
                        <a:pt x="153" y="154"/>
                        <a:pt x="153" y="154"/>
                        <a:pt x="153" y="154"/>
                      </a:cubicBezTo>
                      <a:cubicBezTo>
                        <a:pt x="154" y="168"/>
                        <a:pt x="154" y="168"/>
                        <a:pt x="154" y="168"/>
                      </a:cubicBezTo>
                      <a:cubicBezTo>
                        <a:pt x="144" y="177"/>
                        <a:pt x="144" y="177"/>
                        <a:pt x="144" y="177"/>
                      </a:cubicBezTo>
                      <a:cubicBezTo>
                        <a:pt x="129" y="169"/>
                        <a:pt x="129" y="169"/>
                        <a:pt x="129" y="169"/>
                      </a:cubicBezTo>
                      <a:cubicBezTo>
                        <a:pt x="124" y="176"/>
                        <a:pt x="124" y="176"/>
                        <a:pt x="124" y="176"/>
                      </a:cubicBezTo>
                      <a:cubicBezTo>
                        <a:pt x="108" y="185"/>
                        <a:pt x="108" y="185"/>
                        <a:pt x="108" y="185"/>
                      </a:cubicBezTo>
                      <a:cubicBezTo>
                        <a:pt x="111" y="193"/>
                        <a:pt x="111" y="193"/>
                        <a:pt x="111" y="193"/>
                      </a:cubicBezTo>
                      <a:cubicBezTo>
                        <a:pt x="116" y="200"/>
                        <a:pt x="116" y="200"/>
                        <a:pt x="116" y="200"/>
                      </a:cubicBezTo>
                      <a:cubicBezTo>
                        <a:pt x="104" y="201"/>
                        <a:pt x="104" y="201"/>
                        <a:pt x="104" y="201"/>
                      </a:cubicBezTo>
                      <a:cubicBezTo>
                        <a:pt x="98" y="196"/>
                        <a:pt x="98" y="196"/>
                        <a:pt x="98" y="196"/>
                      </a:cubicBezTo>
                      <a:cubicBezTo>
                        <a:pt x="90" y="193"/>
                        <a:pt x="90" y="193"/>
                        <a:pt x="90" y="193"/>
                      </a:cubicBezTo>
                      <a:cubicBezTo>
                        <a:pt x="82" y="187"/>
                        <a:pt x="82" y="187"/>
                        <a:pt x="82" y="187"/>
                      </a:cubicBezTo>
                      <a:cubicBezTo>
                        <a:pt x="76" y="195"/>
                        <a:pt x="76" y="195"/>
                        <a:pt x="76" y="195"/>
                      </a:cubicBezTo>
                      <a:cubicBezTo>
                        <a:pt x="80" y="202"/>
                        <a:pt x="80" y="202"/>
                        <a:pt x="80" y="202"/>
                      </a:cubicBezTo>
                      <a:cubicBezTo>
                        <a:pt x="84" y="202"/>
                        <a:pt x="84" y="202"/>
                        <a:pt x="84" y="202"/>
                      </a:cubicBezTo>
                      <a:cubicBezTo>
                        <a:pt x="88" y="207"/>
                        <a:pt x="88" y="207"/>
                        <a:pt x="88" y="207"/>
                      </a:cubicBezTo>
                      <a:cubicBezTo>
                        <a:pt x="88" y="212"/>
                        <a:pt x="88" y="212"/>
                        <a:pt x="88" y="212"/>
                      </a:cubicBezTo>
                      <a:cubicBezTo>
                        <a:pt x="77" y="212"/>
                        <a:pt x="77" y="212"/>
                        <a:pt x="77" y="212"/>
                      </a:cubicBezTo>
                      <a:cubicBezTo>
                        <a:pt x="65" y="201"/>
                        <a:pt x="65" y="201"/>
                        <a:pt x="65" y="201"/>
                      </a:cubicBezTo>
                      <a:cubicBezTo>
                        <a:pt x="61" y="191"/>
                        <a:pt x="61" y="191"/>
                        <a:pt x="61" y="191"/>
                      </a:cubicBezTo>
                      <a:cubicBezTo>
                        <a:pt x="63" y="181"/>
                        <a:pt x="63" y="181"/>
                        <a:pt x="63" y="181"/>
                      </a:cubicBezTo>
                      <a:cubicBezTo>
                        <a:pt x="47" y="166"/>
                        <a:pt x="47" y="166"/>
                        <a:pt x="47" y="166"/>
                      </a:cubicBezTo>
                      <a:cubicBezTo>
                        <a:pt x="40" y="151"/>
                        <a:pt x="40" y="151"/>
                        <a:pt x="40" y="151"/>
                      </a:cubicBezTo>
                      <a:cubicBezTo>
                        <a:pt x="49" y="157"/>
                        <a:pt x="49" y="157"/>
                        <a:pt x="49" y="157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5" y="171"/>
                        <a:pt x="65" y="171"/>
                        <a:pt x="65" y="171"/>
                      </a:cubicBezTo>
                      <a:cubicBezTo>
                        <a:pt x="77" y="175"/>
                        <a:pt x="77" y="175"/>
                        <a:pt x="77" y="175"/>
                      </a:cubicBezTo>
                      <a:cubicBezTo>
                        <a:pt x="98" y="176"/>
                        <a:pt x="98" y="176"/>
                        <a:pt x="98" y="176"/>
                      </a:cubicBezTo>
                      <a:cubicBezTo>
                        <a:pt x="106" y="172"/>
                        <a:pt x="106" y="172"/>
                        <a:pt x="106" y="172"/>
                      </a:cubicBezTo>
                      <a:cubicBezTo>
                        <a:pt x="117" y="163"/>
                        <a:pt x="117" y="163"/>
                        <a:pt x="117" y="163"/>
                      </a:cubicBezTo>
                      <a:cubicBezTo>
                        <a:pt x="120" y="151"/>
                        <a:pt x="120" y="151"/>
                        <a:pt x="120" y="151"/>
                      </a:cubicBezTo>
                      <a:cubicBezTo>
                        <a:pt x="115" y="137"/>
                        <a:pt x="115" y="137"/>
                        <a:pt x="115" y="137"/>
                      </a:cubicBezTo>
                      <a:cubicBezTo>
                        <a:pt x="105" y="132"/>
                        <a:pt x="105" y="132"/>
                        <a:pt x="105" y="132"/>
                      </a:cubicBezTo>
                      <a:cubicBezTo>
                        <a:pt x="85" y="115"/>
                        <a:pt x="85" y="115"/>
                        <a:pt x="85" y="115"/>
                      </a:cubicBezTo>
                      <a:cubicBezTo>
                        <a:pt x="67" y="105"/>
                        <a:pt x="67" y="105"/>
                        <a:pt x="67" y="105"/>
                      </a:cubicBezTo>
                      <a:cubicBezTo>
                        <a:pt x="72" y="101"/>
                        <a:pt x="72" y="101"/>
                        <a:pt x="72" y="101"/>
                      </a:cubicBezTo>
                      <a:cubicBezTo>
                        <a:pt x="63" y="96"/>
                        <a:pt x="63" y="96"/>
                        <a:pt x="63" y="96"/>
                      </a:cubicBezTo>
                      <a:cubicBezTo>
                        <a:pt x="57" y="103"/>
                        <a:pt x="57" y="103"/>
                        <a:pt x="57" y="103"/>
                      </a:cubicBezTo>
                      <a:cubicBezTo>
                        <a:pt x="43" y="91"/>
                        <a:pt x="43" y="91"/>
                        <a:pt x="43" y="91"/>
                      </a:cubicBezTo>
                      <a:cubicBezTo>
                        <a:pt x="60" y="90"/>
                        <a:pt x="60" y="90"/>
                        <a:pt x="60" y="90"/>
                      </a:cubicBezTo>
                      <a:cubicBezTo>
                        <a:pt x="48" y="78"/>
                        <a:pt x="48" y="78"/>
                        <a:pt x="48" y="78"/>
                      </a:cubicBezTo>
                      <a:cubicBezTo>
                        <a:pt x="29" y="89"/>
                        <a:pt x="29" y="89"/>
                        <a:pt x="29" y="89"/>
                      </a:cubicBezTo>
                      <a:cubicBezTo>
                        <a:pt x="34" y="97"/>
                        <a:pt x="34" y="97"/>
                        <a:pt x="34" y="97"/>
                      </a:cubicBezTo>
                      <a:cubicBezTo>
                        <a:pt x="24" y="104"/>
                        <a:pt x="24" y="104"/>
                        <a:pt x="24" y="104"/>
                      </a:cubicBezTo>
                      <a:cubicBezTo>
                        <a:pt x="17" y="114"/>
                        <a:pt x="17" y="114"/>
                        <a:pt x="17" y="114"/>
                      </a:cubicBezTo>
                      <a:cubicBezTo>
                        <a:pt x="13" y="122"/>
                        <a:pt x="13" y="122"/>
                        <a:pt x="13" y="122"/>
                      </a:cubicBezTo>
                      <a:cubicBezTo>
                        <a:pt x="17" y="131"/>
                        <a:pt x="17" y="131"/>
                        <a:pt x="17" y="131"/>
                      </a:cubicBezTo>
                      <a:cubicBezTo>
                        <a:pt x="8" y="146"/>
                        <a:pt x="8" y="146"/>
                        <a:pt x="8" y="146"/>
                      </a:cubicBezTo>
                      <a:cubicBezTo>
                        <a:pt x="18" y="169"/>
                        <a:pt x="18" y="169"/>
                        <a:pt x="18" y="169"/>
                      </a:cubicBezTo>
                      <a:cubicBezTo>
                        <a:pt x="10" y="181"/>
                        <a:pt x="10" y="181"/>
                        <a:pt x="10" y="181"/>
                      </a:cubicBezTo>
                      <a:cubicBezTo>
                        <a:pt x="21" y="207"/>
                        <a:pt x="21" y="207"/>
                        <a:pt x="21" y="207"/>
                      </a:cubicBezTo>
                      <a:cubicBezTo>
                        <a:pt x="29" y="212"/>
                        <a:pt x="29" y="212"/>
                        <a:pt x="29" y="212"/>
                      </a:cubicBezTo>
                      <a:cubicBezTo>
                        <a:pt x="31" y="221"/>
                        <a:pt x="31" y="221"/>
                        <a:pt x="31" y="221"/>
                      </a:cubicBezTo>
                      <a:cubicBezTo>
                        <a:pt x="5" y="245"/>
                        <a:pt x="5" y="245"/>
                        <a:pt x="5" y="245"/>
                      </a:cubicBezTo>
                      <a:cubicBezTo>
                        <a:pt x="4" y="250"/>
                        <a:pt x="4" y="250"/>
                        <a:pt x="4" y="250"/>
                      </a:cubicBezTo>
                      <a:cubicBezTo>
                        <a:pt x="5" y="249"/>
                        <a:pt x="5" y="249"/>
                        <a:pt x="5" y="249"/>
                      </a:cubicBezTo>
                      <a:cubicBezTo>
                        <a:pt x="9" y="250"/>
                        <a:pt x="9" y="250"/>
                        <a:pt x="9" y="250"/>
                      </a:cubicBezTo>
                      <a:cubicBezTo>
                        <a:pt x="5" y="258"/>
                        <a:pt x="5" y="258"/>
                        <a:pt x="5" y="258"/>
                      </a:cubicBezTo>
                      <a:cubicBezTo>
                        <a:pt x="9" y="261"/>
                        <a:pt x="9" y="261"/>
                        <a:pt x="9" y="261"/>
                      </a:cubicBezTo>
                      <a:cubicBezTo>
                        <a:pt x="18" y="261"/>
                        <a:pt x="18" y="261"/>
                        <a:pt x="18" y="261"/>
                      </a:cubicBezTo>
                      <a:cubicBezTo>
                        <a:pt x="22" y="264"/>
                        <a:pt x="22" y="264"/>
                        <a:pt x="22" y="264"/>
                      </a:cubicBezTo>
                      <a:cubicBezTo>
                        <a:pt x="21" y="266"/>
                        <a:pt x="21" y="266"/>
                        <a:pt x="21" y="266"/>
                      </a:cubicBezTo>
                      <a:cubicBezTo>
                        <a:pt x="8" y="265"/>
                        <a:pt x="8" y="265"/>
                        <a:pt x="8" y="265"/>
                      </a:cubicBezTo>
                      <a:cubicBezTo>
                        <a:pt x="3" y="267"/>
                        <a:pt x="3" y="267"/>
                        <a:pt x="3" y="267"/>
                      </a:cubicBezTo>
                      <a:cubicBezTo>
                        <a:pt x="1" y="271"/>
                        <a:pt x="1" y="271"/>
                        <a:pt x="1" y="271"/>
                      </a:cubicBezTo>
                      <a:cubicBezTo>
                        <a:pt x="4" y="273"/>
                        <a:pt x="4" y="273"/>
                        <a:pt x="4" y="273"/>
                      </a:cubicBezTo>
                      <a:cubicBezTo>
                        <a:pt x="0" y="293"/>
                        <a:pt x="0" y="293"/>
                        <a:pt x="0" y="293"/>
                      </a:cubicBezTo>
                      <a:cubicBezTo>
                        <a:pt x="5" y="300"/>
                        <a:pt x="5" y="300"/>
                        <a:pt x="5" y="300"/>
                      </a:cubicBezTo>
                      <a:cubicBezTo>
                        <a:pt x="2" y="308"/>
                        <a:pt x="2" y="308"/>
                        <a:pt x="2" y="308"/>
                      </a:cubicBezTo>
                      <a:cubicBezTo>
                        <a:pt x="4" y="316"/>
                        <a:pt x="4" y="316"/>
                        <a:pt x="4" y="316"/>
                      </a:cubicBezTo>
                      <a:cubicBezTo>
                        <a:pt x="26" y="328"/>
                        <a:pt x="26" y="328"/>
                        <a:pt x="26" y="328"/>
                      </a:cubicBezTo>
                      <a:cubicBezTo>
                        <a:pt x="30" y="348"/>
                        <a:pt x="30" y="348"/>
                        <a:pt x="30" y="348"/>
                      </a:cubicBezTo>
                      <a:cubicBezTo>
                        <a:pt x="36" y="351"/>
                        <a:pt x="36" y="351"/>
                        <a:pt x="36" y="351"/>
                      </a:cubicBezTo>
                      <a:cubicBezTo>
                        <a:pt x="32" y="373"/>
                        <a:pt x="32" y="373"/>
                        <a:pt x="32" y="373"/>
                      </a:cubicBezTo>
                      <a:cubicBezTo>
                        <a:pt x="52" y="375"/>
                        <a:pt x="52" y="375"/>
                        <a:pt x="52" y="375"/>
                      </a:cubicBezTo>
                      <a:cubicBezTo>
                        <a:pt x="48" y="388"/>
                        <a:pt x="48" y="388"/>
                        <a:pt x="48" y="388"/>
                      </a:cubicBezTo>
                      <a:cubicBezTo>
                        <a:pt x="65" y="388"/>
                        <a:pt x="65" y="388"/>
                        <a:pt x="65" y="388"/>
                      </a:cubicBezTo>
                      <a:cubicBezTo>
                        <a:pt x="74" y="395"/>
                        <a:pt x="74" y="395"/>
                        <a:pt x="74" y="395"/>
                      </a:cubicBezTo>
                      <a:cubicBezTo>
                        <a:pt x="83" y="397"/>
                        <a:pt x="83" y="397"/>
                        <a:pt x="83" y="397"/>
                      </a:cubicBezTo>
                      <a:cubicBezTo>
                        <a:pt x="85" y="403"/>
                        <a:pt x="85" y="403"/>
                        <a:pt x="85" y="403"/>
                      </a:cubicBezTo>
                      <a:cubicBezTo>
                        <a:pt x="93" y="402"/>
                        <a:pt x="93" y="402"/>
                        <a:pt x="93" y="402"/>
                      </a:cubicBezTo>
                      <a:cubicBezTo>
                        <a:pt x="106" y="413"/>
                        <a:pt x="106" y="413"/>
                        <a:pt x="106" y="413"/>
                      </a:cubicBezTo>
                      <a:cubicBezTo>
                        <a:pt x="97" y="435"/>
                        <a:pt x="97" y="435"/>
                        <a:pt x="97" y="435"/>
                      </a:cubicBezTo>
                      <a:cubicBezTo>
                        <a:pt x="102" y="434"/>
                        <a:pt x="102" y="434"/>
                        <a:pt x="102" y="434"/>
                      </a:cubicBezTo>
                      <a:cubicBezTo>
                        <a:pt x="104" y="438"/>
                        <a:pt x="104" y="438"/>
                        <a:pt x="104" y="438"/>
                      </a:cubicBezTo>
                      <a:cubicBezTo>
                        <a:pt x="91" y="448"/>
                        <a:pt x="91" y="448"/>
                        <a:pt x="91" y="448"/>
                      </a:cubicBezTo>
                      <a:cubicBezTo>
                        <a:pt x="94" y="453"/>
                        <a:pt x="94" y="453"/>
                        <a:pt x="94" y="453"/>
                      </a:cubicBezTo>
                      <a:cubicBezTo>
                        <a:pt x="89" y="453"/>
                        <a:pt x="89" y="453"/>
                        <a:pt x="89" y="453"/>
                      </a:cubicBezTo>
                      <a:cubicBezTo>
                        <a:pt x="89" y="459"/>
                        <a:pt x="89" y="459"/>
                        <a:pt x="89" y="459"/>
                      </a:cubicBezTo>
                      <a:cubicBezTo>
                        <a:pt x="81" y="459"/>
                        <a:pt x="81" y="459"/>
                        <a:pt x="81" y="459"/>
                      </a:cubicBezTo>
                      <a:cubicBezTo>
                        <a:pt x="81" y="464"/>
                        <a:pt x="81" y="464"/>
                        <a:pt x="81" y="464"/>
                      </a:cubicBezTo>
                      <a:cubicBezTo>
                        <a:pt x="86" y="464"/>
                        <a:pt x="86" y="464"/>
                        <a:pt x="86" y="464"/>
                      </a:cubicBezTo>
                      <a:cubicBezTo>
                        <a:pt x="93" y="467"/>
                        <a:pt x="93" y="467"/>
                        <a:pt x="93" y="467"/>
                      </a:cubicBezTo>
                      <a:cubicBezTo>
                        <a:pt x="101" y="480"/>
                        <a:pt x="101" y="480"/>
                        <a:pt x="101" y="480"/>
                      </a:cubicBezTo>
                      <a:cubicBezTo>
                        <a:pt x="107" y="487"/>
                        <a:pt x="107" y="487"/>
                        <a:pt x="107" y="487"/>
                      </a:cubicBezTo>
                      <a:cubicBezTo>
                        <a:pt x="118" y="493"/>
                        <a:pt x="118" y="493"/>
                        <a:pt x="118" y="493"/>
                      </a:cubicBezTo>
                      <a:cubicBezTo>
                        <a:pt x="126" y="488"/>
                        <a:pt x="126" y="488"/>
                        <a:pt x="126" y="488"/>
                      </a:cubicBezTo>
                      <a:cubicBezTo>
                        <a:pt x="140" y="490"/>
                        <a:pt x="140" y="490"/>
                        <a:pt x="140" y="490"/>
                      </a:cubicBezTo>
                      <a:cubicBezTo>
                        <a:pt x="163" y="510"/>
                        <a:pt x="163" y="510"/>
                        <a:pt x="163" y="510"/>
                      </a:cubicBezTo>
                      <a:cubicBezTo>
                        <a:pt x="171" y="513"/>
                        <a:pt x="171" y="513"/>
                        <a:pt x="171" y="513"/>
                      </a:cubicBezTo>
                      <a:cubicBezTo>
                        <a:pt x="186" y="503"/>
                        <a:pt x="186" y="503"/>
                        <a:pt x="186" y="503"/>
                      </a:cubicBezTo>
                      <a:cubicBezTo>
                        <a:pt x="181" y="494"/>
                        <a:pt x="181" y="494"/>
                        <a:pt x="181" y="494"/>
                      </a:cubicBezTo>
                      <a:cubicBezTo>
                        <a:pt x="177" y="482"/>
                        <a:pt x="177" y="482"/>
                        <a:pt x="177" y="482"/>
                      </a:cubicBezTo>
                      <a:cubicBezTo>
                        <a:pt x="174" y="478"/>
                        <a:pt x="174" y="478"/>
                        <a:pt x="174" y="478"/>
                      </a:cubicBezTo>
                      <a:cubicBezTo>
                        <a:pt x="174" y="464"/>
                        <a:pt x="174" y="464"/>
                        <a:pt x="174" y="464"/>
                      </a:cubicBezTo>
                      <a:cubicBezTo>
                        <a:pt x="178" y="456"/>
                        <a:pt x="178" y="456"/>
                        <a:pt x="178" y="456"/>
                      </a:cubicBezTo>
                      <a:cubicBezTo>
                        <a:pt x="186" y="455"/>
                        <a:pt x="186" y="455"/>
                        <a:pt x="186" y="455"/>
                      </a:cubicBezTo>
                      <a:cubicBezTo>
                        <a:pt x="190" y="446"/>
                        <a:pt x="190" y="446"/>
                        <a:pt x="190" y="446"/>
                      </a:cubicBezTo>
                      <a:cubicBezTo>
                        <a:pt x="189" y="444"/>
                        <a:pt x="189" y="444"/>
                        <a:pt x="189" y="444"/>
                      </a:cubicBezTo>
                      <a:cubicBezTo>
                        <a:pt x="166" y="414"/>
                        <a:pt x="166" y="414"/>
                        <a:pt x="166" y="414"/>
                      </a:cubicBezTo>
                      <a:cubicBezTo>
                        <a:pt x="176" y="404"/>
                        <a:pt x="176" y="404"/>
                        <a:pt x="176" y="404"/>
                      </a:cubicBezTo>
                      <a:cubicBezTo>
                        <a:pt x="186" y="414"/>
                        <a:pt x="186" y="414"/>
                        <a:pt x="186" y="414"/>
                      </a:cubicBezTo>
                      <a:cubicBezTo>
                        <a:pt x="191" y="407"/>
                        <a:pt x="191" y="407"/>
                        <a:pt x="191" y="407"/>
                      </a:cubicBezTo>
                      <a:cubicBezTo>
                        <a:pt x="188" y="398"/>
                        <a:pt x="188" y="398"/>
                        <a:pt x="188" y="398"/>
                      </a:cubicBezTo>
                      <a:cubicBezTo>
                        <a:pt x="207" y="381"/>
                        <a:pt x="207" y="381"/>
                        <a:pt x="207" y="381"/>
                      </a:cubicBezTo>
                      <a:cubicBezTo>
                        <a:pt x="226" y="380"/>
                        <a:pt x="226" y="380"/>
                        <a:pt x="226" y="380"/>
                      </a:cubicBezTo>
                      <a:cubicBezTo>
                        <a:pt x="239" y="393"/>
                        <a:pt x="239" y="393"/>
                        <a:pt x="239" y="393"/>
                      </a:cubicBezTo>
                      <a:cubicBezTo>
                        <a:pt x="247" y="391"/>
                        <a:pt x="247" y="391"/>
                        <a:pt x="247" y="391"/>
                      </a:cubicBezTo>
                      <a:cubicBezTo>
                        <a:pt x="256" y="399"/>
                        <a:pt x="256" y="399"/>
                        <a:pt x="256" y="399"/>
                      </a:cubicBezTo>
                      <a:cubicBezTo>
                        <a:pt x="263" y="390"/>
                        <a:pt x="263" y="390"/>
                        <a:pt x="263" y="390"/>
                      </a:cubicBezTo>
                      <a:cubicBezTo>
                        <a:pt x="279" y="397"/>
                        <a:pt x="279" y="397"/>
                        <a:pt x="279" y="397"/>
                      </a:cubicBezTo>
                      <a:cubicBezTo>
                        <a:pt x="281" y="386"/>
                        <a:pt x="281" y="386"/>
                        <a:pt x="281" y="386"/>
                      </a:cubicBezTo>
                      <a:cubicBezTo>
                        <a:pt x="290" y="380"/>
                        <a:pt x="290" y="380"/>
                        <a:pt x="290" y="380"/>
                      </a:cubicBezTo>
                      <a:cubicBezTo>
                        <a:pt x="287" y="376"/>
                        <a:pt x="287" y="376"/>
                        <a:pt x="287" y="376"/>
                      </a:cubicBezTo>
                      <a:cubicBezTo>
                        <a:pt x="300" y="366"/>
                        <a:pt x="300" y="366"/>
                        <a:pt x="300" y="366"/>
                      </a:cubicBezTo>
                      <a:cubicBezTo>
                        <a:pt x="295" y="355"/>
                        <a:pt x="295" y="355"/>
                        <a:pt x="295" y="355"/>
                      </a:cubicBezTo>
                      <a:cubicBezTo>
                        <a:pt x="299" y="351"/>
                        <a:pt x="299" y="351"/>
                        <a:pt x="299" y="351"/>
                      </a:cubicBezTo>
                      <a:cubicBezTo>
                        <a:pt x="311" y="356"/>
                        <a:pt x="311" y="356"/>
                        <a:pt x="311" y="356"/>
                      </a:cubicBezTo>
                      <a:cubicBezTo>
                        <a:pt x="354" y="341"/>
                        <a:pt x="354" y="341"/>
                        <a:pt x="354" y="341"/>
                      </a:cubicBezTo>
                      <a:cubicBezTo>
                        <a:pt x="367" y="343"/>
                        <a:pt x="367" y="343"/>
                        <a:pt x="367" y="343"/>
                      </a:cubicBezTo>
                      <a:cubicBezTo>
                        <a:pt x="379" y="355"/>
                        <a:pt x="379" y="355"/>
                        <a:pt x="379" y="355"/>
                      </a:cubicBezTo>
                      <a:cubicBezTo>
                        <a:pt x="434" y="360"/>
                        <a:pt x="434" y="360"/>
                        <a:pt x="434" y="360"/>
                      </a:cubicBezTo>
                      <a:cubicBezTo>
                        <a:pt x="443" y="380"/>
                        <a:pt x="443" y="380"/>
                        <a:pt x="443" y="380"/>
                      </a:cubicBezTo>
                      <a:cubicBezTo>
                        <a:pt x="457" y="383"/>
                        <a:pt x="457" y="383"/>
                        <a:pt x="457" y="383"/>
                      </a:cubicBezTo>
                      <a:cubicBezTo>
                        <a:pt x="470" y="398"/>
                        <a:pt x="470" y="398"/>
                        <a:pt x="470" y="398"/>
                      </a:cubicBezTo>
                      <a:cubicBezTo>
                        <a:pt x="487" y="397"/>
                        <a:pt x="487" y="397"/>
                        <a:pt x="487" y="397"/>
                      </a:cubicBezTo>
                      <a:cubicBezTo>
                        <a:pt x="492" y="409"/>
                        <a:pt x="492" y="409"/>
                        <a:pt x="492" y="409"/>
                      </a:cubicBezTo>
                      <a:cubicBezTo>
                        <a:pt x="508" y="409"/>
                        <a:pt x="508" y="409"/>
                        <a:pt x="508" y="409"/>
                      </a:cubicBezTo>
                      <a:cubicBezTo>
                        <a:pt x="517" y="415"/>
                        <a:pt x="517" y="415"/>
                        <a:pt x="517" y="415"/>
                      </a:cubicBezTo>
                      <a:cubicBezTo>
                        <a:pt x="536" y="413"/>
                        <a:pt x="536" y="413"/>
                        <a:pt x="536" y="413"/>
                      </a:cubicBezTo>
                      <a:cubicBezTo>
                        <a:pt x="551" y="399"/>
                        <a:pt x="551" y="399"/>
                        <a:pt x="551" y="399"/>
                      </a:cubicBezTo>
                      <a:cubicBezTo>
                        <a:pt x="551" y="399"/>
                        <a:pt x="552" y="399"/>
                        <a:pt x="553" y="399"/>
                      </a:cubicBezTo>
                      <a:cubicBezTo>
                        <a:pt x="555" y="398"/>
                        <a:pt x="555" y="398"/>
                        <a:pt x="555" y="398"/>
                      </a:cubicBezTo>
                      <a:cubicBezTo>
                        <a:pt x="560" y="397"/>
                        <a:pt x="565" y="397"/>
                        <a:pt x="570" y="397"/>
                      </a:cubicBezTo>
                      <a:cubicBezTo>
                        <a:pt x="576" y="396"/>
                        <a:pt x="581" y="396"/>
                        <a:pt x="588" y="395"/>
                      </a:cubicBezTo>
                      <a:cubicBezTo>
                        <a:pt x="594" y="395"/>
                        <a:pt x="594" y="395"/>
                        <a:pt x="594" y="395"/>
                      </a:cubicBezTo>
                      <a:cubicBezTo>
                        <a:pt x="606" y="404"/>
                        <a:pt x="606" y="404"/>
                        <a:pt x="606" y="404"/>
                      </a:cubicBezTo>
                      <a:cubicBezTo>
                        <a:pt x="632" y="395"/>
                        <a:pt x="632" y="395"/>
                        <a:pt x="632" y="395"/>
                      </a:cubicBezTo>
                      <a:cubicBezTo>
                        <a:pt x="632" y="388"/>
                        <a:pt x="632" y="388"/>
                        <a:pt x="632" y="388"/>
                      </a:cubicBezTo>
                      <a:cubicBezTo>
                        <a:pt x="640" y="384"/>
                        <a:pt x="640" y="384"/>
                        <a:pt x="640" y="384"/>
                      </a:cubicBezTo>
                      <a:cubicBezTo>
                        <a:pt x="655" y="388"/>
                        <a:pt x="655" y="388"/>
                        <a:pt x="655" y="388"/>
                      </a:cubicBezTo>
                      <a:cubicBezTo>
                        <a:pt x="664" y="403"/>
                        <a:pt x="664" y="403"/>
                        <a:pt x="664" y="403"/>
                      </a:cubicBezTo>
                      <a:cubicBezTo>
                        <a:pt x="692" y="401"/>
                        <a:pt x="692" y="401"/>
                        <a:pt x="692" y="401"/>
                      </a:cubicBezTo>
                      <a:cubicBezTo>
                        <a:pt x="726" y="413"/>
                        <a:pt x="726" y="413"/>
                        <a:pt x="726" y="413"/>
                      </a:cubicBezTo>
                      <a:cubicBezTo>
                        <a:pt x="737" y="408"/>
                        <a:pt x="737" y="408"/>
                        <a:pt x="737" y="408"/>
                      </a:cubicBezTo>
                      <a:cubicBezTo>
                        <a:pt x="752" y="412"/>
                        <a:pt x="752" y="412"/>
                        <a:pt x="752" y="412"/>
                      </a:cubicBezTo>
                      <a:cubicBezTo>
                        <a:pt x="758" y="403"/>
                        <a:pt x="758" y="403"/>
                        <a:pt x="758" y="403"/>
                      </a:cubicBezTo>
                      <a:cubicBezTo>
                        <a:pt x="768" y="408"/>
                        <a:pt x="768" y="408"/>
                        <a:pt x="768" y="408"/>
                      </a:cubicBezTo>
                      <a:cubicBezTo>
                        <a:pt x="771" y="408"/>
                        <a:pt x="775" y="408"/>
                        <a:pt x="779" y="408"/>
                      </a:cubicBezTo>
                      <a:cubicBezTo>
                        <a:pt x="783" y="407"/>
                        <a:pt x="788" y="407"/>
                        <a:pt x="792" y="406"/>
                      </a:cubicBezTo>
                      <a:cubicBezTo>
                        <a:pt x="806" y="405"/>
                        <a:pt x="806" y="405"/>
                        <a:pt x="806" y="405"/>
                      </a:cubicBezTo>
                      <a:cubicBezTo>
                        <a:pt x="824" y="376"/>
                        <a:pt x="824" y="376"/>
                        <a:pt x="824" y="376"/>
                      </a:cubicBezTo>
                      <a:cubicBezTo>
                        <a:pt x="820" y="368"/>
                        <a:pt x="820" y="368"/>
                        <a:pt x="820" y="368"/>
                      </a:cubicBezTo>
                      <a:cubicBezTo>
                        <a:pt x="820" y="368"/>
                        <a:pt x="820" y="368"/>
                        <a:pt x="820" y="368"/>
                      </a:cubicBezTo>
                      <a:cubicBezTo>
                        <a:pt x="821" y="368"/>
                        <a:pt x="821" y="368"/>
                        <a:pt x="821" y="368"/>
                      </a:cubicBezTo>
                      <a:cubicBezTo>
                        <a:pt x="823" y="366"/>
                        <a:pt x="826" y="365"/>
                        <a:pt x="830" y="364"/>
                      </a:cubicBezTo>
                      <a:cubicBezTo>
                        <a:pt x="836" y="363"/>
                        <a:pt x="842" y="362"/>
                        <a:pt x="848" y="361"/>
                      </a:cubicBezTo>
                      <a:cubicBezTo>
                        <a:pt x="851" y="361"/>
                        <a:pt x="851" y="361"/>
                        <a:pt x="851" y="361"/>
                      </a:cubicBezTo>
                      <a:cubicBezTo>
                        <a:pt x="865" y="368"/>
                        <a:pt x="865" y="368"/>
                        <a:pt x="865" y="368"/>
                      </a:cubicBezTo>
                      <a:cubicBezTo>
                        <a:pt x="884" y="404"/>
                        <a:pt x="884" y="404"/>
                        <a:pt x="884" y="404"/>
                      </a:cubicBezTo>
                      <a:cubicBezTo>
                        <a:pt x="913" y="421"/>
                        <a:pt x="913" y="421"/>
                        <a:pt x="913" y="421"/>
                      </a:cubicBezTo>
                      <a:cubicBezTo>
                        <a:pt x="917" y="431"/>
                        <a:pt x="917" y="431"/>
                        <a:pt x="917" y="431"/>
                      </a:cubicBezTo>
                      <a:cubicBezTo>
                        <a:pt x="920" y="429"/>
                        <a:pt x="920" y="429"/>
                        <a:pt x="920" y="429"/>
                      </a:cubicBezTo>
                      <a:cubicBezTo>
                        <a:pt x="926" y="424"/>
                        <a:pt x="933" y="421"/>
                        <a:pt x="939" y="417"/>
                      </a:cubicBezTo>
                      <a:cubicBezTo>
                        <a:pt x="942" y="416"/>
                        <a:pt x="945" y="415"/>
                        <a:pt x="948" y="415"/>
                      </a:cubicBezTo>
                      <a:cubicBezTo>
                        <a:pt x="926" y="461"/>
                        <a:pt x="926" y="461"/>
                        <a:pt x="926" y="461"/>
                      </a:cubicBezTo>
                      <a:cubicBezTo>
                        <a:pt x="915" y="468"/>
                        <a:pt x="915" y="468"/>
                        <a:pt x="915" y="468"/>
                      </a:cubicBezTo>
                      <a:cubicBezTo>
                        <a:pt x="918" y="490"/>
                        <a:pt x="918" y="490"/>
                        <a:pt x="918" y="490"/>
                      </a:cubicBezTo>
                      <a:cubicBezTo>
                        <a:pt x="922" y="484"/>
                        <a:pt x="922" y="484"/>
                        <a:pt x="922" y="484"/>
                      </a:cubicBezTo>
                      <a:cubicBezTo>
                        <a:pt x="926" y="484"/>
                        <a:pt x="926" y="484"/>
                        <a:pt x="926" y="484"/>
                      </a:cubicBezTo>
                      <a:cubicBezTo>
                        <a:pt x="925" y="489"/>
                        <a:pt x="925" y="489"/>
                        <a:pt x="925" y="489"/>
                      </a:cubicBezTo>
                      <a:cubicBezTo>
                        <a:pt x="928" y="492"/>
                        <a:pt x="928" y="492"/>
                        <a:pt x="928" y="492"/>
                      </a:cubicBezTo>
                      <a:cubicBezTo>
                        <a:pt x="932" y="493"/>
                        <a:pt x="932" y="493"/>
                        <a:pt x="932" y="493"/>
                      </a:cubicBezTo>
                      <a:cubicBezTo>
                        <a:pt x="964" y="466"/>
                        <a:pt x="964" y="466"/>
                        <a:pt x="964" y="466"/>
                      </a:cubicBezTo>
                      <a:cubicBezTo>
                        <a:pt x="982" y="435"/>
                        <a:pt x="982" y="435"/>
                        <a:pt x="982" y="435"/>
                      </a:cubicBezTo>
                      <a:cubicBezTo>
                        <a:pt x="993" y="424"/>
                        <a:pt x="993" y="424"/>
                        <a:pt x="993" y="424"/>
                      </a:cubicBezTo>
                      <a:cubicBezTo>
                        <a:pt x="999" y="406"/>
                        <a:pt x="999" y="406"/>
                        <a:pt x="999" y="406"/>
                      </a:cubicBezTo>
                      <a:cubicBezTo>
                        <a:pt x="996" y="391"/>
                        <a:pt x="998" y="380"/>
                        <a:pt x="1005" y="375"/>
                      </a:cubicBezTo>
                      <a:cubicBezTo>
                        <a:pt x="1005" y="371"/>
                        <a:pt x="1005" y="371"/>
                        <a:pt x="1005" y="371"/>
                      </a:cubicBezTo>
                      <a:cubicBezTo>
                        <a:pt x="1002" y="368"/>
                        <a:pt x="1001" y="365"/>
                        <a:pt x="1002" y="361"/>
                      </a:cubicBezTo>
                      <a:cubicBezTo>
                        <a:pt x="1003" y="360"/>
                        <a:pt x="1004" y="358"/>
                        <a:pt x="1005" y="357"/>
                      </a:cubicBezTo>
                      <a:cubicBezTo>
                        <a:pt x="992" y="343"/>
                        <a:pt x="992" y="343"/>
                        <a:pt x="992" y="343"/>
                      </a:cubicBezTo>
                      <a:cubicBezTo>
                        <a:pt x="983" y="353"/>
                        <a:pt x="983" y="353"/>
                        <a:pt x="983" y="353"/>
                      </a:cubicBezTo>
                      <a:cubicBezTo>
                        <a:pt x="978" y="354"/>
                        <a:pt x="978" y="354"/>
                        <a:pt x="978" y="354"/>
                      </a:cubicBezTo>
                      <a:cubicBezTo>
                        <a:pt x="982" y="348"/>
                        <a:pt x="982" y="348"/>
                        <a:pt x="982" y="348"/>
                      </a:cubicBezTo>
                      <a:cubicBezTo>
                        <a:pt x="982" y="342"/>
                        <a:pt x="982" y="342"/>
                        <a:pt x="982" y="342"/>
                      </a:cubicBezTo>
                      <a:cubicBezTo>
                        <a:pt x="978" y="342"/>
                        <a:pt x="978" y="342"/>
                        <a:pt x="978" y="342"/>
                      </a:cubicBezTo>
                      <a:cubicBezTo>
                        <a:pt x="978" y="347"/>
                        <a:pt x="978" y="347"/>
                        <a:pt x="978" y="347"/>
                      </a:cubicBezTo>
                      <a:cubicBezTo>
                        <a:pt x="971" y="353"/>
                        <a:pt x="971" y="353"/>
                        <a:pt x="971" y="353"/>
                      </a:cubicBezTo>
                      <a:cubicBezTo>
                        <a:pt x="972" y="341"/>
                        <a:pt x="972" y="341"/>
                        <a:pt x="972" y="341"/>
                      </a:cubicBezTo>
                      <a:cubicBezTo>
                        <a:pt x="970" y="340"/>
                        <a:pt x="970" y="340"/>
                        <a:pt x="970" y="340"/>
                      </a:cubicBezTo>
                      <a:cubicBezTo>
                        <a:pt x="959" y="341"/>
                        <a:pt x="959" y="341"/>
                        <a:pt x="959" y="341"/>
                      </a:cubicBezTo>
                      <a:cubicBezTo>
                        <a:pt x="954" y="337"/>
                        <a:pt x="954" y="337"/>
                        <a:pt x="954" y="337"/>
                      </a:cubicBezTo>
                      <a:cubicBezTo>
                        <a:pt x="966" y="331"/>
                        <a:pt x="966" y="331"/>
                        <a:pt x="966" y="331"/>
                      </a:cubicBezTo>
                      <a:cubicBezTo>
                        <a:pt x="974" y="326"/>
                        <a:pt x="974" y="326"/>
                        <a:pt x="974" y="326"/>
                      </a:cubicBezTo>
                      <a:cubicBezTo>
                        <a:pt x="991" y="312"/>
                        <a:pt x="991" y="312"/>
                        <a:pt x="991" y="312"/>
                      </a:cubicBezTo>
                      <a:cubicBezTo>
                        <a:pt x="997" y="301"/>
                        <a:pt x="997" y="301"/>
                        <a:pt x="997" y="301"/>
                      </a:cubicBezTo>
                      <a:cubicBezTo>
                        <a:pt x="1007" y="293"/>
                        <a:pt x="1007" y="293"/>
                        <a:pt x="1007" y="293"/>
                      </a:cubicBezTo>
                      <a:cubicBezTo>
                        <a:pt x="1017" y="280"/>
                        <a:pt x="1017" y="280"/>
                        <a:pt x="1017" y="280"/>
                      </a:cubicBezTo>
                      <a:cubicBezTo>
                        <a:pt x="1039" y="280"/>
                        <a:pt x="1039" y="280"/>
                        <a:pt x="1039" y="280"/>
                      </a:cubicBezTo>
                      <a:cubicBezTo>
                        <a:pt x="1038" y="286"/>
                        <a:pt x="1038" y="286"/>
                        <a:pt x="1038" y="286"/>
                      </a:cubicBezTo>
                      <a:cubicBezTo>
                        <a:pt x="1043" y="285"/>
                        <a:pt x="1043" y="285"/>
                        <a:pt x="1043" y="285"/>
                      </a:cubicBezTo>
                      <a:cubicBezTo>
                        <a:pt x="1046" y="282"/>
                        <a:pt x="1046" y="282"/>
                        <a:pt x="1046" y="282"/>
                      </a:cubicBezTo>
                      <a:cubicBezTo>
                        <a:pt x="1052" y="283"/>
                        <a:pt x="1052" y="283"/>
                        <a:pt x="1052" y="283"/>
                      </a:cubicBezTo>
                      <a:cubicBezTo>
                        <a:pt x="1058" y="282"/>
                        <a:pt x="1058" y="282"/>
                        <a:pt x="1058" y="282"/>
                      </a:cubicBezTo>
                      <a:cubicBezTo>
                        <a:pt x="1061" y="284"/>
                        <a:pt x="1061" y="284"/>
                        <a:pt x="1061" y="284"/>
                      </a:cubicBezTo>
                      <a:cubicBezTo>
                        <a:pt x="1066" y="281"/>
                        <a:pt x="1066" y="281"/>
                        <a:pt x="1066" y="281"/>
                      </a:cubicBezTo>
                      <a:cubicBezTo>
                        <a:pt x="1068" y="275"/>
                        <a:pt x="1068" y="275"/>
                        <a:pt x="1068" y="275"/>
                      </a:cubicBezTo>
                      <a:cubicBezTo>
                        <a:pt x="1074" y="273"/>
                        <a:pt x="1074" y="273"/>
                        <a:pt x="1074" y="273"/>
                      </a:cubicBezTo>
                      <a:cubicBezTo>
                        <a:pt x="1081" y="277"/>
                        <a:pt x="1081" y="277"/>
                        <a:pt x="1081" y="277"/>
                      </a:cubicBezTo>
                      <a:cubicBezTo>
                        <a:pt x="1088" y="276"/>
                        <a:pt x="1088" y="276"/>
                        <a:pt x="1088" y="276"/>
                      </a:cubicBezTo>
                      <a:cubicBezTo>
                        <a:pt x="1089" y="278"/>
                        <a:pt x="1089" y="278"/>
                        <a:pt x="1089" y="278"/>
                      </a:cubicBezTo>
                      <a:cubicBezTo>
                        <a:pt x="1098" y="281"/>
                        <a:pt x="1098" y="281"/>
                        <a:pt x="1098" y="281"/>
                      </a:cubicBezTo>
                      <a:cubicBezTo>
                        <a:pt x="1098" y="283"/>
                        <a:pt x="1098" y="283"/>
                        <a:pt x="1098" y="283"/>
                      </a:cubicBezTo>
                      <a:cubicBezTo>
                        <a:pt x="1088" y="285"/>
                        <a:pt x="1088" y="285"/>
                        <a:pt x="1088" y="285"/>
                      </a:cubicBezTo>
                      <a:cubicBezTo>
                        <a:pt x="1089" y="290"/>
                        <a:pt x="1089" y="290"/>
                        <a:pt x="1089" y="290"/>
                      </a:cubicBezTo>
                      <a:cubicBezTo>
                        <a:pt x="1101" y="289"/>
                        <a:pt x="1101" y="289"/>
                        <a:pt x="1101" y="289"/>
                      </a:cubicBezTo>
                      <a:cubicBezTo>
                        <a:pt x="1102" y="286"/>
                        <a:pt x="1102" y="286"/>
                        <a:pt x="1102" y="286"/>
                      </a:cubicBezTo>
                      <a:cubicBezTo>
                        <a:pt x="1107" y="288"/>
                        <a:pt x="1107" y="288"/>
                        <a:pt x="1107" y="288"/>
                      </a:cubicBezTo>
                      <a:cubicBezTo>
                        <a:pt x="1113" y="284"/>
                        <a:pt x="1113" y="284"/>
                        <a:pt x="1113" y="284"/>
                      </a:cubicBezTo>
                      <a:cubicBezTo>
                        <a:pt x="1116" y="286"/>
                        <a:pt x="1116" y="286"/>
                        <a:pt x="1116" y="286"/>
                      </a:cubicBezTo>
                      <a:cubicBezTo>
                        <a:pt x="1123" y="282"/>
                        <a:pt x="1123" y="282"/>
                        <a:pt x="1123" y="282"/>
                      </a:cubicBezTo>
                      <a:cubicBezTo>
                        <a:pt x="1122" y="278"/>
                        <a:pt x="1122" y="278"/>
                        <a:pt x="1122" y="278"/>
                      </a:cubicBezTo>
                      <a:cubicBezTo>
                        <a:pt x="1115" y="274"/>
                        <a:pt x="1115" y="274"/>
                        <a:pt x="1115" y="274"/>
                      </a:cubicBezTo>
                      <a:cubicBezTo>
                        <a:pt x="1115" y="272"/>
                        <a:pt x="1115" y="272"/>
                        <a:pt x="1115" y="272"/>
                      </a:cubicBezTo>
                      <a:cubicBezTo>
                        <a:pt x="1135" y="248"/>
                        <a:pt x="1135" y="248"/>
                        <a:pt x="1135" y="248"/>
                      </a:cubicBezTo>
                      <a:cubicBezTo>
                        <a:pt x="1147" y="245"/>
                        <a:pt x="1147" y="245"/>
                        <a:pt x="1147" y="245"/>
                      </a:cubicBezTo>
                      <a:cubicBezTo>
                        <a:pt x="1153" y="241"/>
                        <a:pt x="1153" y="241"/>
                        <a:pt x="1153" y="241"/>
                      </a:cubicBezTo>
                      <a:cubicBezTo>
                        <a:pt x="1160" y="244"/>
                        <a:pt x="1160" y="244"/>
                        <a:pt x="1160" y="244"/>
                      </a:cubicBezTo>
                      <a:cubicBezTo>
                        <a:pt x="1168" y="241"/>
                        <a:pt x="1168" y="241"/>
                        <a:pt x="1168" y="241"/>
                      </a:cubicBezTo>
                      <a:cubicBezTo>
                        <a:pt x="1168" y="243"/>
                        <a:pt x="1168" y="243"/>
                        <a:pt x="1168" y="243"/>
                      </a:cubicBezTo>
                      <a:cubicBezTo>
                        <a:pt x="1159" y="252"/>
                        <a:pt x="1159" y="252"/>
                        <a:pt x="1159" y="252"/>
                      </a:cubicBezTo>
                      <a:cubicBezTo>
                        <a:pt x="1159" y="256"/>
                        <a:pt x="1159" y="256"/>
                        <a:pt x="1159" y="256"/>
                      </a:cubicBezTo>
                      <a:cubicBezTo>
                        <a:pt x="1164" y="256"/>
                        <a:pt x="1164" y="256"/>
                        <a:pt x="1164" y="256"/>
                      </a:cubicBezTo>
                      <a:cubicBezTo>
                        <a:pt x="1160" y="260"/>
                        <a:pt x="1160" y="260"/>
                        <a:pt x="1160" y="260"/>
                      </a:cubicBezTo>
                      <a:cubicBezTo>
                        <a:pt x="1162" y="263"/>
                        <a:pt x="1162" y="263"/>
                        <a:pt x="1162" y="263"/>
                      </a:cubicBezTo>
                      <a:cubicBezTo>
                        <a:pt x="1181" y="251"/>
                        <a:pt x="1181" y="251"/>
                        <a:pt x="1181" y="251"/>
                      </a:cubicBezTo>
                      <a:cubicBezTo>
                        <a:pt x="1183" y="252"/>
                        <a:pt x="1183" y="252"/>
                        <a:pt x="1183" y="252"/>
                      </a:cubicBezTo>
                      <a:cubicBezTo>
                        <a:pt x="1185" y="249"/>
                        <a:pt x="1185" y="249"/>
                        <a:pt x="1185" y="249"/>
                      </a:cubicBezTo>
                      <a:cubicBezTo>
                        <a:pt x="1184" y="247"/>
                        <a:pt x="1184" y="247"/>
                        <a:pt x="1184" y="247"/>
                      </a:cubicBezTo>
                      <a:cubicBezTo>
                        <a:pt x="1188" y="235"/>
                        <a:pt x="1188" y="235"/>
                        <a:pt x="1188" y="235"/>
                      </a:cubicBezTo>
                      <a:cubicBezTo>
                        <a:pt x="1199" y="231"/>
                        <a:pt x="1199" y="231"/>
                        <a:pt x="1199" y="231"/>
                      </a:cubicBezTo>
                      <a:cubicBezTo>
                        <a:pt x="1201" y="234"/>
                        <a:pt x="1201" y="234"/>
                        <a:pt x="1201" y="234"/>
                      </a:cubicBezTo>
                      <a:cubicBezTo>
                        <a:pt x="1196" y="238"/>
                        <a:pt x="1196" y="238"/>
                        <a:pt x="1196" y="238"/>
                      </a:cubicBezTo>
                      <a:cubicBezTo>
                        <a:pt x="1193" y="247"/>
                        <a:pt x="1193" y="247"/>
                        <a:pt x="1193" y="247"/>
                      </a:cubicBezTo>
                      <a:cubicBezTo>
                        <a:pt x="1183" y="268"/>
                        <a:pt x="1183" y="268"/>
                        <a:pt x="1183" y="268"/>
                      </a:cubicBezTo>
                      <a:cubicBezTo>
                        <a:pt x="1155" y="286"/>
                        <a:pt x="1155" y="286"/>
                        <a:pt x="1155" y="286"/>
                      </a:cubicBezTo>
                      <a:cubicBezTo>
                        <a:pt x="1142" y="300"/>
                        <a:pt x="1142" y="300"/>
                        <a:pt x="1142" y="300"/>
                      </a:cubicBezTo>
                      <a:cubicBezTo>
                        <a:pt x="1136" y="298"/>
                        <a:pt x="1136" y="298"/>
                        <a:pt x="1136" y="298"/>
                      </a:cubicBezTo>
                      <a:cubicBezTo>
                        <a:pt x="1135" y="301"/>
                        <a:pt x="1135" y="301"/>
                        <a:pt x="1135" y="301"/>
                      </a:cubicBezTo>
                      <a:cubicBezTo>
                        <a:pt x="1136" y="304"/>
                        <a:pt x="1136" y="304"/>
                        <a:pt x="1136" y="304"/>
                      </a:cubicBezTo>
                      <a:cubicBezTo>
                        <a:pt x="1135" y="309"/>
                        <a:pt x="1135" y="309"/>
                        <a:pt x="1135" y="309"/>
                      </a:cubicBezTo>
                      <a:cubicBezTo>
                        <a:pt x="1129" y="316"/>
                        <a:pt x="1129" y="316"/>
                        <a:pt x="1129" y="316"/>
                      </a:cubicBezTo>
                      <a:cubicBezTo>
                        <a:pt x="1126" y="334"/>
                        <a:pt x="1126" y="334"/>
                        <a:pt x="1126" y="334"/>
                      </a:cubicBezTo>
                      <a:cubicBezTo>
                        <a:pt x="1128" y="351"/>
                        <a:pt x="1128" y="351"/>
                        <a:pt x="1128" y="351"/>
                      </a:cubicBezTo>
                      <a:cubicBezTo>
                        <a:pt x="1125" y="372"/>
                        <a:pt x="1125" y="372"/>
                        <a:pt x="1125" y="372"/>
                      </a:cubicBezTo>
                      <a:cubicBezTo>
                        <a:pt x="1133" y="378"/>
                        <a:pt x="1133" y="378"/>
                        <a:pt x="1133" y="378"/>
                      </a:cubicBezTo>
                      <a:cubicBezTo>
                        <a:pt x="1133" y="388"/>
                        <a:pt x="1133" y="388"/>
                        <a:pt x="1133" y="388"/>
                      </a:cubicBezTo>
                      <a:cubicBezTo>
                        <a:pt x="1138" y="393"/>
                        <a:pt x="1138" y="393"/>
                        <a:pt x="1138" y="393"/>
                      </a:cubicBezTo>
                      <a:cubicBezTo>
                        <a:pt x="1145" y="388"/>
                        <a:pt x="1150" y="382"/>
                        <a:pt x="1153" y="374"/>
                      </a:cubicBezTo>
                      <a:cubicBezTo>
                        <a:pt x="1158" y="366"/>
                        <a:pt x="1158" y="366"/>
                        <a:pt x="1158" y="366"/>
                      </a:cubicBezTo>
                      <a:cubicBezTo>
                        <a:pt x="1163" y="364"/>
                        <a:pt x="1163" y="364"/>
                        <a:pt x="1163" y="364"/>
                      </a:cubicBezTo>
                      <a:cubicBezTo>
                        <a:pt x="1163" y="354"/>
                        <a:pt x="1163" y="354"/>
                        <a:pt x="1163" y="354"/>
                      </a:cubicBezTo>
                      <a:cubicBezTo>
                        <a:pt x="1167" y="349"/>
                        <a:pt x="1167" y="349"/>
                        <a:pt x="1167" y="349"/>
                      </a:cubicBezTo>
                      <a:cubicBezTo>
                        <a:pt x="1171" y="351"/>
                        <a:pt x="1171" y="351"/>
                        <a:pt x="1171" y="351"/>
                      </a:cubicBezTo>
                      <a:cubicBezTo>
                        <a:pt x="1176" y="350"/>
                        <a:pt x="1176" y="350"/>
                        <a:pt x="1176" y="350"/>
                      </a:cubicBezTo>
                      <a:cubicBezTo>
                        <a:pt x="1179" y="343"/>
                        <a:pt x="1179" y="343"/>
                        <a:pt x="1179" y="343"/>
                      </a:cubicBezTo>
                      <a:cubicBezTo>
                        <a:pt x="1175" y="335"/>
                        <a:pt x="1175" y="335"/>
                        <a:pt x="1175" y="335"/>
                      </a:cubicBezTo>
                      <a:cubicBezTo>
                        <a:pt x="1179" y="328"/>
                        <a:pt x="1179" y="328"/>
                        <a:pt x="1179" y="328"/>
                      </a:cubicBezTo>
                      <a:cubicBezTo>
                        <a:pt x="1186" y="328"/>
                        <a:pt x="1186" y="328"/>
                        <a:pt x="1186" y="328"/>
                      </a:cubicBezTo>
                      <a:cubicBezTo>
                        <a:pt x="1187" y="323"/>
                        <a:pt x="1187" y="323"/>
                        <a:pt x="1187" y="323"/>
                      </a:cubicBezTo>
                      <a:cubicBezTo>
                        <a:pt x="1181" y="318"/>
                        <a:pt x="1181" y="318"/>
                        <a:pt x="1181" y="318"/>
                      </a:cubicBezTo>
                      <a:cubicBezTo>
                        <a:pt x="1182" y="310"/>
                        <a:pt x="1182" y="310"/>
                        <a:pt x="1182" y="310"/>
                      </a:cubicBezTo>
                      <a:cubicBezTo>
                        <a:pt x="1190" y="310"/>
                        <a:pt x="1190" y="310"/>
                        <a:pt x="1190" y="310"/>
                      </a:cubicBezTo>
                      <a:cubicBezTo>
                        <a:pt x="1190" y="303"/>
                        <a:pt x="1190" y="303"/>
                        <a:pt x="1190" y="303"/>
                      </a:cubicBezTo>
                      <a:cubicBezTo>
                        <a:pt x="1186" y="299"/>
                        <a:pt x="1186" y="299"/>
                        <a:pt x="1186" y="299"/>
                      </a:cubicBezTo>
                      <a:cubicBezTo>
                        <a:pt x="1190" y="283"/>
                        <a:pt x="1190" y="283"/>
                        <a:pt x="1190" y="283"/>
                      </a:cubicBezTo>
                      <a:cubicBezTo>
                        <a:pt x="1195" y="281"/>
                        <a:pt x="1195" y="281"/>
                        <a:pt x="1195" y="281"/>
                      </a:cubicBezTo>
                      <a:cubicBezTo>
                        <a:pt x="1198" y="268"/>
                        <a:pt x="1198" y="268"/>
                        <a:pt x="1198" y="268"/>
                      </a:cubicBezTo>
                      <a:cubicBezTo>
                        <a:pt x="1204" y="267"/>
                        <a:pt x="1204" y="267"/>
                        <a:pt x="1204" y="267"/>
                      </a:cubicBezTo>
                      <a:cubicBezTo>
                        <a:pt x="1209" y="272"/>
                        <a:pt x="1209" y="272"/>
                        <a:pt x="1209" y="272"/>
                      </a:cubicBezTo>
                      <a:cubicBezTo>
                        <a:pt x="1220" y="261"/>
                        <a:pt x="1220" y="261"/>
                        <a:pt x="1220" y="261"/>
                      </a:cubicBezTo>
                      <a:cubicBezTo>
                        <a:pt x="1223" y="261"/>
                        <a:pt x="1223" y="261"/>
                        <a:pt x="1223" y="261"/>
                      </a:cubicBezTo>
                      <a:cubicBezTo>
                        <a:pt x="1222" y="271"/>
                        <a:pt x="1222" y="271"/>
                        <a:pt x="1222" y="271"/>
                      </a:cubicBezTo>
                      <a:cubicBezTo>
                        <a:pt x="1225" y="272"/>
                        <a:pt x="1225" y="272"/>
                        <a:pt x="1225" y="272"/>
                      </a:cubicBezTo>
                      <a:cubicBezTo>
                        <a:pt x="1235" y="260"/>
                        <a:pt x="1235" y="260"/>
                        <a:pt x="1235" y="260"/>
                      </a:cubicBezTo>
                      <a:cubicBezTo>
                        <a:pt x="1245" y="261"/>
                        <a:pt x="1245" y="261"/>
                        <a:pt x="1245" y="261"/>
                      </a:cubicBezTo>
                      <a:cubicBezTo>
                        <a:pt x="1256" y="272"/>
                        <a:pt x="1256" y="272"/>
                        <a:pt x="1256" y="272"/>
                      </a:cubicBezTo>
                      <a:cubicBezTo>
                        <a:pt x="1268" y="261"/>
                        <a:pt x="1268" y="261"/>
                        <a:pt x="1268" y="261"/>
                      </a:cubicBezTo>
                      <a:cubicBezTo>
                        <a:pt x="1275" y="260"/>
                        <a:pt x="1275" y="260"/>
                        <a:pt x="1275" y="260"/>
                      </a:cubicBezTo>
                      <a:cubicBezTo>
                        <a:pt x="1274" y="254"/>
                        <a:pt x="1274" y="254"/>
                        <a:pt x="1274" y="254"/>
                      </a:cubicBezTo>
                      <a:cubicBezTo>
                        <a:pt x="1289" y="249"/>
                        <a:pt x="1289" y="249"/>
                        <a:pt x="1289" y="249"/>
                      </a:cubicBezTo>
                      <a:cubicBezTo>
                        <a:pt x="1310" y="234"/>
                        <a:pt x="1310" y="234"/>
                        <a:pt x="1310" y="234"/>
                      </a:cubicBezTo>
                      <a:cubicBezTo>
                        <a:pt x="1319" y="229"/>
                        <a:pt x="1319" y="229"/>
                        <a:pt x="1319" y="229"/>
                      </a:cubicBezTo>
                      <a:cubicBezTo>
                        <a:pt x="1327" y="221"/>
                        <a:pt x="1327" y="221"/>
                        <a:pt x="1327" y="221"/>
                      </a:cubicBezTo>
                      <a:cubicBezTo>
                        <a:pt x="1335" y="222"/>
                        <a:pt x="1335" y="222"/>
                        <a:pt x="1335" y="222"/>
                      </a:cubicBezTo>
                      <a:cubicBezTo>
                        <a:pt x="1338" y="216"/>
                        <a:pt x="1338" y="216"/>
                        <a:pt x="1338" y="216"/>
                      </a:cubicBezTo>
                      <a:cubicBezTo>
                        <a:pt x="1327" y="196"/>
                        <a:pt x="1327" y="196"/>
                        <a:pt x="1327" y="196"/>
                      </a:cubicBezTo>
                      <a:cubicBezTo>
                        <a:pt x="1319" y="189"/>
                        <a:pt x="1319" y="189"/>
                        <a:pt x="1319" y="189"/>
                      </a:cubicBezTo>
                      <a:cubicBezTo>
                        <a:pt x="1325" y="189"/>
                        <a:pt x="1325" y="189"/>
                        <a:pt x="1325" y="189"/>
                      </a:cubicBezTo>
                      <a:cubicBezTo>
                        <a:pt x="1337" y="193"/>
                        <a:pt x="1337" y="193"/>
                        <a:pt x="1337" y="193"/>
                      </a:cubicBezTo>
                      <a:cubicBezTo>
                        <a:pt x="1348" y="188"/>
                        <a:pt x="1348" y="188"/>
                        <a:pt x="1348" y="188"/>
                      </a:cubicBezTo>
                      <a:cubicBezTo>
                        <a:pt x="1355" y="180"/>
                        <a:pt x="1355" y="180"/>
                        <a:pt x="1355" y="180"/>
                      </a:cubicBezTo>
                      <a:cubicBezTo>
                        <a:pt x="1355" y="173"/>
                        <a:pt x="1355" y="173"/>
                        <a:pt x="1355" y="173"/>
                      </a:cubicBezTo>
                      <a:cubicBezTo>
                        <a:pt x="1354" y="167"/>
                        <a:pt x="1354" y="167"/>
                        <a:pt x="1354" y="167"/>
                      </a:cubicBezTo>
                      <a:cubicBezTo>
                        <a:pt x="1355" y="161"/>
                        <a:pt x="1355" y="161"/>
                        <a:pt x="1355" y="161"/>
                      </a:cubicBezTo>
                      <a:cubicBezTo>
                        <a:pt x="1361" y="160"/>
                        <a:pt x="1361" y="160"/>
                        <a:pt x="1361" y="160"/>
                      </a:cubicBezTo>
                      <a:cubicBezTo>
                        <a:pt x="1360" y="166"/>
                        <a:pt x="1360" y="166"/>
                        <a:pt x="1360" y="166"/>
                      </a:cubicBezTo>
                      <a:cubicBezTo>
                        <a:pt x="1362" y="175"/>
                        <a:pt x="1362" y="175"/>
                        <a:pt x="1362" y="175"/>
                      </a:cubicBezTo>
                      <a:cubicBezTo>
                        <a:pt x="1361" y="180"/>
                        <a:pt x="1361" y="180"/>
                        <a:pt x="1361" y="180"/>
                      </a:cubicBezTo>
                      <a:cubicBezTo>
                        <a:pt x="1365" y="183"/>
                        <a:pt x="1365" y="183"/>
                        <a:pt x="1365" y="183"/>
                      </a:cubicBezTo>
                      <a:cubicBezTo>
                        <a:pt x="1372" y="182"/>
                        <a:pt x="1372" y="182"/>
                        <a:pt x="1372" y="182"/>
                      </a:cubicBezTo>
                      <a:cubicBezTo>
                        <a:pt x="1383" y="181"/>
                        <a:pt x="1383" y="181"/>
                        <a:pt x="1383" y="181"/>
                      </a:cubicBezTo>
                      <a:cubicBezTo>
                        <a:pt x="1387" y="185"/>
                        <a:pt x="1387" y="185"/>
                        <a:pt x="1387" y="185"/>
                      </a:cubicBezTo>
                      <a:cubicBezTo>
                        <a:pt x="1390" y="193"/>
                        <a:pt x="1390" y="193"/>
                        <a:pt x="1390" y="193"/>
                      </a:cubicBezTo>
                      <a:cubicBezTo>
                        <a:pt x="1395" y="198"/>
                        <a:pt x="1395" y="198"/>
                        <a:pt x="1395" y="198"/>
                      </a:cubicBezTo>
                      <a:cubicBezTo>
                        <a:pt x="1409" y="197"/>
                        <a:pt x="1409" y="197"/>
                        <a:pt x="1409" y="197"/>
                      </a:cubicBezTo>
                      <a:cubicBezTo>
                        <a:pt x="1413" y="202"/>
                        <a:pt x="1413" y="202"/>
                        <a:pt x="1413" y="202"/>
                      </a:cubicBezTo>
                      <a:cubicBezTo>
                        <a:pt x="1420" y="199"/>
                        <a:pt x="1420" y="199"/>
                        <a:pt x="1420" y="199"/>
                      </a:cubicBezTo>
                      <a:cubicBezTo>
                        <a:pt x="1419" y="184"/>
                        <a:pt x="1419" y="184"/>
                        <a:pt x="1419" y="184"/>
                      </a:cubicBezTo>
                      <a:cubicBezTo>
                        <a:pt x="1423" y="175"/>
                        <a:pt x="1423" y="175"/>
                        <a:pt x="1423" y="175"/>
                      </a:cubicBezTo>
                      <a:cubicBezTo>
                        <a:pt x="1430" y="175"/>
                        <a:pt x="1430" y="175"/>
                        <a:pt x="1430" y="175"/>
                      </a:cubicBezTo>
                      <a:cubicBezTo>
                        <a:pt x="1434" y="173"/>
                        <a:pt x="1434" y="173"/>
                        <a:pt x="1434" y="173"/>
                      </a:cubicBezTo>
                      <a:cubicBezTo>
                        <a:pt x="1435" y="170"/>
                        <a:pt x="1435" y="170"/>
                        <a:pt x="1435" y="170"/>
                      </a:cubicBezTo>
                      <a:lnTo>
                        <a:pt x="1430" y="168"/>
                      </a:lnTo>
                      <a:close/>
                      <a:moveTo>
                        <a:pt x="46" y="259"/>
                      </a:moveTo>
                      <a:cubicBezTo>
                        <a:pt x="41" y="261"/>
                        <a:pt x="41" y="261"/>
                        <a:pt x="41" y="261"/>
                      </a:cubicBezTo>
                      <a:cubicBezTo>
                        <a:pt x="41" y="265"/>
                        <a:pt x="41" y="265"/>
                        <a:pt x="41" y="265"/>
                      </a:cubicBezTo>
                      <a:cubicBezTo>
                        <a:pt x="32" y="267"/>
                        <a:pt x="32" y="267"/>
                        <a:pt x="32" y="267"/>
                      </a:cubicBezTo>
                      <a:cubicBezTo>
                        <a:pt x="28" y="260"/>
                        <a:pt x="24" y="253"/>
                        <a:pt x="20" y="245"/>
                      </a:cubicBezTo>
                      <a:cubicBezTo>
                        <a:pt x="26" y="239"/>
                        <a:pt x="26" y="239"/>
                        <a:pt x="26" y="239"/>
                      </a:cubicBezTo>
                      <a:cubicBezTo>
                        <a:pt x="29" y="239"/>
                        <a:pt x="29" y="239"/>
                        <a:pt x="29" y="239"/>
                      </a:cubicBezTo>
                      <a:cubicBezTo>
                        <a:pt x="32" y="236"/>
                        <a:pt x="32" y="236"/>
                        <a:pt x="32" y="236"/>
                      </a:cubicBezTo>
                      <a:cubicBezTo>
                        <a:pt x="47" y="256"/>
                        <a:pt x="47" y="256"/>
                        <a:pt x="47" y="256"/>
                      </a:cubicBezTo>
                      <a:lnTo>
                        <a:pt x="46" y="259"/>
                      </a:lnTo>
                      <a:close/>
                      <a:moveTo>
                        <a:pt x="718" y="348"/>
                      </a:moveTo>
                      <a:cubicBezTo>
                        <a:pt x="718" y="351"/>
                        <a:pt x="717" y="353"/>
                        <a:pt x="715" y="354"/>
                      </a:cubicBezTo>
                      <a:cubicBezTo>
                        <a:pt x="715" y="355"/>
                        <a:pt x="713" y="357"/>
                        <a:pt x="712" y="361"/>
                      </a:cubicBezTo>
                      <a:cubicBezTo>
                        <a:pt x="711" y="364"/>
                        <a:pt x="709" y="366"/>
                        <a:pt x="705" y="368"/>
                      </a:cubicBezTo>
                      <a:cubicBezTo>
                        <a:pt x="700" y="371"/>
                        <a:pt x="698" y="372"/>
                        <a:pt x="696" y="374"/>
                      </a:cubicBezTo>
                      <a:cubicBezTo>
                        <a:pt x="690" y="381"/>
                        <a:pt x="690" y="381"/>
                        <a:pt x="690" y="381"/>
                      </a:cubicBezTo>
                      <a:cubicBezTo>
                        <a:pt x="687" y="383"/>
                        <a:pt x="685" y="384"/>
                        <a:pt x="681" y="384"/>
                      </a:cubicBezTo>
                      <a:cubicBezTo>
                        <a:pt x="677" y="384"/>
                        <a:pt x="677" y="384"/>
                        <a:pt x="677" y="384"/>
                      </a:cubicBezTo>
                      <a:cubicBezTo>
                        <a:pt x="675" y="383"/>
                        <a:pt x="675" y="382"/>
                        <a:pt x="677" y="381"/>
                      </a:cubicBezTo>
                      <a:cubicBezTo>
                        <a:pt x="683" y="378"/>
                        <a:pt x="683" y="378"/>
                        <a:pt x="683" y="378"/>
                      </a:cubicBezTo>
                      <a:cubicBezTo>
                        <a:pt x="683" y="378"/>
                        <a:pt x="685" y="377"/>
                        <a:pt x="688" y="374"/>
                      </a:cubicBezTo>
                      <a:cubicBezTo>
                        <a:pt x="694" y="367"/>
                        <a:pt x="694" y="367"/>
                        <a:pt x="694" y="367"/>
                      </a:cubicBezTo>
                      <a:cubicBezTo>
                        <a:pt x="696" y="365"/>
                        <a:pt x="698" y="363"/>
                        <a:pt x="699" y="360"/>
                      </a:cubicBezTo>
                      <a:cubicBezTo>
                        <a:pt x="700" y="358"/>
                        <a:pt x="701" y="357"/>
                        <a:pt x="703" y="355"/>
                      </a:cubicBezTo>
                      <a:cubicBezTo>
                        <a:pt x="708" y="351"/>
                        <a:pt x="711" y="345"/>
                        <a:pt x="714" y="335"/>
                      </a:cubicBezTo>
                      <a:cubicBezTo>
                        <a:pt x="716" y="325"/>
                        <a:pt x="718" y="322"/>
                        <a:pt x="722" y="323"/>
                      </a:cubicBezTo>
                      <a:lnTo>
                        <a:pt x="718" y="348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1" name="Google Shape;560;p50">
                  <a:extLst>
                    <a:ext uri="{FF2B5EF4-FFF2-40B4-BE49-F238E27FC236}">
                      <a16:creationId xmlns:a16="http://schemas.microsoft.com/office/drawing/2014/main" id="{E8B537BC-A8CB-403D-B4ED-A8CAF8198ABB}"/>
                    </a:ext>
                  </a:extLst>
                </p:cNvPr>
                <p:cNvSpPr/>
                <p:nvPr/>
              </p:nvSpPr>
              <p:spPr>
                <a:xfrm>
                  <a:off x="7242175" y="1500188"/>
                  <a:ext cx="98425" cy="7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28" extrusionOk="0">
                      <a:moveTo>
                        <a:pt x="25" y="6"/>
                      </a:moveTo>
                      <a:cubicBezTo>
                        <a:pt x="24" y="5"/>
                        <a:pt x="24" y="4"/>
                        <a:pt x="23" y="4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9"/>
                        <a:pt x="2" y="10"/>
                        <a:pt x="3" y="11"/>
                      </a:cubicBezTo>
                      <a:cubicBezTo>
                        <a:pt x="5" y="14"/>
                        <a:pt x="7" y="16"/>
                        <a:pt x="9" y="19"/>
                      </a:cubicBezTo>
                      <a:cubicBezTo>
                        <a:pt x="10" y="19"/>
                        <a:pt x="11" y="19"/>
                        <a:pt x="12" y="20"/>
                      </a:cubicBezTo>
                      <a:cubicBezTo>
                        <a:pt x="16" y="21"/>
                        <a:pt x="20" y="23"/>
                        <a:pt x="24" y="26"/>
                      </a:cubicBezTo>
                      <a:cubicBezTo>
                        <a:pt x="33" y="24"/>
                        <a:pt x="33" y="24"/>
                        <a:pt x="33" y="24"/>
                      </a:cubicBezTo>
                      <a:cubicBezTo>
                        <a:pt x="34" y="28"/>
                        <a:pt x="34" y="28"/>
                        <a:pt x="34" y="28"/>
                      </a:cubicBezTo>
                      <a:cubicBezTo>
                        <a:pt x="37" y="28"/>
                        <a:pt x="37" y="28"/>
                        <a:pt x="37" y="28"/>
                      </a:cubicBezTo>
                      <a:cubicBezTo>
                        <a:pt x="37" y="18"/>
                        <a:pt x="37" y="18"/>
                        <a:pt x="37" y="18"/>
                      </a:cubicBezTo>
                      <a:cubicBezTo>
                        <a:pt x="33" y="14"/>
                        <a:pt x="30" y="10"/>
                        <a:pt x="25" y="6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2" name="Google Shape;561;p50">
                  <a:extLst>
                    <a:ext uri="{FF2B5EF4-FFF2-40B4-BE49-F238E27FC236}">
                      <a16:creationId xmlns:a16="http://schemas.microsoft.com/office/drawing/2014/main" id="{B7B52C8F-DB79-4B59-8FBD-6D952EC629A7}"/>
                    </a:ext>
                  </a:extLst>
                </p:cNvPr>
                <p:cNvSpPr/>
                <p:nvPr/>
              </p:nvSpPr>
              <p:spPr>
                <a:xfrm>
                  <a:off x="7416800" y="1504950"/>
                  <a:ext cx="10160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2" extrusionOk="0">
                      <a:moveTo>
                        <a:pt x="29" y="1"/>
                      </a:moveTo>
                      <a:cubicBezTo>
                        <a:pt x="24" y="1"/>
                        <a:pt x="20" y="2"/>
                        <a:pt x="14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4" y="10"/>
                        <a:pt x="18" y="11"/>
                        <a:pt x="21" y="11"/>
                      </a:cubicBezTo>
                      <a:cubicBezTo>
                        <a:pt x="27" y="12"/>
                        <a:pt x="32" y="12"/>
                        <a:pt x="37" y="11"/>
                      </a:cubicBezTo>
                      <a:cubicBezTo>
                        <a:pt x="38" y="8"/>
                        <a:pt x="38" y="8"/>
                        <a:pt x="38" y="8"/>
                      </a:cubicBezTo>
                      <a:lnTo>
                        <a:pt x="29" y="1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3" name="Google Shape;562;p50">
                  <a:extLst>
                    <a:ext uri="{FF2B5EF4-FFF2-40B4-BE49-F238E27FC236}">
                      <a16:creationId xmlns:a16="http://schemas.microsoft.com/office/drawing/2014/main" id="{75BDEB78-EECF-4971-8CB1-F56F30F6A549}"/>
                    </a:ext>
                  </a:extLst>
                </p:cNvPr>
                <p:cNvSpPr/>
                <p:nvPr/>
              </p:nvSpPr>
              <p:spPr>
                <a:xfrm>
                  <a:off x="7319962" y="1501775"/>
                  <a:ext cx="55562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" h="32" extrusionOk="0">
                      <a:moveTo>
                        <a:pt x="5" y="0"/>
                      </a:moveTo>
                      <a:lnTo>
                        <a:pt x="0" y="5"/>
                      </a:lnTo>
                      <a:lnTo>
                        <a:pt x="23" y="32"/>
                      </a:lnTo>
                      <a:lnTo>
                        <a:pt x="35" y="22"/>
                      </a:lnTo>
                      <a:lnTo>
                        <a:pt x="17" y="5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4" name="Google Shape;563;p50">
                  <a:extLst>
                    <a:ext uri="{FF2B5EF4-FFF2-40B4-BE49-F238E27FC236}">
                      <a16:creationId xmlns:a16="http://schemas.microsoft.com/office/drawing/2014/main" id="{488253B7-812C-4473-BA53-F79D0EF32EBB}"/>
                    </a:ext>
                  </a:extLst>
                </p:cNvPr>
                <p:cNvSpPr/>
                <p:nvPr/>
              </p:nvSpPr>
              <p:spPr>
                <a:xfrm>
                  <a:off x="7327900" y="1489075"/>
                  <a:ext cx="77787" cy="4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16" extrusionOk="0">
                      <a:moveTo>
                        <a:pt x="29" y="15"/>
                      </a:moveTo>
                      <a:cubicBezTo>
                        <a:pt x="26" y="6"/>
                        <a:pt x="26" y="6"/>
                        <a:pt x="26" y="6"/>
                      </a:cubicBezTo>
                      <a:cubicBezTo>
                        <a:pt x="18" y="4"/>
                        <a:pt x="10" y="2"/>
                        <a:pt x="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7" y="6"/>
                        <a:pt x="14" y="11"/>
                        <a:pt x="22" y="16"/>
                      </a:cubicBezTo>
                      <a:lnTo>
                        <a:pt x="29" y="15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5" name="Google Shape;564;p50">
                  <a:extLst>
                    <a:ext uri="{FF2B5EF4-FFF2-40B4-BE49-F238E27FC236}">
                      <a16:creationId xmlns:a16="http://schemas.microsoft.com/office/drawing/2014/main" id="{5501FD65-A688-4C4E-8FD7-53DA43076262}"/>
                    </a:ext>
                  </a:extLst>
                </p:cNvPr>
                <p:cNvSpPr/>
                <p:nvPr/>
              </p:nvSpPr>
              <p:spPr>
                <a:xfrm>
                  <a:off x="7383462" y="1585913"/>
                  <a:ext cx="61912" cy="3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14" extrusionOk="0">
                      <a:moveTo>
                        <a:pt x="3" y="3"/>
                      </a:move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6" y="14"/>
                        <a:pt x="6" y="14"/>
                        <a:pt x="6" y="14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23" y="7"/>
                        <a:pt x="23" y="7"/>
                        <a:pt x="23" y="7"/>
                      </a:cubicBezTo>
                      <a:cubicBezTo>
                        <a:pt x="18" y="5"/>
                        <a:pt x="12" y="2"/>
                        <a:pt x="7" y="0"/>
                      </a:cubicBezTo>
                      <a:lnTo>
                        <a:pt x="3" y="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6" name="Google Shape;565;p50">
                  <a:extLst>
                    <a:ext uri="{FF2B5EF4-FFF2-40B4-BE49-F238E27FC236}">
                      <a16:creationId xmlns:a16="http://schemas.microsoft.com/office/drawing/2014/main" id="{CBFF7590-1D45-40FD-BC0F-C7CAB6ECB1B6}"/>
                    </a:ext>
                  </a:extLst>
                </p:cNvPr>
                <p:cNvSpPr/>
                <p:nvPr/>
              </p:nvSpPr>
              <p:spPr>
                <a:xfrm>
                  <a:off x="6529387" y="1427163"/>
                  <a:ext cx="77787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18" extrusionOk="0">
                      <a:moveTo>
                        <a:pt x="7" y="0"/>
                      </a:move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6" y="16"/>
                        <a:pt x="11" y="14"/>
                        <a:pt x="16" y="12"/>
                      </a:cubicBezTo>
                      <a:cubicBezTo>
                        <a:pt x="18" y="11"/>
                        <a:pt x="19" y="9"/>
                        <a:pt x="21" y="9"/>
                      </a:cubicBezTo>
                      <a:cubicBezTo>
                        <a:pt x="24" y="7"/>
                        <a:pt x="26" y="6"/>
                        <a:pt x="29" y="6"/>
                      </a:cubicBezTo>
                      <a:cubicBezTo>
                        <a:pt x="29" y="1"/>
                        <a:pt x="29" y="1"/>
                        <a:pt x="29" y="1"/>
                      </a:cubicBezTo>
                      <a:cubicBezTo>
                        <a:pt x="22" y="1"/>
                        <a:pt x="14" y="0"/>
                        <a:pt x="7" y="0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7" name="Google Shape;566;p50">
                  <a:extLst>
                    <a:ext uri="{FF2B5EF4-FFF2-40B4-BE49-F238E27FC236}">
                      <a16:creationId xmlns:a16="http://schemas.microsoft.com/office/drawing/2014/main" id="{23AC7382-FB24-4196-8626-69F9473BE34A}"/>
                    </a:ext>
                  </a:extLst>
                </p:cNvPr>
                <p:cNvSpPr/>
                <p:nvPr/>
              </p:nvSpPr>
              <p:spPr>
                <a:xfrm>
                  <a:off x="6424612" y="1346200"/>
                  <a:ext cx="77787" cy="58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2" extrusionOk="0">
                      <a:moveTo>
                        <a:pt x="19" y="18"/>
                      </a:moveTo>
                      <a:cubicBezTo>
                        <a:pt x="23" y="16"/>
                        <a:pt x="26" y="13"/>
                        <a:pt x="29" y="10"/>
                      </a:cubicBezTo>
                      <a:cubicBezTo>
                        <a:pt x="22" y="5"/>
                        <a:pt x="22" y="5"/>
                        <a:pt x="22" y="5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7" y="2"/>
                        <a:pt x="16" y="4"/>
                        <a:pt x="14" y="6"/>
                      </a:cubicBezTo>
                      <a:cubicBezTo>
                        <a:pt x="13" y="7"/>
                        <a:pt x="12" y="8"/>
                        <a:pt x="10" y="9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" y="22"/>
                        <a:pt x="1" y="22"/>
                        <a:pt x="1" y="22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14" y="21"/>
                        <a:pt x="17" y="20"/>
                        <a:pt x="19" y="18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8" name="Google Shape;567;p50">
                  <a:extLst>
                    <a:ext uri="{FF2B5EF4-FFF2-40B4-BE49-F238E27FC236}">
                      <a16:creationId xmlns:a16="http://schemas.microsoft.com/office/drawing/2014/main" id="{B568F665-D88E-41F5-9655-9C32042365FB}"/>
                    </a:ext>
                  </a:extLst>
                </p:cNvPr>
                <p:cNvSpPr/>
                <p:nvPr/>
              </p:nvSpPr>
              <p:spPr>
                <a:xfrm>
                  <a:off x="6454775" y="1403350"/>
                  <a:ext cx="825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" h="28" extrusionOk="0">
                      <a:moveTo>
                        <a:pt x="47" y="13"/>
                      </a:moveTo>
                      <a:lnTo>
                        <a:pt x="52" y="11"/>
                      </a:lnTo>
                      <a:lnTo>
                        <a:pt x="51" y="5"/>
                      </a:lnTo>
                      <a:lnTo>
                        <a:pt x="41" y="5"/>
                      </a:lnTo>
                      <a:lnTo>
                        <a:pt x="32" y="0"/>
                      </a:lnTo>
                      <a:lnTo>
                        <a:pt x="7" y="5"/>
                      </a:lnTo>
                      <a:lnTo>
                        <a:pt x="5" y="11"/>
                      </a:lnTo>
                      <a:lnTo>
                        <a:pt x="0" y="17"/>
                      </a:lnTo>
                      <a:lnTo>
                        <a:pt x="14" y="27"/>
                      </a:lnTo>
                      <a:lnTo>
                        <a:pt x="47" y="28"/>
                      </a:lnTo>
                      <a:lnTo>
                        <a:pt x="47" y="1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99" name="Google Shape;568;p50">
                  <a:extLst>
                    <a:ext uri="{FF2B5EF4-FFF2-40B4-BE49-F238E27FC236}">
                      <a16:creationId xmlns:a16="http://schemas.microsoft.com/office/drawing/2014/main" id="{5C27A7A2-219A-43ED-9643-19ECDC6569C2}"/>
                    </a:ext>
                  </a:extLst>
                </p:cNvPr>
                <p:cNvSpPr/>
                <p:nvPr/>
              </p:nvSpPr>
              <p:spPr>
                <a:xfrm>
                  <a:off x="8653462" y="2020888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" h="32" extrusionOk="0">
                      <a:moveTo>
                        <a:pt x="26" y="3"/>
                      </a:moveTo>
                      <a:lnTo>
                        <a:pt x="14" y="6"/>
                      </a:lnTo>
                      <a:lnTo>
                        <a:pt x="9" y="0"/>
                      </a:lnTo>
                      <a:lnTo>
                        <a:pt x="0" y="13"/>
                      </a:lnTo>
                      <a:lnTo>
                        <a:pt x="5" y="20"/>
                      </a:lnTo>
                      <a:lnTo>
                        <a:pt x="12" y="15"/>
                      </a:lnTo>
                      <a:lnTo>
                        <a:pt x="32" y="20"/>
                      </a:lnTo>
                      <a:lnTo>
                        <a:pt x="39" y="32"/>
                      </a:lnTo>
                      <a:lnTo>
                        <a:pt x="48" y="18"/>
                      </a:lnTo>
                      <a:lnTo>
                        <a:pt x="26" y="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0" name="Google Shape;569;p50">
                  <a:extLst>
                    <a:ext uri="{FF2B5EF4-FFF2-40B4-BE49-F238E27FC236}">
                      <a16:creationId xmlns:a16="http://schemas.microsoft.com/office/drawing/2014/main" id="{C1925C06-9B1C-4252-A7B7-62FA46A03AD6}"/>
                    </a:ext>
                  </a:extLst>
                </p:cNvPr>
                <p:cNvSpPr/>
                <p:nvPr/>
              </p:nvSpPr>
              <p:spPr>
                <a:xfrm>
                  <a:off x="8248650" y="1587500"/>
                  <a:ext cx="61912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8" extrusionOk="0">
                      <a:moveTo>
                        <a:pt x="21" y="2"/>
                      </a:move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1" y="4"/>
                        <a:pt x="5" y="8"/>
                        <a:pt x="0" y="13"/>
                      </a:cubicBezTo>
                      <a:cubicBezTo>
                        <a:pt x="1" y="28"/>
                        <a:pt x="1" y="28"/>
                        <a:pt x="1" y="28"/>
                      </a:cubicBezTo>
                      <a:cubicBezTo>
                        <a:pt x="6" y="26"/>
                        <a:pt x="6" y="26"/>
                        <a:pt x="6" y="26"/>
                      </a:cubicBezTo>
                      <a:cubicBezTo>
                        <a:pt x="8" y="24"/>
                        <a:pt x="11" y="22"/>
                        <a:pt x="13" y="19"/>
                      </a:cubicBezTo>
                      <a:cubicBezTo>
                        <a:pt x="17" y="16"/>
                        <a:pt x="20" y="13"/>
                        <a:pt x="23" y="10"/>
                      </a:cubicBezTo>
                      <a:cubicBezTo>
                        <a:pt x="23" y="5"/>
                        <a:pt x="23" y="5"/>
                        <a:pt x="23" y="5"/>
                      </a:cubicBezTo>
                      <a:lnTo>
                        <a:pt x="21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1" name="Google Shape;570;p50">
                  <a:extLst>
                    <a:ext uri="{FF2B5EF4-FFF2-40B4-BE49-F238E27FC236}">
                      <a16:creationId xmlns:a16="http://schemas.microsoft.com/office/drawing/2014/main" id="{340E9997-B1E7-4E42-8408-34EA418F0280}"/>
                    </a:ext>
                  </a:extLst>
                </p:cNvPr>
                <p:cNvSpPr/>
                <p:nvPr/>
              </p:nvSpPr>
              <p:spPr>
                <a:xfrm>
                  <a:off x="5595937" y="1490663"/>
                  <a:ext cx="369887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45" extrusionOk="0">
                      <a:moveTo>
                        <a:pt x="133" y="0"/>
                      </a:moveTo>
                      <a:cubicBezTo>
                        <a:pt x="120" y="0"/>
                        <a:pt x="120" y="0"/>
                        <a:pt x="120" y="0"/>
                      </a:cubicBezTo>
                      <a:cubicBezTo>
                        <a:pt x="116" y="5"/>
                        <a:pt x="116" y="5"/>
                        <a:pt x="116" y="5"/>
                      </a:cubicBezTo>
                      <a:cubicBezTo>
                        <a:pt x="102" y="7"/>
                        <a:pt x="89" y="9"/>
                        <a:pt x="75" y="10"/>
                      </a:cubicBezTo>
                      <a:cubicBezTo>
                        <a:pt x="70" y="11"/>
                        <a:pt x="64" y="11"/>
                        <a:pt x="58" y="11"/>
                      </a:cubicBezTo>
                      <a:cubicBezTo>
                        <a:pt x="35" y="23"/>
                        <a:pt x="35" y="23"/>
                        <a:pt x="35" y="23"/>
                      </a:cubicBezTo>
                      <a:cubicBezTo>
                        <a:pt x="23" y="20"/>
                        <a:pt x="23" y="20"/>
                        <a:pt x="23" y="20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3" y="25"/>
                        <a:pt x="3" y="25"/>
                        <a:pt x="3" y="25"/>
                      </a:cubicBezTo>
                      <a:cubicBezTo>
                        <a:pt x="6" y="30"/>
                        <a:pt x="6" y="30"/>
                        <a:pt x="6" y="3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14" y="45"/>
                        <a:pt x="14" y="45"/>
                        <a:pt x="14" y="45"/>
                      </a:cubicBezTo>
                      <a:cubicBezTo>
                        <a:pt x="24" y="40"/>
                        <a:pt x="35" y="37"/>
                        <a:pt x="46" y="34"/>
                      </a:cubicBezTo>
                      <a:cubicBezTo>
                        <a:pt x="58" y="30"/>
                        <a:pt x="70" y="27"/>
                        <a:pt x="82" y="24"/>
                      </a:cubicBezTo>
                      <a:cubicBezTo>
                        <a:pt x="85" y="23"/>
                        <a:pt x="88" y="21"/>
                        <a:pt x="91" y="20"/>
                      </a:cubicBezTo>
                      <a:cubicBezTo>
                        <a:pt x="102" y="20"/>
                        <a:pt x="102" y="20"/>
                        <a:pt x="102" y="20"/>
                      </a:cubicBezTo>
                      <a:cubicBezTo>
                        <a:pt x="106" y="17"/>
                        <a:pt x="106" y="17"/>
                        <a:pt x="106" y="17"/>
                      </a:cubicBezTo>
                      <a:cubicBezTo>
                        <a:pt x="106" y="20"/>
                        <a:pt x="106" y="20"/>
                        <a:pt x="106" y="20"/>
                      </a:cubicBezTo>
                      <a:cubicBezTo>
                        <a:pt x="121" y="18"/>
                        <a:pt x="121" y="18"/>
                        <a:pt x="121" y="18"/>
                      </a:cubicBezTo>
                      <a:cubicBezTo>
                        <a:pt x="125" y="13"/>
                        <a:pt x="125" y="13"/>
                        <a:pt x="125" y="13"/>
                      </a:cubicBezTo>
                      <a:cubicBezTo>
                        <a:pt x="128" y="13"/>
                        <a:pt x="130" y="12"/>
                        <a:pt x="132" y="11"/>
                      </a:cubicBezTo>
                      <a:cubicBezTo>
                        <a:pt x="134" y="10"/>
                        <a:pt x="136" y="9"/>
                        <a:pt x="138" y="7"/>
                      </a:cubicBezTo>
                      <a:lnTo>
                        <a:pt x="133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1002" name="Google Shape;571;p50">
                  <a:extLst>
                    <a:ext uri="{FF2B5EF4-FFF2-40B4-BE49-F238E27FC236}">
                      <a16:creationId xmlns:a16="http://schemas.microsoft.com/office/drawing/2014/main" id="{A279FAC8-F7E8-4473-BE7F-3E2332D6918E}"/>
                    </a:ext>
                  </a:extLst>
                </p:cNvPr>
                <p:cNvSpPr/>
                <p:nvPr/>
              </p:nvSpPr>
              <p:spPr>
                <a:xfrm>
                  <a:off x="5495925" y="1585913"/>
                  <a:ext cx="120650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52" extrusionOk="0">
                      <a:moveTo>
                        <a:pt x="33" y="0"/>
                      </a:moveTo>
                      <a:cubicBezTo>
                        <a:pt x="24" y="5"/>
                        <a:pt x="15" y="9"/>
                        <a:pt x="6" y="14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5" y="25"/>
                        <a:pt x="5" y="25"/>
                        <a:pt x="5" y="25"/>
                      </a:cubicBezTo>
                      <a:cubicBezTo>
                        <a:pt x="11" y="34"/>
                        <a:pt x="11" y="34"/>
                        <a:pt x="11" y="34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7" y="43"/>
                        <a:pt x="7" y="43"/>
                        <a:pt x="7" y="43"/>
                      </a:cubicBezTo>
                      <a:cubicBezTo>
                        <a:pt x="13" y="42"/>
                        <a:pt x="13" y="42"/>
                        <a:pt x="13" y="42"/>
                      </a:cubicBezTo>
                      <a:cubicBezTo>
                        <a:pt x="15" y="43"/>
                        <a:pt x="17" y="44"/>
                        <a:pt x="18" y="45"/>
                      </a:cubicBezTo>
                      <a:cubicBezTo>
                        <a:pt x="20" y="47"/>
                        <a:pt x="23" y="49"/>
                        <a:pt x="25" y="52"/>
                      </a:cubicBezTo>
                      <a:cubicBezTo>
                        <a:pt x="36" y="48"/>
                        <a:pt x="36" y="48"/>
                        <a:pt x="36" y="48"/>
                      </a:cubicBezTo>
                      <a:cubicBezTo>
                        <a:pt x="29" y="33"/>
                        <a:pt x="29" y="33"/>
                        <a:pt x="29" y="33"/>
                      </a:cubicBezTo>
                      <a:cubicBezTo>
                        <a:pt x="34" y="26"/>
                        <a:pt x="40" y="18"/>
                        <a:pt x="45" y="10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31" name="Google Shape;572;p50">
                <a:extLst>
                  <a:ext uri="{FF2B5EF4-FFF2-40B4-BE49-F238E27FC236}">
                    <a16:creationId xmlns:a16="http://schemas.microsoft.com/office/drawing/2014/main" id="{FB2EC423-6622-4595-BD4E-D89369BF2978}"/>
                  </a:ext>
                </a:extLst>
              </p:cNvPr>
              <p:cNvSpPr/>
              <p:nvPr/>
            </p:nvSpPr>
            <p:spPr>
              <a:xfrm>
                <a:off x="5772576" y="2463420"/>
                <a:ext cx="137353" cy="235965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9" extrusionOk="0">
                    <a:moveTo>
                      <a:pt x="66" y="95"/>
                    </a:moveTo>
                    <a:cubicBezTo>
                      <a:pt x="69" y="85"/>
                      <a:pt x="69" y="85"/>
                      <a:pt x="69" y="85"/>
                    </a:cubicBezTo>
                    <a:cubicBezTo>
                      <a:pt x="63" y="82"/>
                      <a:pt x="63" y="82"/>
                      <a:pt x="63" y="82"/>
                    </a:cubicBezTo>
                    <a:cubicBezTo>
                      <a:pt x="58" y="86"/>
                      <a:pt x="58" y="86"/>
                      <a:pt x="58" y="86"/>
                    </a:cubicBezTo>
                    <a:cubicBezTo>
                      <a:pt x="56" y="85"/>
                      <a:pt x="56" y="85"/>
                      <a:pt x="56" y="85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3" y="71"/>
                      <a:pt x="48" y="64"/>
                      <a:pt x="43" y="57"/>
                    </a:cubicBezTo>
                    <a:cubicBezTo>
                      <a:pt x="43" y="51"/>
                      <a:pt x="43" y="51"/>
                      <a:pt x="43" y="5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32" y="35"/>
                      <a:pt x="36" y="27"/>
                      <a:pt x="40" y="21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3"/>
                      <a:pt x="28" y="7"/>
                      <a:pt x="31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10"/>
                      <a:pt x="3" y="21"/>
                      <a:pt x="0" y="33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11" y="56"/>
                      <a:pt x="11" y="56"/>
                      <a:pt x="11" y="56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20" y="54"/>
                      <a:pt x="20" y="54"/>
                      <a:pt x="20" y="54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4" y="69"/>
                      <a:pt x="24" y="69"/>
                      <a:pt x="24" y="69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5" y="85"/>
                      <a:pt x="15" y="85"/>
                      <a:pt x="15" y="85"/>
                    </a:cubicBezTo>
                    <a:cubicBezTo>
                      <a:pt x="18" y="91"/>
                      <a:pt x="18" y="91"/>
                      <a:pt x="18" y="91"/>
                    </a:cubicBezTo>
                    <a:cubicBezTo>
                      <a:pt x="8" y="99"/>
                      <a:pt x="8" y="99"/>
                      <a:pt x="8" y="99"/>
                    </a:cubicBezTo>
                    <a:cubicBezTo>
                      <a:pt x="10" y="102"/>
                      <a:pt x="10" y="102"/>
                      <a:pt x="10" y="102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18" y="103"/>
                      <a:pt x="18" y="103"/>
                      <a:pt x="18" y="103"/>
                    </a:cubicBezTo>
                    <a:cubicBezTo>
                      <a:pt x="24" y="99"/>
                      <a:pt x="24" y="99"/>
                      <a:pt x="24" y="99"/>
                    </a:cubicBezTo>
                    <a:cubicBezTo>
                      <a:pt x="19" y="106"/>
                      <a:pt x="19" y="106"/>
                      <a:pt x="19" y="106"/>
                    </a:cubicBezTo>
                    <a:cubicBezTo>
                      <a:pt x="12" y="107"/>
                      <a:pt x="12" y="107"/>
                      <a:pt x="12" y="107"/>
                    </a:cubicBezTo>
                    <a:cubicBezTo>
                      <a:pt x="1" y="117"/>
                      <a:pt x="1" y="117"/>
                      <a:pt x="1" y="117"/>
                    </a:cubicBezTo>
                    <a:cubicBezTo>
                      <a:pt x="7" y="119"/>
                      <a:pt x="7" y="119"/>
                      <a:pt x="7" y="119"/>
                    </a:cubicBezTo>
                    <a:cubicBezTo>
                      <a:pt x="12" y="114"/>
                      <a:pt x="12" y="114"/>
                      <a:pt x="12" y="114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20" y="116"/>
                      <a:pt x="20" y="116"/>
                      <a:pt x="20" y="116"/>
                    </a:cubicBezTo>
                    <a:cubicBezTo>
                      <a:pt x="23" y="111"/>
                      <a:pt x="23" y="111"/>
                      <a:pt x="23" y="111"/>
                    </a:cubicBezTo>
                    <a:cubicBezTo>
                      <a:pt x="28" y="110"/>
                      <a:pt x="28" y="110"/>
                      <a:pt x="28" y="110"/>
                    </a:cubicBezTo>
                    <a:cubicBezTo>
                      <a:pt x="34" y="113"/>
                      <a:pt x="34" y="113"/>
                      <a:pt x="34" y="113"/>
                    </a:cubicBezTo>
                    <a:cubicBezTo>
                      <a:pt x="43" y="108"/>
                      <a:pt x="43" y="108"/>
                      <a:pt x="43" y="108"/>
                    </a:cubicBezTo>
                    <a:cubicBezTo>
                      <a:pt x="45" y="108"/>
                      <a:pt x="48" y="109"/>
                      <a:pt x="50" y="109"/>
                    </a:cubicBezTo>
                    <a:cubicBezTo>
                      <a:pt x="53" y="109"/>
                      <a:pt x="56" y="109"/>
                      <a:pt x="59" y="108"/>
                    </a:cubicBezTo>
                    <a:cubicBezTo>
                      <a:pt x="64" y="103"/>
                      <a:pt x="64" y="103"/>
                      <a:pt x="64" y="103"/>
                    </a:cubicBezTo>
                    <a:cubicBezTo>
                      <a:pt x="65" y="101"/>
                      <a:pt x="65" y="101"/>
                      <a:pt x="65" y="101"/>
                    </a:cubicBezTo>
                    <a:cubicBezTo>
                      <a:pt x="57" y="100"/>
                      <a:pt x="57" y="100"/>
                      <a:pt x="57" y="100"/>
                    </a:cubicBezTo>
                    <a:cubicBezTo>
                      <a:pt x="59" y="96"/>
                      <a:pt x="59" y="96"/>
                      <a:pt x="59" y="96"/>
                    </a:cubicBezTo>
                    <a:lnTo>
                      <a:pt x="66" y="9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32" name="Google Shape;573;p50">
                <a:extLst>
                  <a:ext uri="{FF2B5EF4-FFF2-40B4-BE49-F238E27FC236}">
                    <a16:creationId xmlns:a16="http://schemas.microsoft.com/office/drawing/2014/main" id="{32811BC9-8CB6-44CD-9400-C6CA13BE2C44}"/>
                  </a:ext>
                </a:extLst>
              </p:cNvPr>
              <p:cNvSpPr/>
              <p:nvPr/>
            </p:nvSpPr>
            <p:spPr>
              <a:xfrm>
                <a:off x="5740878" y="2569077"/>
                <a:ext cx="37567" cy="32871"/>
              </a:xfrm>
              <a:custGeom>
                <a:avLst/>
                <a:gdLst/>
                <a:ahLst/>
                <a:cxnLst/>
                <a:rect l="l" t="t" r="r" b="b"/>
                <a:pathLst>
                  <a:path w="32" h="28" extrusionOk="0">
                    <a:moveTo>
                      <a:pt x="8" y="0"/>
                    </a:moveTo>
                    <a:lnTo>
                      <a:pt x="0" y="13"/>
                    </a:lnTo>
                    <a:lnTo>
                      <a:pt x="0" y="18"/>
                    </a:lnTo>
                    <a:lnTo>
                      <a:pt x="8" y="28"/>
                    </a:lnTo>
                    <a:lnTo>
                      <a:pt x="13" y="23"/>
                    </a:lnTo>
                    <a:lnTo>
                      <a:pt x="17" y="28"/>
                    </a:lnTo>
                    <a:lnTo>
                      <a:pt x="30" y="27"/>
                    </a:lnTo>
                    <a:lnTo>
                      <a:pt x="32" y="23"/>
                    </a:lnTo>
                    <a:lnTo>
                      <a:pt x="20" y="1"/>
                    </a:lnTo>
                    <a:lnTo>
                      <a:pt x="10" y="3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33" name="Google Shape;574;p50">
                <a:extLst>
                  <a:ext uri="{FF2B5EF4-FFF2-40B4-BE49-F238E27FC236}">
                    <a16:creationId xmlns:a16="http://schemas.microsoft.com/office/drawing/2014/main" id="{DFC395F3-EC37-4306-8B40-3A086A00155F}"/>
                  </a:ext>
                </a:extLst>
              </p:cNvPr>
              <p:cNvSpPr/>
              <p:nvPr/>
            </p:nvSpPr>
            <p:spPr>
              <a:xfrm>
                <a:off x="6231592" y="2751040"/>
                <a:ext cx="179615" cy="113874"/>
              </a:xfrm>
              <a:custGeom>
                <a:avLst/>
                <a:gdLst/>
                <a:ahLst/>
                <a:cxnLst/>
                <a:rect l="l" t="t" r="r" b="b"/>
                <a:pathLst>
                  <a:path w="91" h="57" extrusionOk="0">
                    <a:moveTo>
                      <a:pt x="28" y="2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18" y="9"/>
                      <a:pt x="9" y="16"/>
                      <a:pt x="0" y="24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46" y="57"/>
                      <a:pt x="46" y="57"/>
                      <a:pt x="46" y="57"/>
                    </a:cubicBezTo>
                    <a:cubicBezTo>
                      <a:pt x="58" y="56"/>
                      <a:pt x="70" y="54"/>
                      <a:pt x="82" y="52"/>
                    </a:cubicBezTo>
                    <a:cubicBezTo>
                      <a:pt x="81" y="47"/>
                      <a:pt x="81" y="47"/>
                      <a:pt x="81" y="47"/>
                    </a:cubicBezTo>
                    <a:cubicBezTo>
                      <a:pt x="89" y="44"/>
                      <a:pt x="89" y="44"/>
                      <a:pt x="89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0" y="35"/>
                      <a:pt x="90" y="33"/>
                      <a:pt x="91" y="31"/>
                    </a:cubicBezTo>
                    <a:cubicBezTo>
                      <a:pt x="90" y="31"/>
                      <a:pt x="90" y="30"/>
                      <a:pt x="90" y="30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1" y="15"/>
                      <a:pt x="80" y="12"/>
                      <a:pt x="79" y="9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37" y="5"/>
                      <a:pt x="37" y="5"/>
                      <a:pt x="37" y="5"/>
                    </a:cubicBezTo>
                    <a:lnTo>
                      <a:pt x="28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34" name="Google Shape;575;p50">
                <a:extLst>
                  <a:ext uri="{FF2B5EF4-FFF2-40B4-BE49-F238E27FC236}">
                    <a16:creationId xmlns:a16="http://schemas.microsoft.com/office/drawing/2014/main" id="{1C242894-6917-4ECB-97E6-45091783921D}"/>
                  </a:ext>
                </a:extLst>
              </p:cNvPr>
              <p:cNvSpPr/>
              <p:nvPr/>
            </p:nvSpPr>
            <p:spPr>
              <a:xfrm>
                <a:off x="6100109" y="2675906"/>
                <a:ext cx="103308" cy="57524"/>
              </a:xfrm>
              <a:custGeom>
                <a:avLst/>
                <a:gdLst/>
                <a:ahLst/>
                <a:cxnLst/>
                <a:rect l="l" t="t" r="r" b="b"/>
                <a:pathLst>
                  <a:path w="52" h="29" extrusionOk="0">
                    <a:moveTo>
                      <a:pt x="13" y="0"/>
                    </a:moveTo>
                    <a:cubicBezTo>
                      <a:pt x="8" y="2"/>
                      <a:pt x="5" y="3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8"/>
                      <a:pt x="1" y="11"/>
                      <a:pt x="2" y="14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4" y="19"/>
                      <a:pt x="6" y="21"/>
                      <a:pt x="8" y="25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52" y="19"/>
                      <a:pt x="52" y="19"/>
                      <a:pt x="52" y="19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3" y="0"/>
                      <a:pt x="22" y="0"/>
                      <a:pt x="22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8" y="0"/>
                      <a:pt x="16" y="0"/>
                      <a:pt x="13" y="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35" name="Google Shape;576;p50">
                <a:extLst>
                  <a:ext uri="{FF2B5EF4-FFF2-40B4-BE49-F238E27FC236}">
                    <a16:creationId xmlns:a16="http://schemas.microsoft.com/office/drawing/2014/main" id="{D73A1BA1-AA26-4CDE-8678-EE7A8C50335D}"/>
                  </a:ext>
                </a:extLst>
              </p:cNvPr>
              <p:cNvSpPr/>
              <p:nvPr/>
            </p:nvSpPr>
            <p:spPr>
              <a:xfrm>
                <a:off x="5716226" y="2900133"/>
                <a:ext cx="48132" cy="119744"/>
              </a:xfrm>
              <a:custGeom>
                <a:avLst/>
                <a:gdLst/>
                <a:ahLst/>
                <a:cxnLst/>
                <a:rect l="l" t="t" r="r" b="b"/>
                <a:pathLst>
                  <a:path w="24" h="60" extrusionOk="0">
                    <a:moveTo>
                      <a:pt x="21" y="11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18"/>
                      <a:pt x="5" y="29"/>
                      <a:pt x="0" y="35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53"/>
                      <a:pt x="6" y="53"/>
                      <a:pt x="6" y="53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22" y="26"/>
                      <a:pt x="22" y="26"/>
                      <a:pt x="22" y="26"/>
                    </a:cubicBezTo>
                    <a:lnTo>
                      <a:pt x="21" y="1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36" name="Google Shape;577;p50">
                <a:extLst>
                  <a:ext uri="{FF2B5EF4-FFF2-40B4-BE49-F238E27FC236}">
                    <a16:creationId xmlns:a16="http://schemas.microsoft.com/office/drawing/2014/main" id="{4D03D91F-764F-4173-8692-E5D898D6862B}"/>
                  </a:ext>
                </a:extLst>
              </p:cNvPr>
              <p:cNvSpPr/>
              <p:nvPr/>
            </p:nvSpPr>
            <p:spPr>
              <a:xfrm>
                <a:off x="6125937" y="2578468"/>
                <a:ext cx="172571" cy="145571"/>
              </a:xfrm>
              <a:custGeom>
                <a:avLst/>
                <a:gdLst/>
                <a:ahLst/>
                <a:cxnLst/>
                <a:rect l="l" t="t" r="r" b="b"/>
                <a:pathLst>
                  <a:path w="87" h="73" extrusionOk="0">
                    <a:moveTo>
                      <a:pt x="42" y="0"/>
                    </a:moveTo>
                    <a:cubicBezTo>
                      <a:pt x="40" y="0"/>
                      <a:pt x="39" y="0"/>
                      <a:pt x="38" y="0"/>
                    </a:cubicBezTo>
                    <a:cubicBezTo>
                      <a:pt x="25" y="5"/>
                      <a:pt x="13" y="10"/>
                      <a:pt x="1" y="1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49"/>
                      <a:pt x="10" y="49"/>
                      <a:pt x="10" y="50"/>
                    </a:cubicBezTo>
                    <a:cubicBezTo>
                      <a:pt x="39" y="68"/>
                      <a:pt x="39" y="68"/>
                      <a:pt x="39" y="68"/>
                    </a:cubicBezTo>
                    <a:cubicBezTo>
                      <a:pt x="50" y="70"/>
                      <a:pt x="62" y="71"/>
                      <a:pt x="74" y="73"/>
                    </a:cubicBezTo>
                    <a:cubicBezTo>
                      <a:pt x="74" y="65"/>
                      <a:pt x="74" y="65"/>
                      <a:pt x="74" y="65"/>
                    </a:cubicBezTo>
                    <a:cubicBezTo>
                      <a:pt x="87" y="51"/>
                      <a:pt x="87" y="51"/>
                      <a:pt x="87" y="51"/>
                    </a:cubicBezTo>
                    <a:cubicBezTo>
                      <a:pt x="86" y="47"/>
                      <a:pt x="86" y="47"/>
                      <a:pt x="86" y="47"/>
                    </a:cubicBezTo>
                    <a:cubicBezTo>
                      <a:pt x="82" y="42"/>
                      <a:pt x="82" y="42"/>
                      <a:pt x="82" y="42"/>
                    </a:cubicBezTo>
                    <a:cubicBezTo>
                      <a:pt x="82" y="37"/>
                      <a:pt x="82" y="37"/>
                      <a:pt x="82" y="37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5" y="22"/>
                      <a:pt x="85" y="21"/>
                      <a:pt x="84" y="19"/>
                    </a:cubicBezTo>
                    <a:cubicBezTo>
                      <a:pt x="83" y="17"/>
                      <a:pt x="82" y="14"/>
                      <a:pt x="80" y="12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79" y="10"/>
                      <a:pt x="79" y="10"/>
                      <a:pt x="78" y="9"/>
                    </a:cubicBezTo>
                    <a:cubicBezTo>
                      <a:pt x="78" y="9"/>
                      <a:pt x="78" y="9"/>
                      <a:pt x="78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5" y="7"/>
                      <a:pt x="73" y="6"/>
                      <a:pt x="71" y="6"/>
                    </a:cubicBezTo>
                    <a:cubicBezTo>
                      <a:pt x="66" y="5"/>
                      <a:pt x="61" y="5"/>
                      <a:pt x="56" y="5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45" y="8"/>
                      <a:pt x="45" y="8"/>
                      <a:pt x="45" y="8"/>
                    </a:cubicBezTo>
                    <a:cubicBezTo>
                      <a:pt x="40" y="4"/>
                      <a:pt x="40" y="4"/>
                      <a:pt x="40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37" name="Google Shape;578;p50">
                <a:extLst>
                  <a:ext uri="{FF2B5EF4-FFF2-40B4-BE49-F238E27FC236}">
                    <a16:creationId xmlns:a16="http://schemas.microsoft.com/office/drawing/2014/main" id="{963955D1-3B1F-4AFE-8798-F8906256AD9B}"/>
                  </a:ext>
                </a:extLst>
              </p:cNvPr>
              <p:cNvSpPr/>
              <p:nvPr/>
            </p:nvSpPr>
            <p:spPr>
              <a:xfrm>
                <a:off x="5945147" y="2613687"/>
                <a:ext cx="59871" cy="70437"/>
              </a:xfrm>
              <a:custGeom>
                <a:avLst/>
                <a:gdLst/>
                <a:ahLst/>
                <a:cxnLst/>
                <a:rect l="l" t="t" r="r" b="b"/>
                <a:pathLst>
                  <a:path w="30" h="35" extrusionOk="0">
                    <a:moveTo>
                      <a:pt x="11" y="9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5" y="12"/>
                      <a:pt x="2" y="18"/>
                      <a:pt x="0" y="22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0" y="15"/>
                      <a:pt x="10" y="15"/>
                      <a:pt x="10" y="15"/>
                    </a:cubicBezTo>
                    <a:lnTo>
                      <a:pt x="11" y="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38" name="Google Shape;579;p50">
                <a:extLst>
                  <a:ext uri="{FF2B5EF4-FFF2-40B4-BE49-F238E27FC236}">
                    <a16:creationId xmlns:a16="http://schemas.microsoft.com/office/drawing/2014/main" id="{E9894F0B-A71F-4B24-8C31-38EC78DF357C}"/>
                  </a:ext>
                </a:extLst>
              </p:cNvPr>
              <p:cNvSpPr/>
              <p:nvPr/>
            </p:nvSpPr>
            <p:spPr>
              <a:xfrm>
                <a:off x="5979192" y="2030230"/>
                <a:ext cx="480148" cy="46723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5" extrusionOk="0">
                    <a:moveTo>
                      <a:pt x="242" y="15"/>
                    </a:moveTo>
                    <a:cubicBezTo>
                      <a:pt x="239" y="12"/>
                      <a:pt x="239" y="12"/>
                      <a:pt x="239" y="12"/>
                    </a:cubicBezTo>
                    <a:cubicBezTo>
                      <a:pt x="226" y="20"/>
                      <a:pt x="226" y="20"/>
                      <a:pt x="226" y="20"/>
                    </a:cubicBezTo>
                    <a:cubicBezTo>
                      <a:pt x="231" y="8"/>
                      <a:pt x="231" y="8"/>
                      <a:pt x="231" y="8"/>
                    </a:cubicBezTo>
                    <a:cubicBezTo>
                      <a:pt x="227" y="11"/>
                      <a:pt x="223" y="13"/>
                      <a:pt x="218" y="15"/>
                    </a:cubicBezTo>
                    <a:cubicBezTo>
                      <a:pt x="215" y="16"/>
                      <a:pt x="211" y="17"/>
                      <a:pt x="208" y="18"/>
                    </a:cubicBezTo>
                    <a:cubicBezTo>
                      <a:pt x="222" y="6"/>
                      <a:pt x="222" y="6"/>
                      <a:pt x="222" y="6"/>
                    </a:cubicBezTo>
                    <a:cubicBezTo>
                      <a:pt x="212" y="0"/>
                      <a:pt x="212" y="0"/>
                      <a:pt x="212" y="0"/>
                    </a:cubicBezTo>
                    <a:cubicBezTo>
                      <a:pt x="207" y="5"/>
                      <a:pt x="202" y="8"/>
                      <a:pt x="196" y="11"/>
                    </a:cubicBezTo>
                    <a:cubicBezTo>
                      <a:pt x="193" y="13"/>
                      <a:pt x="189" y="15"/>
                      <a:pt x="186" y="16"/>
                    </a:cubicBezTo>
                    <a:cubicBezTo>
                      <a:pt x="190" y="26"/>
                      <a:pt x="190" y="26"/>
                      <a:pt x="190" y="26"/>
                    </a:cubicBezTo>
                    <a:cubicBezTo>
                      <a:pt x="187" y="29"/>
                      <a:pt x="187" y="29"/>
                      <a:pt x="187" y="29"/>
                    </a:cubicBezTo>
                    <a:cubicBezTo>
                      <a:pt x="179" y="14"/>
                      <a:pt x="179" y="14"/>
                      <a:pt x="179" y="14"/>
                    </a:cubicBezTo>
                    <a:cubicBezTo>
                      <a:pt x="174" y="16"/>
                      <a:pt x="174" y="16"/>
                      <a:pt x="174" y="16"/>
                    </a:cubicBezTo>
                    <a:cubicBezTo>
                      <a:pt x="175" y="19"/>
                      <a:pt x="175" y="19"/>
                      <a:pt x="175" y="19"/>
                    </a:cubicBezTo>
                    <a:cubicBezTo>
                      <a:pt x="163" y="23"/>
                      <a:pt x="163" y="23"/>
                      <a:pt x="163" y="23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8" y="24"/>
                      <a:pt x="158" y="24"/>
                      <a:pt x="158" y="24"/>
                    </a:cubicBezTo>
                    <a:cubicBezTo>
                      <a:pt x="145" y="31"/>
                      <a:pt x="145" y="31"/>
                      <a:pt x="145" y="31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39" y="34"/>
                      <a:pt x="139" y="34"/>
                      <a:pt x="139" y="34"/>
                    </a:cubicBezTo>
                    <a:cubicBezTo>
                      <a:pt x="129" y="42"/>
                      <a:pt x="129" y="42"/>
                      <a:pt x="129" y="42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12" y="57"/>
                      <a:pt x="112" y="57"/>
                      <a:pt x="112" y="57"/>
                    </a:cubicBezTo>
                    <a:cubicBezTo>
                      <a:pt x="112" y="60"/>
                      <a:pt x="112" y="60"/>
                      <a:pt x="112" y="60"/>
                    </a:cubicBezTo>
                    <a:cubicBezTo>
                      <a:pt x="109" y="63"/>
                      <a:pt x="106" y="64"/>
                      <a:pt x="103" y="66"/>
                    </a:cubicBezTo>
                    <a:cubicBezTo>
                      <a:pt x="102" y="66"/>
                      <a:pt x="101" y="67"/>
                      <a:pt x="99" y="67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64" y="112"/>
                      <a:pt x="64" y="112"/>
                      <a:pt x="64" y="112"/>
                    </a:cubicBezTo>
                    <a:cubicBezTo>
                      <a:pt x="61" y="115"/>
                      <a:pt x="61" y="115"/>
                      <a:pt x="61" y="115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58" y="128"/>
                      <a:pt x="58" y="128"/>
                      <a:pt x="58" y="128"/>
                    </a:cubicBezTo>
                    <a:cubicBezTo>
                      <a:pt x="50" y="131"/>
                      <a:pt x="50" y="131"/>
                      <a:pt x="50" y="131"/>
                    </a:cubicBezTo>
                    <a:cubicBezTo>
                      <a:pt x="50" y="137"/>
                      <a:pt x="50" y="137"/>
                      <a:pt x="50" y="137"/>
                    </a:cubicBezTo>
                    <a:cubicBezTo>
                      <a:pt x="41" y="142"/>
                      <a:pt x="41" y="142"/>
                      <a:pt x="41" y="142"/>
                    </a:cubicBezTo>
                    <a:cubicBezTo>
                      <a:pt x="40" y="149"/>
                      <a:pt x="40" y="149"/>
                      <a:pt x="40" y="149"/>
                    </a:cubicBezTo>
                    <a:cubicBezTo>
                      <a:pt x="51" y="143"/>
                      <a:pt x="51" y="143"/>
                      <a:pt x="51" y="143"/>
                    </a:cubicBezTo>
                    <a:cubicBezTo>
                      <a:pt x="47" y="152"/>
                      <a:pt x="47" y="152"/>
                      <a:pt x="47" y="152"/>
                    </a:cubicBezTo>
                    <a:cubicBezTo>
                      <a:pt x="39" y="156"/>
                      <a:pt x="39" y="156"/>
                      <a:pt x="39" y="156"/>
                    </a:cubicBezTo>
                    <a:cubicBezTo>
                      <a:pt x="34" y="150"/>
                      <a:pt x="34" y="150"/>
                      <a:pt x="34" y="150"/>
                    </a:cubicBezTo>
                    <a:cubicBezTo>
                      <a:pt x="30" y="152"/>
                      <a:pt x="27" y="154"/>
                      <a:pt x="23" y="156"/>
                    </a:cubicBezTo>
                    <a:cubicBezTo>
                      <a:pt x="21" y="158"/>
                      <a:pt x="17" y="159"/>
                      <a:pt x="14" y="160"/>
                    </a:cubicBezTo>
                    <a:cubicBezTo>
                      <a:pt x="14" y="164"/>
                      <a:pt x="14" y="164"/>
                      <a:pt x="14" y="164"/>
                    </a:cubicBezTo>
                    <a:cubicBezTo>
                      <a:pt x="2" y="171"/>
                      <a:pt x="2" y="171"/>
                      <a:pt x="2" y="171"/>
                    </a:cubicBezTo>
                    <a:cubicBezTo>
                      <a:pt x="1" y="182"/>
                      <a:pt x="1" y="182"/>
                      <a:pt x="1" y="182"/>
                    </a:cubicBezTo>
                    <a:cubicBezTo>
                      <a:pt x="11" y="185"/>
                      <a:pt x="11" y="185"/>
                      <a:pt x="11" y="185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1" y="201"/>
                      <a:pt x="1" y="201"/>
                      <a:pt x="1" y="201"/>
                    </a:cubicBezTo>
                    <a:cubicBezTo>
                      <a:pt x="11" y="194"/>
                      <a:pt x="11" y="194"/>
                      <a:pt x="11" y="194"/>
                    </a:cubicBezTo>
                    <a:cubicBezTo>
                      <a:pt x="13" y="197"/>
                      <a:pt x="13" y="197"/>
                      <a:pt x="13" y="197"/>
                    </a:cubicBezTo>
                    <a:cubicBezTo>
                      <a:pt x="2" y="208"/>
                      <a:pt x="2" y="208"/>
                      <a:pt x="2" y="208"/>
                    </a:cubicBezTo>
                    <a:cubicBezTo>
                      <a:pt x="8" y="213"/>
                      <a:pt x="8" y="213"/>
                      <a:pt x="8" y="213"/>
                    </a:cubicBezTo>
                    <a:cubicBezTo>
                      <a:pt x="1" y="217"/>
                      <a:pt x="1" y="217"/>
                      <a:pt x="1" y="217"/>
                    </a:cubicBezTo>
                    <a:cubicBezTo>
                      <a:pt x="8" y="233"/>
                      <a:pt x="8" y="233"/>
                      <a:pt x="8" y="233"/>
                    </a:cubicBezTo>
                    <a:cubicBezTo>
                      <a:pt x="17" y="235"/>
                      <a:pt x="17" y="235"/>
                      <a:pt x="17" y="235"/>
                    </a:cubicBezTo>
                    <a:cubicBezTo>
                      <a:pt x="23" y="229"/>
                      <a:pt x="29" y="223"/>
                      <a:pt x="35" y="217"/>
                    </a:cubicBezTo>
                    <a:cubicBezTo>
                      <a:pt x="38" y="216"/>
                      <a:pt x="40" y="214"/>
                      <a:pt x="43" y="212"/>
                    </a:cubicBezTo>
                    <a:cubicBezTo>
                      <a:pt x="46" y="203"/>
                      <a:pt x="46" y="203"/>
                      <a:pt x="46" y="203"/>
                    </a:cubicBezTo>
                    <a:cubicBezTo>
                      <a:pt x="48" y="212"/>
                      <a:pt x="48" y="212"/>
                      <a:pt x="48" y="212"/>
                    </a:cubicBezTo>
                    <a:cubicBezTo>
                      <a:pt x="60" y="193"/>
                      <a:pt x="60" y="193"/>
                      <a:pt x="60" y="193"/>
                    </a:cubicBezTo>
                    <a:cubicBezTo>
                      <a:pt x="58" y="181"/>
                      <a:pt x="58" y="181"/>
                      <a:pt x="58" y="181"/>
                    </a:cubicBezTo>
                    <a:cubicBezTo>
                      <a:pt x="62" y="176"/>
                      <a:pt x="62" y="176"/>
                      <a:pt x="62" y="176"/>
                    </a:cubicBezTo>
                    <a:cubicBezTo>
                      <a:pt x="59" y="139"/>
                      <a:pt x="59" y="139"/>
                      <a:pt x="59" y="139"/>
                    </a:cubicBezTo>
                    <a:cubicBezTo>
                      <a:pt x="64" y="132"/>
                      <a:pt x="64" y="132"/>
                      <a:pt x="64" y="132"/>
                    </a:cubicBezTo>
                    <a:cubicBezTo>
                      <a:pt x="72" y="129"/>
                      <a:pt x="72" y="129"/>
                      <a:pt x="72" y="129"/>
                    </a:cubicBezTo>
                    <a:cubicBezTo>
                      <a:pt x="84" y="113"/>
                      <a:pt x="84" y="113"/>
                      <a:pt x="84" y="113"/>
                    </a:cubicBezTo>
                    <a:cubicBezTo>
                      <a:pt x="78" y="108"/>
                      <a:pt x="78" y="108"/>
                      <a:pt x="78" y="108"/>
                    </a:cubicBezTo>
                    <a:cubicBezTo>
                      <a:pt x="81" y="106"/>
                      <a:pt x="83" y="104"/>
                      <a:pt x="86" y="101"/>
                    </a:cubicBezTo>
                    <a:cubicBezTo>
                      <a:pt x="93" y="94"/>
                      <a:pt x="99" y="87"/>
                      <a:pt x="105" y="79"/>
                    </a:cubicBezTo>
                    <a:cubicBezTo>
                      <a:pt x="115" y="78"/>
                      <a:pt x="115" y="78"/>
                      <a:pt x="115" y="78"/>
                    </a:cubicBezTo>
                    <a:cubicBezTo>
                      <a:pt x="119" y="67"/>
                      <a:pt x="119" y="67"/>
                      <a:pt x="119" y="67"/>
                    </a:cubicBezTo>
                    <a:cubicBezTo>
                      <a:pt x="132" y="65"/>
                      <a:pt x="132" y="65"/>
                      <a:pt x="132" y="65"/>
                    </a:cubicBezTo>
                    <a:cubicBezTo>
                      <a:pt x="133" y="56"/>
                      <a:pt x="133" y="56"/>
                      <a:pt x="133" y="56"/>
                    </a:cubicBezTo>
                    <a:cubicBezTo>
                      <a:pt x="144" y="58"/>
                      <a:pt x="144" y="58"/>
                      <a:pt x="144" y="58"/>
                    </a:cubicBezTo>
                    <a:cubicBezTo>
                      <a:pt x="148" y="51"/>
                      <a:pt x="148" y="51"/>
                      <a:pt x="148" y="51"/>
                    </a:cubicBezTo>
                    <a:cubicBezTo>
                      <a:pt x="154" y="56"/>
                      <a:pt x="154" y="56"/>
                      <a:pt x="154" y="56"/>
                    </a:cubicBezTo>
                    <a:cubicBezTo>
                      <a:pt x="157" y="55"/>
                      <a:pt x="159" y="55"/>
                      <a:pt x="162" y="55"/>
                    </a:cubicBezTo>
                    <a:cubicBezTo>
                      <a:pt x="165" y="55"/>
                      <a:pt x="168" y="55"/>
                      <a:pt x="170" y="56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82" y="39"/>
                      <a:pt x="187" y="37"/>
                      <a:pt x="191" y="35"/>
                    </a:cubicBezTo>
                    <a:cubicBezTo>
                      <a:pt x="196" y="34"/>
                      <a:pt x="200" y="32"/>
                      <a:pt x="205" y="31"/>
                    </a:cubicBezTo>
                    <a:cubicBezTo>
                      <a:pt x="218" y="41"/>
                      <a:pt x="218" y="41"/>
                      <a:pt x="218" y="41"/>
                    </a:cubicBezTo>
                    <a:cubicBezTo>
                      <a:pt x="228" y="34"/>
                      <a:pt x="228" y="34"/>
                      <a:pt x="228" y="34"/>
                    </a:cubicBezTo>
                    <a:cubicBezTo>
                      <a:pt x="223" y="26"/>
                      <a:pt x="223" y="26"/>
                      <a:pt x="223" y="26"/>
                    </a:cubicBezTo>
                    <a:lnTo>
                      <a:pt x="242" y="1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39" name="Google Shape;580;p50">
                <a:extLst>
                  <a:ext uri="{FF2B5EF4-FFF2-40B4-BE49-F238E27FC236}">
                    <a16:creationId xmlns:a16="http://schemas.microsoft.com/office/drawing/2014/main" id="{CD1D53FB-D7F9-4ACF-97EC-D8D17AD0677E}"/>
                  </a:ext>
                </a:extLst>
              </p:cNvPr>
              <p:cNvSpPr/>
              <p:nvPr/>
            </p:nvSpPr>
            <p:spPr>
              <a:xfrm>
                <a:off x="6364250" y="2731083"/>
                <a:ext cx="55176" cy="5635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0"/>
                    </a:move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3" y="22"/>
                      <a:pt x="14" y="25"/>
                      <a:pt x="16" y="28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3" y="4"/>
                      <a:pt x="3" y="4"/>
                      <a:pt x="3" y="4"/>
                    </a:cubicBezTo>
                    <a:lnTo>
                      <a:pt x="0" y="1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0" name="Google Shape;581;p50">
                <a:extLst>
                  <a:ext uri="{FF2B5EF4-FFF2-40B4-BE49-F238E27FC236}">
                    <a16:creationId xmlns:a16="http://schemas.microsoft.com/office/drawing/2014/main" id="{7CD8F9E5-A873-4AD0-B84D-B5162BF382AF}"/>
                  </a:ext>
                </a:extLst>
              </p:cNvPr>
              <p:cNvSpPr/>
              <p:nvPr/>
            </p:nvSpPr>
            <p:spPr>
              <a:xfrm>
                <a:off x="6143546" y="3063312"/>
                <a:ext cx="2348" cy="1174"/>
              </a:xfrm>
              <a:custGeom>
                <a:avLst/>
                <a:gdLst/>
                <a:ahLst/>
                <a:cxnLst/>
                <a:rect l="l" t="t" r="r" b="b"/>
                <a:pathLst>
                  <a:path w="2" h="1" extrusionOk="0">
                    <a:moveTo>
                      <a:pt x="0" y="0"/>
                    </a:moveTo>
                    <a:lnTo>
                      <a:pt x="2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1" name="Google Shape;582;p50">
                <a:extLst>
                  <a:ext uri="{FF2B5EF4-FFF2-40B4-BE49-F238E27FC236}">
                    <a16:creationId xmlns:a16="http://schemas.microsoft.com/office/drawing/2014/main" id="{77D6FE76-745A-4E2A-92F4-3DE19A3D53F6}"/>
                  </a:ext>
                </a:extLst>
              </p:cNvPr>
              <p:cNvSpPr/>
              <p:nvPr/>
            </p:nvSpPr>
            <p:spPr>
              <a:xfrm>
                <a:off x="6240984" y="2890741"/>
                <a:ext cx="37567" cy="35219"/>
              </a:xfrm>
              <a:custGeom>
                <a:avLst/>
                <a:gdLst/>
                <a:ahLst/>
                <a:cxnLst/>
                <a:rect l="l" t="t" r="r" b="b"/>
                <a:pathLst>
                  <a:path w="32" h="30" extrusionOk="0">
                    <a:moveTo>
                      <a:pt x="32" y="23"/>
                    </a:moveTo>
                    <a:lnTo>
                      <a:pt x="30" y="20"/>
                    </a:lnTo>
                    <a:lnTo>
                      <a:pt x="22" y="0"/>
                    </a:lnTo>
                    <a:lnTo>
                      <a:pt x="8" y="3"/>
                    </a:lnTo>
                    <a:lnTo>
                      <a:pt x="3" y="5"/>
                    </a:lnTo>
                    <a:lnTo>
                      <a:pt x="0" y="6"/>
                    </a:lnTo>
                    <a:lnTo>
                      <a:pt x="3" y="30"/>
                    </a:lnTo>
                    <a:lnTo>
                      <a:pt x="32" y="2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2" name="Google Shape;583;p50">
                <a:extLst>
                  <a:ext uri="{FF2B5EF4-FFF2-40B4-BE49-F238E27FC236}">
                    <a16:creationId xmlns:a16="http://schemas.microsoft.com/office/drawing/2014/main" id="{0991A76A-868A-45E3-976C-EF5A9A05928A}"/>
                  </a:ext>
                </a:extLst>
              </p:cNvPr>
              <p:cNvSpPr/>
              <p:nvPr/>
            </p:nvSpPr>
            <p:spPr>
              <a:xfrm>
                <a:off x="5967452" y="2693516"/>
                <a:ext cx="18783" cy="19957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6" y="17"/>
                    </a:moveTo>
                    <a:lnTo>
                      <a:pt x="11" y="0"/>
                    </a:lnTo>
                    <a:lnTo>
                      <a:pt x="0" y="7"/>
                    </a:lnTo>
                    <a:lnTo>
                      <a:pt x="10" y="15"/>
                    </a:lnTo>
                    <a:lnTo>
                      <a:pt x="16" y="1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3" name="Google Shape;584;p50">
                <a:extLst>
                  <a:ext uri="{FF2B5EF4-FFF2-40B4-BE49-F238E27FC236}">
                    <a16:creationId xmlns:a16="http://schemas.microsoft.com/office/drawing/2014/main" id="{A9E1A1B6-AC31-47F4-ACE1-8D99BE553E75}"/>
                  </a:ext>
                </a:extLst>
              </p:cNvPr>
              <p:cNvSpPr/>
              <p:nvPr/>
            </p:nvSpPr>
            <p:spPr>
              <a:xfrm>
                <a:off x="6246855" y="2529162"/>
                <a:ext cx="88046" cy="86873"/>
              </a:xfrm>
              <a:custGeom>
                <a:avLst/>
                <a:gdLst/>
                <a:ahLst/>
                <a:cxnLst/>
                <a:rect l="l" t="t" r="r" b="b"/>
                <a:pathLst>
                  <a:path w="44" h="44" extrusionOk="0">
                    <a:moveTo>
                      <a:pt x="3" y="0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3" y="12"/>
                      <a:pt x="1" y="15"/>
                      <a:pt x="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8" y="35"/>
                      <a:pt x="18" y="35"/>
                      <a:pt x="19" y="36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4" name="Google Shape;585;p50">
                <a:extLst>
                  <a:ext uri="{FF2B5EF4-FFF2-40B4-BE49-F238E27FC236}">
                    <a16:creationId xmlns:a16="http://schemas.microsoft.com/office/drawing/2014/main" id="{56FC05C5-4258-4821-89B7-4C4222398908}"/>
                  </a:ext>
                </a:extLst>
              </p:cNvPr>
              <p:cNvSpPr/>
              <p:nvPr/>
            </p:nvSpPr>
            <p:spPr>
              <a:xfrm>
                <a:off x="6050803" y="2768649"/>
                <a:ext cx="9392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8" h="9" extrusionOk="0">
                    <a:moveTo>
                      <a:pt x="8" y="7"/>
                    </a:moveTo>
                    <a:lnTo>
                      <a:pt x="3" y="9"/>
                    </a:lnTo>
                    <a:lnTo>
                      <a:pt x="0" y="0"/>
                    </a:lnTo>
                    <a:lnTo>
                      <a:pt x="8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5" name="Google Shape;586;p50">
                <a:extLst>
                  <a:ext uri="{FF2B5EF4-FFF2-40B4-BE49-F238E27FC236}">
                    <a16:creationId xmlns:a16="http://schemas.microsoft.com/office/drawing/2014/main" id="{AD29871B-CBA0-4B08-9132-A227FFF5E3A3}"/>
                  </a:ext>
                </a:extLst>
              </p:cNvPr>
              <p:cNvSpPr/>
              <p:nvPr/>
            </p:nvSpPr>
            <p:spPr>
              <a:xfrm>
                <a:off x="6252724" y="2485725"/>
                <a:ext cx="117396" cy="75133"/>
              </a:xfrm>
              <a:custGeom>
                <a:avLst/>
                <a:gdLst/>
                <a:ahLst/>
                <a:cxnLst/>
                <a:rect l="l" t="t" r="r" b="b"/>
                <a:pathLst>
                  <a:path w="59" h="38" extrusionOk="0">
                    <a:moveTo>
                      <a:pt x="10" y="10"/>
                    </a:moveTo>
                    <a:cubicBezTo>
                      <a:pt x="5" y="9"/>
                      <a:pt x="5" y="9"/>
                      <a:pt x="5" y="9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51" y="37"/>
                      <a:pt x="51" y="37"/>
                      <a:pt x="51" y="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49" y="10"/>
                      <a:pt x="39" y="5"/>
                      <a:pt x="30" y="0"/>
                    </a:cubicBezTo>
                    <a:cubicBezTo>
                      <a:pt x="30" y="2"/>
                      <a:pt x="30" y="3"/>
                      <a:pt x="30" y="4"/>
                    </a:cubicBezTo>
                    <a:cubicBezTo>
                      <a:pt x="29" y="8"/>
                      <a:pt x="28" y="12"/>
                      <a:pt x="28" y="16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7" y="14"/>
                      <a:pt x="17" y="12"/>
                      <a:pt x="16" y="10"/>
                    </a:cubicBezTo>
                    <a:cubicBezTo>
                      <a:pt x="15" y="8"/>
                      <a:pt x="15" y="7"/>
                      <a:pt x="14" y="5"/>
                    </a:cubicBezTo>
                    <a:lnTo>
                      <a:pt x="10" y="1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6" name="Google Shape;587;p50">
                <a:extLst>
                  <a:ext uri="{FF2B5EF4-FFF2-40B4-BE49-F238E27FC236}">
                    <a16:creationId xmlns:a16="http://schemas.microsoft.com/office/drawing/2014/main" id="{8791E722-F6AB-4F66-B026-41EC188CC8F6}"/>
                  </a:ext>
                </a:extLst>
              </p:cNvPr>
              <p:cNvSpPr/>
              <p:nvPr/>
            </p:nvSpPr>
            <p:spPr>
              <a:xfrm>
                <a:off x="6103632" y="2994049"/>
                <a:ext cx="51654" cy="35219"/>
              </a:xfrm>
              <a:custGeom>
                <a:avLst/>
                <a:gdLst/>
                <a:ahLst/>
                <a:cxnLst/>
                <a:rect l="l" t="t" r="r" b="b"/>
                <a:pathLst>
                  <a:path w="26" h="18" extrusionOk="0">
                    <a:moveTo>
                      <a:pt x="26" y="0"/>
                    </a:moveTo>
                    <a:cubicBezTo>
                      <a:pt x="25" y="6"/>
                      <a:pt x="24" y="12"/>
                      <a:pt x="24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2" y="13"/>
                      <a:pt x="10" y="12"/>
                      <a:pt x="8" y="12"/>
                    </a:cubicBezTo>
                    <a:cubicBezTo>
                      <a:pt x="5" y="10"/>
                      <a:pt x="3" y="9"/>
                      <a:pt x="0" y="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6" y="0"/>
                      <a:pt x="26" y="0"/>
                      <a:pt x="26" y="0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47" name="Google Shape;588;p50">
                <a:extLst>
                  <a:ext uri="{FF2B5EF4-FFF2-40B4-BE49-F238E27FC236}">
                    <a16:creationId xmlns:a16="http://schemas.microsoft.com/office/drawing/2014/main" id="{6A225D2B-E23D-449C-9E3C-DB94ABC18250}"/>
                  </a:ext>
                </a:extLst>
              </p:cNvPr>
              <p:cNvSpPr/>
              <p:nvPr/>
            </p:nvSpPr>
            <p:spPr>
              <a:xfrm>
                <a:off x="6028498" y="2925960"/>
                <a:ext cx="28175" cy="49306"/>
              </a:xfrm>
              <a:custGeom>
                <a:avLst/>
                <a:gdLst/>
                <a:ahLst/>
                <a:cxnLst/>
                <a:rect l="l" t="t" r="r" b="b"/>
                <a:pathLst>
                  <a:path w="14" h="25" extrusionOk="0">
                    <a:moveTo>
                      <a:pt x="12" y="21"/>
                    </a:moveTo>
                    <a:cubicBezTo>
                      <a:pt x="3" y="25"/>
                      <a:pt x="3" y="25"/>
                      <a:pt x="3" y="25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11"/>
                      <a:pt x="13" y="16"/>
                      <a:pt x="12" y="21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48" name="Google Shape;589;p50">
                <a:extLst>
                  <a:ext uri="{FF2B5EF4-FFF2-40B4-BE49-F238E27FC236}">
                    <a16:creationId xmlns:a16="http://schemas.microsoft.com/office/drawing/2014/main" id="{7C3E4270-DAE1-44C5-9F11-BF6A6AC4D427}"/>
                  </a:ext>
                </a:extLst>
              </p:cNvPr>
              <p:cNvGrpSpPr/>
              <p:nvPr/>
            </p:nvGrpSpPr>
            <p:grpSpPr>
              <a:xfrm>
                <a:off x="5994453" y="2768649"/>
                <a:ext cx="214834" cy="260619"/>
                <a:chOff x="4319587" y="2640013"/>
                <a:chExt cx="290512" cy="352425"/>
              </a:xfrm>
              <a:grpFill/>
            </p:grpSpPr>
            <p:sp>
              <p:nvSpPr>
                <p:cNvPr id="984" name="Google Shape;590;p50">
                  <a:extLst>
                    <a:ext uri="{FF2B5EF4-FFF2-40B4-BE49-F238E27FC236}">
                      <a16:creationId xmlns:a16="http://schemas.microsoft.com/office/drawing/2014/main" id="{C43E971B-85AF-4F37-963E-B70DB444C662}"/>
                    </a:ext>
                  </a:extLst>
                </p:cNvPr>
                <p:cNvSpPr/>
                <p:nvPr/>
              </p:nvSpPr>
              <p:spPr>
                <a:xfrm>
                  <a:off x="4467225" y="2944813"/>
                  <a:ext cx="698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18" extrusionOk="0">
                      <a:moveTo>
                        <a:pt x="26" y="0"/>
                      </a:moveTo>
                      <a:cubicBezTo>
                        <a:pt x="25" y="6"/>
                        <a:pt x="24" y="12"/>
                        <a:pt x="24" y="18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2" y="13"/>
                        <a:pt x="10" y="12"/>
                        <a:pt x="8" y="12"/>
                      </a:cubicBezTo>
                      <a:cubicBezTo>
                        <a:pt x="5" y="10"/>
                        <a:pt x="3" y="9"/>
                        <a:pt x="0" y="8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6" y="0"/>
                        <a:pt x="26" y="0"/>
                        <a:pt x="26" y="0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85" name="Google Shape;591;p50">
                  <a:extLst>
                    <a:ext uri="{FF2B5EF4-FFF2-40B4-BE49-F238E27FC236}">
                      <a16:creationId xmlns:a16="http://schemas.microsoft.com/office/drawing/2014/main" id="{1B3E499A-15B6-4F5E-B01C-283F1683C3B8}"/>
                    </a:ext>
                  </a:extLst>
                </p:cNvPr>
                <p:cNvSpPr/>
                <p:nvPr/>
              </p:nvSpPr>
              <p:spPr>
                <a:xfrm>
                  <a:off x="4365625" y="2852738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25" extrusionOk="0">
                      <a:moveTo>
                        <a:pt x="12" y="21"/>
                      </a:moveTo>
                      <a:cubicBezTo>
                        <a:pt x="3" y="25"/>
                        <a:pt x="3" y="25"/>
                        <a:pt x="3" y="25"/>
                      </a:cubicBezTo>
                      <a:cubicBezTo>
                        <a:pt x="3" y="12"/>
                        <a:pt x="3" y="12"/>
                        <a:pt x="3" y="12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3" y="11"/>
                        <a:pt x="13" y="16"/>
                        <a:pt x="12" y="21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86" name="Google Shape;592;p50">
                  <a:extLst>
                    <a:ext uri="{FF2B5EF4-FFF2-40B4-BE49-F238E27FC236}">
                      <a16:creationId xmlns:a16="http://schemas.microsoft.com/office/drawing/2014/main" id="{86FCFB22-4F5C-492B-895B-AFFAFD03D778}"/>
                    </a:ext>
                  </a:extLst>
                </p:cNvPr>
                <p:cNvSpPr/>
                <p:nvPr/>
              </p:nvSpPr>
              <p:spPr>
                <a:xfrm>
                  <a:off x="4319587" y="2640013"/>
                  <a:ext cx="290512" cy="312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16" extrusionOk="0">
                      <a:moveTo>
                        <a:pt x="14" y="48"/>
                      </a:moveTo>
                      <a:cubicBezTo>
                        <a:pt x="21" y="39"/>
                        <a:pt x="21" y="39"/>
                        <a:pt x="21" y="39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34" y="44"/>
                        <a:pt x="34" y="44"/>
                        <a:pt x="34" y="44"/>
                      </a:cubicBezTo>
                      <a:cubicBezTo>
                        <a:pt x="42" y="61"/>
                        <a:pt x="42" y="61"/>
                        <a:pt x="42" y="61"/>
                      </a:cubicBezTo>
                      <a:cubicBezTo>
                        <a:pt x="48" y="65"/>
                        <a:pt x="48" y="65"/>
                        <a:pt x="48" y="65"/>
                      </a:cubicBezTo>
                      <a:cubicBezTo>
                        <a:pt x="49" y="68"/>
                        <a:pt x="49" y="68"/>
                        <a:pt x="49" y="68"/>
                      </a:cubicBezTo>
                      <a:cubicBezTo>
                        <a:pt x="54" y="70"/>
                        <a:pt x="54" y="70"/>
                        <a:pt x="54" y="70"/>
                      </a:cubicBezTo>
                      <a:cubicBezTo>
                        <a:pt x="61" y="78"/>
                        <a:pt x="61" y="78"/>
                        <a:pt x="61" y="78"/>
                      </a:cubicBezTo>
                      <a:cubicBezTo>
                        <a:pt x="63" y="78"/>
                        <a:pt x="63" y="78"/>
                        <a:pt x="63" y="78"/>
                      </a:cubicBezTo>
                      <a:cubicBezTo>
                        <a:pt x="64" y="81"/>
                        <a:pt x="64" y="81"/>
                        <a:pt x="64" y="81"/>
                      </a:cubicBezTo>
                      <a:cubicBezTo>
                        <a:pt x="72" y="83"/>
                        <a:pt x="72" y="83"/>
                        <a:pt x="72" y="83"/>
                      </a:cubicBezTo>
                      <a:cubicBezTo>
                        <a:pt x="76" y="86"/>
                        <a:pt x="76" y="86"/>
                        <a:pt x="76" y="86"/>
                      </a:cubicBezTo>
                      <a:cubicBezTo>
                        <a:pt x="77" y="89"/>
                        <a:pt x="77" y="89"/>
                        <a:pt x="77" y="89"/>
                      </a:cubicBezTo>
                      <a:cubicBezTo>
                        <a:pt x="84" y="92"/>
                        <a:pt x="84" y="92"/>
                        <a:pt x="84" y="92"/>
                      </a:cubicBezTo>
                      <a:cubicBezTo>
                        <a:pt x="86" y="99"/>
                        <a:pt x="86" y="99"/>
                        <a:pt x="86" y="99"/>
                      </a:cubicBezTo>
                      <a:cubicBezTo>
                        <a:pt x="87" y="105"/>
                        <a:pt x="87" y="105"/>
                        <a:pt x="87" y="105"/>
                      </a:cubicBezTo>
                      <a:cubicBezTo>
                        <a:pt x="84" y="111"/>
                        <a:pt x="84" y="111"/>
                        <a:pt x="84" y="111"/>
                      </a:cubicBezTo>
                      <a:cubicBezTo>
                        <a:pt x="87" y="116"/>
                        <a:pt x="87" y="116"/>
                        <a:pt x="87" y="116"/>
                      </a:cubicBezTo>
                      <a:cubicBezTo>
                        <a:pt x="91" y="112"/>
                        <a:pt x="91" y="112"/>
                        <a:pt x="91" y="112"/>
                      </a:cubicBezTo>
                      <a:cubicBezTo>
                        <a:pt x="92" y="109"/>
                        <a:pt x="92" y="109"/>
                        <a:pt x="92" y="109"/>
                      </a:cubicBezTo>
                      <a:cubicBezTo>
                        <a:pt x="98" y="105"/>
                        <a:pt x="98" y="105"/>
                        <a:pt x="98" y="105"/>
                      </a:cubicBezTo>
                      <a:cubicBezTo>
                        <a:pt x="97" y="99"/>
                        <a:pt x="97" y="99"/>
                        <a:pt x="97" y="99"/>
                      </a:cubicBezTo>
                      <a:cubicBezTo>
                        <a:pt x="91" y="96"/>
                        <a:pt x="91" y="96"/>
                        <a:pt x="91" y="96"/>
                      </a:cubicBezTo>
                      <a:cubicBezTo>
                        <a:pt x="96" y="89"/>
                        <a:pt x="96" y="89"/>
                        <a:pt x="96" y="89"/>
                      </a:cubicBezTo>
                      <a:cubicBezTo>
                        <a:pt x="102" y="90"/>
                        <a:pt x="102" y="90"/>
                        <a:pt x="102" y="90"/>
                      </a:cubicBezTo>
                      <a:cubicBezTo>
                        <a:pt x="105" y="95"/>
                        <a:pt x="105" y="95"/>
                        <a:pt x="105" y="95"/>
                      </a:cubicBezTo>
                      <a:cubicBezTo>
                        <a:pt x="108" y="92"/>
                        <a:pt x="108" y="92"/>
                        <a:pt x="108" y="92"/>
                      </a:cubicBezTo>
                      <a:cubicBezTo>
                        <a:pt x="105" y="84"/>
                        <a:pt x="105" y="84"/>
                        <a:pt x="105" y="84"/>
                      </a:cubicBezTo>
                      <a:cubicBezTo>
                        <a:pt x="96" y="81"/>
                        <a:pt x="96" y="81"/>
                        <a:pt x="96" y="81"/>
                      </a:cubicBezTo>
                      <a:cubicBezTo>
                        <a:pt x="91" y="76"/>
                        <a:pt x="91" y="76"/>
                        <a:pt x="91" y="76"/>
                      </a:cubicBezTo>
                      <a:cubicBezTo>
                        <a:pt x="91" y="73"/>
                        <a:pt x="91" y="73"/>
                        <a:pt x="91" y="73"/>
                      </a:cubicBezTo>
                      <a:cubicBezTo>
                        <a:pt x="88" y="70"/>
                        <a:pt x="88" y="70"/>
                        <a:pt x="88" y="70"/>
                      </a:cubicBezTo>
                      <a:cubicBezTo>
                        <a:pt x="85" y="71"/>
                        <a:pt x="85" y="71"/>
                        <a:pt x="85" y="71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69" y="52"/>
                        <a:pt x="69" y="52"/>
                        <a:pt x="69" y="52"/>
                      </a:cubicBezTo>
                      <a:cubicBezTo>
                        <a:pt x="64" y="51"/>
                        <a:pt x="64" y="51"/>
                        <a:pt x="64" y="51"/>
                      </a:cubicBezTo>
                      <a:cubicBezTo>
                        <a:pt x="56" y="43"/>
                        <a:pt x="56" y="43"/>
                        <a:pt x="56" y="43"/>
                      </a:cubicBezTo>
                      <a:cubicBezTo>
                        <a:pt x="56" y="32"/>
                        <a:pt x="56" y="32"/>
                        <a:pt x="56" y="32"/>
                      </a:cubicBezTo>
                      <a:cubicBezTo>
                        <a:pt x="58" y="29"/>
                        <a:pt x="60" y="26"/>
                        <a:pt x="63" y="26"/>
                      </a:cubicBezTo>
                      <a:cubicBezTo>
                        <a:pt x="60" y="21"/>
                        <a:pt x="60" y="21"/>
                        <a:pt x="60" y="21"/>
                      </a:cubicBezTo>
                      <a:cubicBezTo>
                        <a:pt x="63" y="6"/>
                        <a:pt x="63" y="6"/>
                        <a:pt x="63" y="6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30" y="5"/>
                        <a:pt x="30" y="5"/>
                        <a:pt x="30" y="5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8" y="52"/>
                        <a:pt x="8" y="52"/>
                        <a:pt x="8" y="52"/>
                      </a:cubicBezTo>
                      <a:lnTo>
                        <a:pt x="14" y="48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49" name="Google Shape;593;p50">
                <a:extLst>
                  <a:ext uri="{FF2B5EF4-FFF2-40B4-BE49-F238E27FC236}">
                    <a16:creationId xmlns:a16="http://schemas.microsoft.com/office/drawing/2014/main" id="{26F16B1A-8518-4B38-AED9-80C2F89D7CBB}"/>
                  </a:ext>
                </a:extLst>
              </p:cNvPr>
              <p:cNvSpPr/>
              <p:nvPr/>
            </p:nvSpPr>
            <p:spPr>
              <a:xfrm>
                <a:off x="5456780" y="2234498"/>
                <a:ext cx="170223" cy="109178"/>
              </a:xfrm>
              <a:custGeom>
                <a:avLst/>
                <a:gdLst/>
                <a:ahLst/>
                <a:cxnLst/>
                <a:rect l="l" t="t" r="r" b="b"/>
                <a:pathLst>
                  <a:path w="86" h="55" extrusionOk="0">
                    <a:moveTo>
                      <a:pt x="82" y="36"/>
                    </a:moveTo>
                    <a:cubicBezTo>
                      <a:pt x="53" y="54"/>
                      <a:pt x="53" y="54"/>
                      <a:pt x="53" y="54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31" y="51"/>
                      <a:pt x="22" y="46"/>
                      <a:pt x="12" y="43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65" y="2"/>
                      <a:pt x="65" y="2"/>
                      <a:pt x="65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5" y="22"/>
                      <a:pt x="84" y="24"/>
                      <a:pt x="83" y="26"/>
                    </a:cubicBezTo>
                    <a:cubicBezTo>
                      <a:pt x="83" y="30"/>
                      <a:pt x="83" y="33"/>
                      <a:pt x="82" y="36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50" name="Google Shape;595;p50">
                <a:extLst>
                  <a:ext uri="{FF2B5EF4-FFF2-40B4-BE49-F238E27FC236}">
                    <a16:creationId xmlns:a16="http://schemas.microsoft.com/office/drawing/2014/main" id="{8CEFAA22-F922-4F04-A7FA-704AC3E32559}"/>
                  </a:ext>
                </a:extLst>
              </p:cNvPr>
              <p:cNvSpPr/>
              <p:nvPr/>
            </p:nvSpPr>
            <p:spPr>
              <a:xfrm>
                <a:off x="5698616" y="2566729"/>
                <a:ext cx="79829" cy="10683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1" extrusionOk="0">
                    <a:moveTo>
                      <a:pt x="68" y="25"/>
                    </a:moveTo>
                    <a:lnTo>
                      <a:pt x="66" y="29"/>
                    </a:lnTo>
                    <a:lnTo>
                      <a:pt x="53" y="30"/>
                    </a:lnTo>
                    <a:lnTo>
                      <a:pt x="49" y="25"/>
                    </a:lnTo>
                    <a:lnTo>
                      <a:pt x="44" y="30"/>
                    </a:lnTo>
                    <a:lnTo>
                      <a:pt x="36" y="20"/>
                    </a:lnTo>
                    <a:lnTo>
                      <a:pt x="36" y="15"/>
                    </a:lnTo>
                    <a:lnTo>
                      <a:pt x="44" y="2"/>
                    </a:lnTo>
                    <a:lnTo>
                      <a:pt x="34" y="0"/>
                    </a:lnTo>
                    <a:lnTo>
                      <a:pt x="24" y="12"/>
                    </a:lnTo>
                    <a:lnTo>
                      <a:pt x="31" y="18"/>
                    </a:lnTo>
                    <a:lnTo>
                      <a:pt x="27" y="22"/>
                    </a:lnTo>
                    <a:lnTo>
                      <a:pt x="27" y="24"/>
                    </a:lnTo>
                    <a:lnTo>
                      <a:pt x="7" y="24"/>
                    </a:lnTo>
                    <a:lnTo>
                      <a:pt x="4" y="32"/>
                    </a:lnTo>
                    <a:lnTo>
                      <a:pt x="10" y="35"/>
                    </a:lnTo>
                    <a:lnTo>
                      <a:pt x="0" y="46"/>
                    </a:lnTo>
                    <a:lnTo>
                      <a:pt x="5" y="51"/>
                    </a:lnTo>
                    <a:lnTo>
                      <a:pt x="22" y="46"/>
                    </a:lnTo>
                    <a:lnTo>
                      <a:pt x="21" y="56"/>
                    </a:lnTo>
                    <a:lnTo>
                      <a:pt x="5" y="61"/>
                    </a:lnTo>
                    <a:lnTo>
                      <a:pt x="4" y="69"/>
                    </a:lnTo>
                    <a:lnTo>
                      <a:pt x="17" y="69"/>
                    </a:lnTo>
                    <a:lnTo>
                      <a:pt x="0" y="79"/>
                    </a:lnTo>
                    <a:lnTo>
                      <a:pt x="4" y="91"/>
                    </a:lnTo>
                    <a:lnTo>
                      <a:pt x="27" y="88"/>
                    </a:lnTo>
                    <a:lnTo>
                      <a:pt x="41" y="76"/>
                    </a:lnTo>
                    <a:lnTo>
                      <a:pt x="53" y="74"/>
                    </a:lnTo>
                    <a:lnTo>
                      <a:pt x="59" y="68"/>
                    </a:lnTo>
                    <a:lnTo>
                      <a:pt x="58" y="39"/>
                    </a:lnTo>
                    <a:lnTo>
                      <a:pt x="63" y="30"/>
                    </a:lnTo>
                    <a:lnTo>
                      <a:pt x="68" y="2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51" name="Google Shape;596;p50">
                <a:extLst>
                  <a:ext uri="{FF2B5EF4-FFF2-40B4-BE49-F238E27FC236}">
                    <a16:creationId xmlns:a16="http://schemas.microsoft.com/office/drawing/2014/main" id="{C530DA40-8EC6-44BE-8FB7-55EA5905CA57}"/>
                  </a:ext>
                </a:extLst>
              </p:cNvPr>
              <p:cNvSpPr/>
              <p:nvPr/>
            </p:nvSpPr>
            <p:spPr>
              <a:xfrm>
                <a:off x="6157634" y="2741648"/>
                <a:ext cx="126787" cy="63394"/>
              </a:xfrm>
              <a:custGeom>
                <a:avLst/>
                <a:gdLst/>
                <a:ahLst/>
                <a:cxnLst/>
                <a:rect l="l" t="t" r="r" b="b"/>
                <a:pathLst>
                  <a:path w="64" h="32" extrusionOk="0">
                    <a:moveTo>
                      <a:pt x="64" y="7"/>
                    </a:moveTo>
                    <a:cubicBezTo>
                      <a:pt x="59" y="5"/>
                      <a:pt x="57" y="2"/>
                      <a:pt x="54" y="1"/>
                    </a:cubicBezTo>
                    <a:cubicBezTo>
                      <a:pt x="49" y="0"/>
                      <a:pt x="46" y="0"/>
                      <a:pt x="40" y="0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6" y="24"/>
                      <a:pt x="8" y="26"/>
                      <a:pt x="15" y="32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46" y="21"/>
                      <a:pt x="55" y="14"/>
                      <a:pt x="64" y="7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52" name="Google Shape;597;p50">
                <a:extLst>
                  <a:ext uri="{FF2B5EF4-FFF2-40B4-BE49-F238E27FC236}">
                    <a16:creationId xmlns:a16="http://schemas.microsoft.com/office/drawing/2014/main" id="{D896EA64-E7BE-401E-9515-7C58EA8CDB9E}"/>
                  </a:ext>
                </a:extLst>
              </p:cNvPr>
              <p:cNvSpPr/>
              <p:nvPr/>
            </p:nvSpPr>
            <p:spPr>
              <a:xfrm>
                <a:off x="6157634" y="2741648"/>
                <a:ext cx="126787" cy="63394"/>
              </a:xfrm>
              <a:custGeom>
                <a:avLst/>
                <a:gdLst/>
                <a:ahLst/>
                <a:cxnLst/>
                <a:rect l="l" t="t" r="r" b="b"/>
                <a:pathLst>
                  <a:path w="64" h="32" extrusionOk="0">
                    <a:moveTo>
                      <a:pt x="64" y="7"/>
                    </a:moveTo>
                    <a:cubicBezTo>
                      <a:pt x="59" y="5"/>
                      <a:pt x="57" y="2"/>
                      <a:pt x="54" y="1"/>
                    </a:cubicBezTo>
                    <a:cubicBezTo>
                      <a:pt x="49" y="0"/>
                      <a:pt x="46" y="0"/>
                      <a:pt x="40" y="0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6" y="24"/>
                      <a:pt x="8" y="26"/>
                      <a:pt x="15" y="32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46" y="21"/>
                      <a:pt x="55" y="14"/>
                      <a:pt x="64" y="7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53" name="Google Shape;598;p50">
                <a:extLst>
                  <a:ext uri="{FF2B5EF4-FFF2-40B4-BE49-F238E27FC236}">
                    <a16:creationId xmlns:a16="http://schemas.microsoft.com/office/drawing/2014/main" id="{62A003AC-1D79-4E3F-951C-4526FDBF6CF2}"/>
                  </a:ext>
                </a:extLst>
              </p:cNvPr>
              <p:cNvSpPr/>
              <p:nvPr/>
            </p:nvSpPr>
            <p:spPr>
              <a:xfrm>
                <a:off x="6296161" y="3046877"/>
                <a:ext cx="48132" cy="17609"/>
              </a:xfrm>
              <a:custGeom>
                <a:avLst/>
                <a:gdLst/>
                <a:ahLst/>
                <a:cxnLst/>
                <a:rect l="l" t="t" r="r" b="b"/>
                <a:pathLst>
                  <a:path w="41" h="15" extrusionOk="0">
                    <a:moveTo>
                      <a:pt x="0" y="0"/>
                    </a:moveTo>
                    <a:lnTo>
                      <a:pt x="27" y="2"/>
                    </a:lnTo>
                    <a:lnTo>
                      <a:pt x="29" y="7"/>
                    </a:lnTo>
                    <a:lnTo>
                      <a:pt x="41" y="4"/>
                    </a:lnTo>
                    <a:lnTo>
                      <a:pt x="38" y="12"/>
                    </a:lnTo>
                    <a:lnTo>
                      <a:pt x="17" y="15"/>
                    </a:lnTo>
                    <a:lnTo>
                      <a:pt x="14" y="9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54" name="Google Shape;599;p50">
                <a:extLst>
                  <a:ext uri="{FF2B5EF4-FFF2-40B4-BE49-F238E27FC236}">
                    <a16:creationId xmlns:a16="http://schemas.microsoft.com/office/drawing/2014/main" id="{938628EC-B580-41D9-ACA2-40C69F004A4D}"/>
                  </a:ext>
                </a:extLst>
              </p:cNvPr>
              <p:cNvSpPr/>
              <p:nvPr/>
            </p:nvSpPr>
            <p:spPr>
              <a:xfrm>
                <a:off x="6231592" y="2914220"/>
                <a:ext cx="122092" cy="118569"/>
              </a:xfrm>
              <a:custGeom>
                <a:avLst/>
                <a:gdLst/>
                <a:ahLst/>
                <a:cxnLst/>
                <a:rect l="l" t="t" r="r" b="b"/>
                <a:pathLst>
                  <a:path w="62" h="60" extrusionOk="0">
                    <a:moveTo>
                      <a:pt x="0" y="23"/>
                    </a:moveTo>
                    <a:cubicBezTo>
                      <a:pt x="3" y="26"/>
                      <a:pt x="5" y="29"/>
                      <a:pt x="8" y="33"/>
                    </a:cubicBezTo>
                    <a:cubicBezTo>
                      <a:pt x="9" y="34"/>
                      <a:pt x="9" y="35"/>
                      <a:pt x="10" y="37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15" y="40"/>
                      <a:pt x="15" y="40"/>
                      <a:pt x="15" y="40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4" y="47"/>
                      <a:pt x="15" y="52"/>
                      <a:pt x="17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33" y="45"/>
                      <a:pt x="33" y="45"/>
                      <a:pt x="33" y="45"/>
                    </a:cubicBezTo>
                    <a:cubicBezTo>
                      <a:pt x="30" y="40"/>
                      <a:pt x="28" y="34"/>
                      <a:pt x="26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2" y="23"/>
                      <a:pt x="31" y="18"/>
                      <a:pt x="30" y="13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42" y="19"/>
                      <a:pt x="42" y="19"/>
                      <a:pt x="42" y="19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6" y="10"/>
                      <a:pt x="52" y="8"/>
                      <a:pt x="58" y="7"/>
                    </a:cubicBezTo>
                    <a:cubicBezTo>
                      <a:pt x="59" y="5"/>
                      <a:pt x="60" y="2"/>
                      <a:pt x="62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7" y="2"/>
                      <a:pt x="57" y="2"/>
                      <a:pt x="57" y="2"/>
                    </a:cubicBezTo>
                    <a:cubicBezTo>
                      <a:pt x="50" y="3"/>
                      <a:pt x="25" y="1"/>
                      <a:pt x="24" y="2"/>
                    </a:cubicBezTo>
                    <a:cubicBezTo>
                      <a:pt x="21" y="3"/>
                      <a:pt x="15" y="4"/>
                      <a:pt x="7" y="6"/>
                    </a:cubicBezTo>
                    <a:cubicBezTo>
                      <a:pt x="6" y="7"/>
                      <a:pt x="7" y="9"/>
                      <a:pt x="6" y="11"/>
                    </a:cubicBezTo>
                    <a:cubicBezTo>
                      <a:pt x="4" y="15"/>
                      <a:pt x="2" y="19"/>
                      <a:pt x="0" y="23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55" name="Google Shape;600;p50">
                <a:extLst>
                  <a:ext uri="{FF2B5EF4-FFF2-40B4-BE49-F238E27FC236}">
                    <a16:creationId xmlns:a16="http://schemas.microsoft.com/office/drawing/2014/main" id="{693F9A57-BF81-485D-BF52-BAA31B00A09F}"/>
                  </a:ext>
                </a:extLst>
              </p:cNvPr>
              <p:cNvSpPr/>
              <p:nvPr/>
            </p:nvSpPr>
            <p:spPr>
              <a:xfrm>
                <a:off x="6037890" y="2877827"/>
                <a:ext cx="16435" cy="39915"/>
              </a:xfrm>
              <a:custGeom>
                <a:avLst/>
                <a:gdLst/>
                <a:ahLst/>
                <a:cxnLst/>
                <a:rect l="l" t="t" r="r" b="b"/>
                <a:pathLst>
                  <a:path w="8" h="20" extrusionOk="0">
                    <a:moveTo>
                      <a:pt x="8" y="0"/>
                    </a:moveTo>
                    <a:cubicBezTo>
                      <a:pt x="8" y="3"/>
                      <a:pt x="8" y="5"/>
                      <a:pt x="8" y="7"/>
                    </a:cubicBezTo>
                    <a:cubicBezTo>
                      <a:pt x="8" y="11"/>
                      <a:pt x="8" y="15"/>
                      <a:pt x="7" y="18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7"/>
                      <a:pt x="3" y="5"/>
                      <a:pt x="5" y="3"/>
                    </a:cubicBezTo>
                    <a:cubicBezTo>
                      <a:pt x="5" y="2"/>
                      <a:pt x="5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56" name="Google Shape;601;p50">
                <a:extLst>
                  <a:ext uri="{FF2B5EF4-FFF2-40B4-BE49-F238E27FC236}">
                    <a16:creationId xmlns:a16="http://schemas.microsoft.com/office/drawing/2014/main" id="{348BFC3A-3946-4356-B495-05DE08073665}"/>
                  </a:ext>
                </a:extLst>
              </p:cNvPr>
              <p:cNvGrpSpPr/>
              <p:nvPr/>
            </p:nvGrpSpPr>
            <p:grpSpPr>
              <a:xfrm>
                <a:off x="5798403" y="2672385"/>
                <a:ext cx="255923" cy="245357"/>
                <a:chOff x="4054475" y="2509838"/>
                <a:chExt cx="346075" cy="331787"/>
              </a:xfrm>
              <a:grpFill/>
            </p:grpSpPr>
            <p:sp>
              <p:nvSpPr>
                <p:cNvPr id="982" name="Google Shape;602;p50">
                  <a:extLst>
                    <a:ext uri="{FF2B5EF4-FFF2-40B4-BE49-F238E27FC236}">
                      <a16:creationId xmlns:a16="http://schemas.microsoft.com/office/drawing/2014/main" id="{B5074D8D-CF3F-4294-B72E-B4E6F21ED46D}"/>
                    </a:ext>
                  </a:extLst>
                </p:cNvPr>
                <p:cNvSpPr/>
                <p:nvPr/>
              </p:nvSpPr>
              <p:spPr>
                <a:xfrm>
                  <a:off x="4378325" y="2787650"/>
                  <a:ext cx="2222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20" extrusionOk="0">
                      <a:moveTo>
                        <a:pt x="8" y="0"/>
                      </a:moveTo>
                      <a:cubicBezTo>
                        <a:pt x="8" y="3"/>
                        <a:pt x="8" y="5"/>
                        <a:pt x="8" y="7"/>
                      </a:cubicBezTo>
                      <a:cubicBezTo>
                        <a:pt x="8" y="11"/>
                        <a:pt x="8" y="15"/>
                        <a:pt x="7" y="18"/>
                      </a:cubicBezTo>
                      <a:cubicBezTo>
                        <a:pt x="4" y="20"/>
                        <a:pt x="4" y="20"/>
                        <a:pt x="4" y="20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2" y="7"/>
                        <a:pt x="3" y="5"/>
                        <a:pt x="5" y="3"/>
                      </a:cubicBezTo>
                      <a:cubicBezTo>
                        <a:pt x="5" y="2"/>
                        <a:pt x="5" y="1"/>
                        <a:pt x="5" y="0"/>
                      </a:cubicBezTo>
                      <a:cubicBezTo>
                        <a:pt x="8" y="0"/>
                        <a:pt x="8" y="0"/>
                        <a:pt x="8" y="0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83" name="Google Shape;603;p50">
                  <a:extLst>
                    <a:ext uri="{FF2B5EF4-FFF2-40B4-BE49-F238E27FC236}">
                      <a16:creationId xmlns:a16="http://schemas.microsoft.com/office/drawing/2014/main" id="{150E5756-47C9-4E1A-8EB4-BD07C73822AE}"/>
                    </a:ext>
                  </a:extLst>
                </p:cNvPr>
                <p:cNvSpPr/>
                <p:nvPr/>
              </p:nvSpPr>
              <p:spPr>
                <a:xfrm>
                  <a:off x="4054475" y="2509838"/>
                  <a:ext cx="295275" cy="300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112" extrusionOk="0">
                      <a:moveTo>
                        <a:pt x="91" y="20"/>
                      </a:moveTo>
                      <a:cubicBezTo>
                        <a:pt x="85" y="15"/>
                        <a:pt x="85" y="15"/>
                        <a:pt x="85" y="15"/>
                      </a:cubicBezTo>
                      <a:cubicBezTo>
                        <a:pt x="71" y="12"/>
                        <a:pt x="71" y="12"/>
                        <a:pt x="71" y="12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1" y="1"/>
                        <a:pt x="58" y="2"/>
                        <a:pt x="55" y="3"/>
                      </a:cubicBezTo>
                      <a:cubicBezTo>
                        <a:pt x="54" y="13"/>
                        <a:pt x="54" y="13"/>
                        <a:pt x="54" y="13"/>
                      </a:cubicBezTo>
                      <a:cubicBezTo>
                        <a:pt x="42" y="17"/>
                        <a:pt x="42" y="17"/>
                        <a:pt x="42" y="17"/>
                      </a:cubicBezTo>
                      <a:cubicBezTo>
                        <a:pt x="43" y="23"/>
                        <a:pt x="43" y="23"/>
                        <a:pt x="43" y="23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27" y="15"/>
                        <a:pt x="27" y="15"/>
                        <a:pt x="27" y="15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3" y="30"/>
                        <a:pt x="23" y="30"/>
                        <a:pt x="23" y="30"/>
                      </a:cubicBezTo>
                      <a:cubicBezTo>
                        <a:pt x="14" y="29"/>
                        <a:pt x="14" y="29"/>
                        <a:pt x="14" y="29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12" y="42"/>
                        <a:pt x="12" y="42"/>
                        <a:pt x="12" y="42"/>
                      </a:cubicBezTo>
                      <a:cubicBezTo>
                        <a:pt x="24" y="50"/>
                        <a:pt x="24" y="50"/>
                        <a:pt x="24" y="50"/>
                      </a:cubicBezTo>
                      <a:cubicBezTo>
                        <a:pt x="22" y="53"/>
                        <a:pt x="22" y="53"/>
                        <a:pt x="22" y="53"/>
                      </a:cubicBezTo>
                      <a:cubicBezTo>
                        <a:pt x="26" y="62"/>
                        <a:pt x="26" y="62"/>
                        <a:pt x="26" y="62"/>
                      </a:cubicBezTo>
                      <a:cubicBezTo>
                        <a:pt x="31" y="64"/>
                        <a:pt x="31" y="64"/>
                        <a:pt x="31" y="64"/>
                      </a:cubicBezTo>
                      <a:cubicBezTo>
                        <a:pt x="33" y="80"/>
                        <a:pt x="32" y="90"/>
                        <a:pt x="28" y="93"/>
                      </a:cubicBezTo>
                      <a:cubicBezTo>
                        <a:pt x="25" y="97"/>
                        <a:pt x="25" y="97"/>
                        <a:pt x="25" y="97"/>
                      </a:cubicBezTo>
                      <a:cubicBezTo>
                        <a:pt x="30" y="102"/>
                        <a:pt x="30" y="102"/>
                        <a:pt x="30" y="102"/>
                      </a:cubicBezTo>
                      <a:cubicBezTo>
                        <a:pt x="45" y="108"/>
                        <a:pt x="45" y="108"/>
                        <a:pt x="45" y="108"/>
                      </a:cubicBezTo>
                      <a:cubicBezTo>
                        <a:pt x="50" y="107"/>
                        <a:pt x="50" y="107"/>
                        <a:pt x="50" y="107"/>
                      </a:cubicBezTo>
                      <a:cubicBezTo>
                        <a:pt x="52" y="107"/>
                        <a:pt x="52" y="107"/>
                        <a:pt x="52" y="107"/>
                      </a:cubicBezTo>
                      <a:cubicBezTo>
                        <a:pt x="63" y="112"/>
                        <a:pt x="63" y="112"/>
                        <a:pt x="63" y="112"/>
                      </a:cubicBezTo>
                      <a:cubicBezTo>
                        <a:pt x="73" y="111"/>
                        <a:pt x="73" y="111"/>
                        <a:pt x="73" y="111"/>
                      </a:cubicBezTo>
                      <a:cubicBezTo>
                        <a:pt x="71" y="110"/>
                        <a:pt x="71" y="109"/>
                        <a:pt x="72" y="107"/>
                      </a:cubicBezTo>
                      <a:cubicBezTo>
                        <a:pt x="73" y="105"/>
                        <a:pt x="74" y="104"/>
                        <a:pt x="76" y="102"/>
                      </a:cubicBezTo>
                      <a:cubicBezTo>
                        <a:pt x="82" y="99"/>
                        <a:pt x="87" y="99"/>
                        <a:pt x="91" y="104"/>
                      </a:cubicBezTo>
                      <a:cubicBezTo>
                        <a:pt x="101" y="105"/>
                        <a:pt x="101" y="105"/>
                        <a:pt x="101" y="105"/>
                      </a:cubicBezTo>
                      <a:cubicBezTo>
                        <a:pt x="107" y="101"/>
                        <a:pt x="107" y="101"/>
                        <a:pt x="107" y="101"/>
                      </a:cubicBezTo>
                      <a:cubicBezTo>
                        <a:pt x="99" y="84"/>
                        <a:pt x="99" y="84"/>
                        <a:pt x="99" y="84"/>
                      </a:cubicBezTo>
                      <a:cubicBezTo>
                        <a:pt x="102" y="64"/>
                        <a:pt x="102" y="64"/>
                        <a:pt x="102" y="64"/>
                      </a:cubicBezTo>
                      <a:cubicBezTo>
                        <a:pt x="102" y="55"/>
                        <a:pt x="102" y="55"/>
                        <a:pt x="102" y="55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105" y="44"/>
                        <a:pt x="105" y="44"/>
                        <a:pt x="105" y="44"/>
                      </a:cubicBezTo>
                      <a:cubicBezTo>
                        <a:pt x="110" y="30"/>
                        <a:pt x="110" y="30"/>
                        <a:pt x="110" y="30"/>
                      </a:cubicBezTo>
                      <a:cubicBezTo>
                        <a:pt x="95" y="21"/>
                        <a:pt x="95" y="21"/>
                        <a:pt x="95" y="21"/>
                      </a:cubicBezTo>
                      <a:lnTo>
                        <a:pt x="91" y="2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57" name="Google Shape;604;p50">
                <a:extLst>
                  <a:ext uri="{FF2B5EF4-FFF2-40B4-BE49-F238E27FC236}">
                    <a16:creationId xmlns:a16="http://schemas.microsoft.com/office/drawing/2014/main" id="{BD882FBD-A11C-450E-86F2-ACECDB20CC2C}"/>
                  </a:ext>
                </a:extLst>
              </p:cNvPr>
              <p:cNvSpPr/>
              <p:nvPr/>
            </p:nvSpPr>
            <p:spPr>
              <a:xfrm>
                <a:off x="6263290" y="2092450"/>
                <a:ext cx="162006" cy="339273"/>
              </a:xfrm>
              <a:custGeom>
                <a:avLst/>
                <a:gdLst/>
                <a:ahLst/>
                <a:cxnLst/>
                <a:rect l="l" t="t" r="r" b="b"/>
                <a:pathLst>
                  <a:path w="82" h="171" extrusionOk="0">
                    <a:moveTo>
                      <a:pt x="68" y="20"/>
                    </a:moveTo>
                    <a:cubicBezTo>
                      <a:pt x="75" y="10"/>
                      <a:pt x="75" y="10"/>
                      <a:pt x="75" y="1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50" y="3"/>
                      <a:pt x="44" y="6"/>
                      <a:pt x="34" y="11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5" y="24"/>
                      <a:pt x="22" y="24"/>
                      <a:pt x="19" y="24"/>
                    </a:cubicBezTo>
                    <a:cubicBezTo>
                      <a:pt x="16" y="24"/>
                      <a:pt x="14" y="24"/>
                      <a:pt x="11" y="2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25" y="83"/>
                      <a:pt x="25" y="83"/>
                      <a:pt x="25" y="83"/>
                    </a:cubicBezTo>
                    <a:cubicBezTo>
                      <a:pt x="30" y="94"/>
                      <a:pt x="30" y="94"/>
                      <a:pt x="30" y="94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19" y="113"/>
                      <a:pt x="9" y="123"/>
                      <a:pt x="0" y="133"/>
                    </a:cubicBezTo>
                    <a:cubicBezTo>
                      <a:pt x="1" y="142"/>
                      <a:pt x="2" y="151"/>
                      <a:pt x="2" y="160"/>
                    </a:cubicBezTo>
                    <a:cubicBezTo>
                      <a:pt x="6" y="164"/>
                      <a:pt x="6" y="164"/>
                      <a:pt x="6" y="164"/>
                    </a:cubicBezTo>
                    <a:cubicBezTo>
                      <a:pt x="9" y="164"/>
                      <a:pt x="9" y="164"/>
                      <a:pt x="9" y="164"/>
                    </a:cubicBezTo>
                    <a:cubicBezTo>
                      <a:pt x="15" y="171"/>
                      <a:pt x="15" y="171"/>
                      <a:pt x="15" y="171"/>
                    </a:cubicBezTo>
                    <a:cubicBezTo>
                      <a:pt x="22" y="171"/>
                      <a:pt x="22" y="171"/>
                      <a:pt x="22" y="171"/>
                    </a:cubicBezTo>
                    <a:cubicBezTo>
                      <a:pt x="27" y="169"/>
                      <a:pt x="31" y="167"/>
                      <a:pt x="36" y="166"/>
                    </a:cubicBezTo>
                    <a:cubicBezTo>
                      <a:pt x="38" y="165"/>
                      <a:pt x="39" y="165"/>
                      <a:pt x="42" y="165"/>
                    </a:cubicBezTo>
                    <a:cubicBezTo>
                      <a:pt x="45" y="163"/>
                      <a:pt x="48" y="161"/>
                      <a:pt x="51" y="159"/>
                    </a:cubicBezTo>
                    <a:cubicBezTo>
                      <a:pt x="53" y="158"/>
                      <a:pt x="54" y="157"/>
                      <a:pt x="55" y="156"/>
                    </a:cubicBezTo>
                    <a:cubicBezTo>
                      <a:pt x="56" y="151"/>
                      <a:pt x="56" y="151"/>
                      <a:pt x="56" y="151"/>
                    </a:cubicBezTo>
                    <a:cubicBezTo>
                      <a:pt x="82" y="127"/>
                      <a:pt x="82" y="127"/>
                      <a:pt x="82" y="127"/>
                    </a:cubicBezTo>
                    <a:cubicBezTo>
                      <a:pt x="80" y="118"/>
                      <a:pt x="80" y="118"/>
                      <a:pt x="80" y="118"/>
                    </a:cubicBezTo>
                    <a:cubicBezTo>
                      <a:pt x="72" y="113"/>
                      <a:pt x="72" y="113"/>
                      <a:pt x="72" y="113"/>
                    </a:cubicBezTo>
                    <a:cubicBezTo>
                      <a:pt x="61" y="87"/>
                      <a:pt x="61" y="87"/>
                      <a:pt x="61" y="87"/>
                    </a:cubicBezTo>
                    <a:cubicBezTo>
                      <a:pt x="69" y="75"/>
                      <a:pt x="69" y="75"/>
                      <a:pt x="69" y="75"/>
                    </a:cubicBezTo>
                    <a:cubicBezTo>
                      <a:pt x="59" y="52"/>
                      <a:pt x="59" y="52"/>
                      <a:pt x="59" y="52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64" y="29"/>
                      <a:pt x="64" y="29"/>
                      <a:pt x="64" y="29"/>
                    </a:cubicBezTo>
                    <a:lnTo>
                      <a:pt x="68" y="2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58" name="Google Shape;605;p50">
                <a:extLst>
                  <a:ext uri="{FF2B5EF4-FFF2-40B4-BE49-F238E27FC236}">
                    <a16:creationId xmlns:a16="http://schemas.microsoft.com/office/drawing/2014/main" id="{C7063198-907E-43CF-9BB4-FAECA549841F}"/>
                  </a:ext>
                </a:extLst>
              </p:cNvPr>
              <p:cNvSpPr/>
              <p:nvPr/>
            </p:nvSpPr>
            <p:spPr>
              <a:xfrm>
                <a:off x="6272682" y="2445811"/>
                <a:ext cx="16435" cy="1408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2" extrusionOk="0">
                    <a:moveTo>
                      <a:pt x="5" y="12"/>
                    </a:moveTo>
                    <a:lnTo>
                      <a:pt x="0" y="3"/>
                    </a:lnTo>
                    <a:lnTo>
                      <a:pt x="14" y="0"/>
                    </a:lnTo>
                    <a:lnTo>
                      <a:pt x="14" y="3"/>
                    </a:lnTo>
                    <a:lnTo>
                      <a:pt x="5" y="1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59" name="Google Shape;606;p50">
                <a:extLst>
                  <a:ext uri="{FF2B5EF4-FFF2-40B4-BE49-F238E27FC236}">
                    <a16:creationId xmlns:a16="http://schemas.microsoft.com/office/drawing/2014/main" id="{FC413F16-3EAF-496E-A42F-0B3E53E89E40}"/>
                  </a:ext>
                </a:extLst>
              </p:cNvPr>
              <p:cNvGrpSpPr/>
              <p:nvPr/>
            </p:nvGrpSpPr>
            <p:grpSpPr>
              <a:xfrm>
                <a:off x="6263290" y="2443463"/>
                <a:ext cx="110351" cy="73959"/>
                <a:chOff x="4683125" y="2200275"/>
                <a:chExt cx="149224" cy="100012"/>
              </a:xfrm>
              <a:grpFill/>
            </p:grpSpPr>
            <p:sp>
              <p:nvSpPr>
                <p:cNvPr id="980" name="Google Shape;607;p50">
                  <a:extLst>
                    <a:ext uri="{FF2B5EF4-FFF2-40B4-BE49-F238E27FC236}">
                      <a16:creationId xmlns:a16="http://schemas.microsoft.com/office/drawing/2014/main" id="{758F6D24-7CF7-4AAC-A2F7-1D23420147F5}"/>
                    </a:ext>
                  </a:extLst>
                </p:cNvPr>
                <p:cNvSpPr/>
                <p:nvPr/>
              </p:nvSpPr>
              <p:spPr>
                <a:xfrm>
                  <a:off x="4683125" y="223043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8" extrusionOk="0">
                      <a:moveTo>
                        <a:pt x="3" y="18"/>
                      </a:moveTo>
                      <a:lnTo>
                        <a:pt x="0" y="5"/>
                      </a:lnTo>
                      <a:lnTo>
                        <a:pt x="13" y="0"/>
                      </a:lnTo>
                      <a:lnTo>
                        <a:pt x="18" y="5"/>
                      </a:lnTo>
                      <a:lnTo>
                        <a:pt x="3" y="18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81" name="Google Shape;608;p50">
                  <a:extLst>
                    <a:ext uri="{FF2B5EF4-FFF2-40B4-BE49-F238E27FC236}">
                      <a16:creationId xmlns:a16="http://schemas.microsoft.com/office/drawing/2014/main" id="{9E00DBD8-40ED-48A9-8CC8-EA1F8351C95F}"/>
                    </a:ext>
                  </a:extLst>
                </p:cNvPr>
                <p:cNvSpPr/>
                <p:nvPr/>
              </p:nvSpPr>
              <p:spPr>
                <a:xfrm>
                  <a:off x="4725987" y="2200275"/>
                  <a:ext cx="10636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7" extrusionOk="0">
                      <a:moveTo>
                        <a:pt x="36" y="0"/>
                      </a:moveTo>
                      <a:cubicBezTo>
                        <a:pt x="36" y="3"/>
                        <a:pt x="36" y="3"/>
                        <a:pt x="36" y="3"/>
                      </a:cubicBezTo>
                      <a:cubicBezTo>
                        <a:pt x="28" y="2"/>
                        <a:pt x="21" y="1"/>
                        <a:pt x="13" y="1"/>
                      </a:cubicBezTo>
                      <a:cubicBezTo>
                        <a:pt x="9" y="1"/>
                        <a:pt x="6" y="1"/>
                        <a:pt x="2" y="2"/>
                      </a:cubicBezTo>
                      <a:cubicBezTo>
                        <a:pt x="1" y="5"/>
                        <a:pt x="0" y="8"/>
                        <a:pt x="0" y="11"/>
                      </a:cubicBezTo>
                      <a:cubicBezTo>
                        <a:pt x="0" y="13"/>
                        <a:pt x="0" y="15"/>
                        <a:pt x="1" y="17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9" y="21"/>
                        <a:pt x="9" y="21"/>
                        <a:pt x="9" y="21"/>
                      </a:cubicBezTo>
                      <a:cubicBezTo>
                        <a:pt x="18" y="26"/>
                        <a:pt x="28" y="31"/>
                        <a:pt x="37" y="37"/>
                      </a:cubicBezTo>
                      <a:cubicBezTo>
                        <a:pt x="40" y="29"/>
                        <a:pt x="40" y="29"/>
                        <a:pt x="40" y="29"/>
                      </a:cubicBezTo>
                      <a:cubicBezTo>
                        <a:pt x="35" y="22"/>
                        <a:pt x="35" y="22"/>
                        <a:pt x="35" y="22"/>
                      </a:cubicBezTo>
                      <a:cubicBezTo>
                        <a:pt x="38" y="2"/>
                        <a:pt x="38" y="2"/>
                        <a:pt x="38" y="2"/>
                      </a:cubicBezTo>
                      <a:lnTo>
                        <a:pt x="36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60" name="Google Shape;609;p50">
                <a:extLst>
                  <a:ext uri="{FF2B5EF4-FFF2-40B4-BE49-F238E27FC236}">
                    <a16:creationId xmlns:a16="http://schemas.microsoft.com/office/drawing/2014/main" id="{F91C4FE3-2BD3-472B-8478-61C8D679CB10}"/>
                  </a:ext>
                </a:extLst>
              </p:cNvPr>
              <p:cNvSpPr/>
              <p:nvPr/>
            </p:nvSpPr>
            <p:spPr>
              <a:xfrm>
                <a:off x="5919319" y="2957656"/>
                <a:ext cx="23479" cy="23479"/>
              </a:xfrm>
              <a:custGeom>
                <a:avLst/>
                <a:gdLst/>
                <a:ahLst/>
                <a:cxnLst/>
                <a:rect l="l" t="t" r="r" b="b"/>
                <a:pathLst>
                  <a:path w="20" h="20" extrusionOk="0">
                    <a:moveTo>
                      <a:pt x="10" y="20"/>
                    </a:moveTo>
                    <a:lnTo>
                      <a:pt x="10" y="14"/>
                    </a:lnTo>
                    <a:lnTo>
                      <a:pt x="0" y="15"/>
                    </a:lnTo>
                    <a:lnTo>
                      <a:pt x="2" y="9"/>
                    </a:lnTo>
                    <a:lnTo>
                      <a:pt x="15" y="0"/>
                    </a:lnTo>
                    <a:lnTo>
                      <a:pt x="20" y="10"/>
                    </a:lnTo>
                    <a:lnTo>
                      <a:pt x="15" y="19"/>
                    </a:lnTo>
                    <a:lnTo>
                      <a:pt x="10" y="2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61" name="Google Shape;610;p50">
                <a:extLst>
                  <a:ext uri="{FF2B5EF4-FFF2-40B4-BE49-F238E27FC236}">
                    <a16:creationId xmlns:a16="http://schemas.microsoft.com/office/drawing/2014/main" id="{79AC99CF-1802-4326-8A9C-9C050307451A}"/>
                  </a:ext>
                </a:extLst>
              </p:cNvPr>
              <p:cNvSpPr/>
              <p:nvPr/>
            </p:nvSpPr>
            <p:spPr>
              <a:xfrm>
                <a:off x="5723269" y="2852000"/>
                <a:ext cx="221878" cy="186659"/>
              </a:xfrm>
              <a:custGeom>
                <a:avLst/>
                <a:gdLst/>
                <a:ahLst/>
                <a:cxnLst/>
                <a:rect l="l" t="t" r="r" b="b"/>
                <a:pathLst>
                  <a:path w="112" h="94" extrusionOk="0">
                    <a:moveTo>
                      <a:pt x="112" y="2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101" y="21"/>
                      <a:pt x="101" y="21"/>
                      <a:pt x="101" y="21"/>
                    </a:cubicBezTo>
                    <a:cubicBezTo>
                      <a:pt x="90" y="16"/>
                      <a:pt x="90" y="16"/>
                      <a:pt x="90" y="16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68" y="11"/>
                      <a:pt x="68" y="11"/>
                      <a:pt x="68" y="11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3" y="5"/>
                      <a:pt x="19" y="3"/>
                      <a:pt x="16" y="0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9" y="50"/>
                      <a:pt x="19" y="50"/>
                      <a:pt x="19" y="50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1" y="82"/>
                      <a:pt x="21" y="82"/>
                      <a:pt x="21" y="82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30" y="93"/>
                      <a:pt x="30" y="93"/>
                      <a:pt x="30" y="93"/>
                    </a:cubicBezTo>
                    <a:cubicBezTo>
                      <a:pt x="34" y="94"/>
                      <a:pt x="34" y="94"/>
                      <a:pt x="34" y="94"/>
                    </a:cubicBezTo>
                    <a:cubicBezTo>
                      <a:pt x="34" y="90"/>
                      <a:pt x="36" y="88"/>
                      <a:pt x="39" y="87"/>
                    </a:cubicBezTo>
                    <a:cubicBezTo>
                      <a:pt x="42" y="87"/>
                      <a:pt x="48" y="87"/>
                      <a:pt x="56" y="88"/>
                    </a:cubicBezTo>
                    <a:cubicBezTo>
                      <a:pt x="62" y="80"/>
                      <a:pt x="62" y="80"/>
                      <a:pt x="62" y="80"/>
                    </a:cubicBezTo>
                    <a:cubicBezTo>
                      <a:pt x="64" y="76"/>
                      <a:pt x="68" y="74"/>
                      <a:pt x="75" y="75"/>
                    </a:cubicBezTo>
                    <a:cubicBezTo>
                      <a:pt x="77" y="73"/>
                      <a:pt x="77" y="73"/>
                      <a:pt x="77" y="73"/>
                    </a:cubicBezTo>
                    <a:cubicBezTo>
                      <a:pt x="78" y="66"/>
                      <a:pt x="78" y="66"/>
                      <a:pt x="78" y="66"/>
                    </a:cubicBezTo>
                    <a:cubicBezTo>
                      <a:pt x="83" y="61"/>
                      <a:pt x="83" y="61"/>
                      <a:pt x="83" y="61"/>
                    </a:cubicBezTo>
                    <a:cubicBezTo>
                      <a:pt x="83" y="58"/>
                      <a:pt x="83" y="58"/>
                      <a:pt x="83" y="58"/>
                    </a:cubicBezTo>
                    <a:cubicBezTo>
                      <a:pt x="81" y="57"/>
                      <a:pt x="81" y="57"/>
                      <a:pt x="81" y="57"/>
                    </a:cubicBezTo>
                    <a:cubicBezTo>
                      <a:pt x="83" y="49"/>
                      <a:pt x="83" y="49"/>
                      <a:pt x="83" y="49"/>
                    </a:cubicBezTo>
                    <a:cubicBezTo>
                      <a:pt x="94" y="37"/>
                      <a:pt x="94" y="37"/>
                      <a:pt x="94" y="37"/>
                    </a:cubicBezTo>
                    <a:cubicBezTo>
                      <a:pt x="104" y="33"/>
                      <a:pt x="104" y="33"/>
                      <a:pt x="104" y="33"/>
                    </a:cubicBezTo>
                    <a:cubicBezTo>
                      <a:pt x="111" y="31"/>
                      <a:pt x="111" y="31"/>
                      <a:pt x="111" y="31"/>
                    </a:cubicBezTo>
                    <a:cubicBezTo>
                      <a:pt x="112" y="26"/>
                      <a:pt x="112" y="26"/>
                      <a:pt x="112" y="26"/>
                    </a:cubicBezTo>
                    <a:lnTo>
                      <a:pt x="112" y="2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62" name="Google Shape;612;p50">
                <a:extLst>
                  <a:ext uri="{FF2B5EF4-FFF2-40B4-BE49-F238E27FC236}">
                    <a16:creationId xmlns:a16="http://schemas.microsoft.com/office/drawing/2014/main" id="{A0C71E07-59D2-4B17-A85A-E18AC5A6AEDF}"/>
                  </a:ext>
                </a:extLst>
              </p:cNvPr>
              <p:cNvSpPr/>
              <p:nvPr/>
            </p:nvSpPr>
            <p:spPr>
              <a:xfrm>
                <a:off x="6022628" y="2491595"/>
                <a:ext cx="45784" cy="89221"/>
              </a:xfrm>
              <a:custGeom>
                <a:avLst/>
                <a:gdLst/>
                <a:ahLst/>
                <a:cxnLst/>
                <a:rect l="l" t="t" r="r" b="b"/>
                <a:pathLst>
                  <a:path w="23" h="45" extrusionOk="0">
                    <a:moveTo>
                      <a:pt x="12" y="45"/>
                    </a:moveTo>
                    <a:cubicBezTo>
                      <a:pt x="4" y="45"/>
                      <a:pt x="4" y="45"/>
                      <a:pt x="4" y="45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34"/>
                      <a:pt x="0" y="23"/>
                      <a:pt x="0" y="12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9"/>
                      <a:pt x="15" y="32"/>
                      <a:pt x="14" y="34"/>
                    </a:cubicBezTo>
                    <a:cubicBezTo>
                      <a:pt x="14" y="37"/>
                      <a:pt x="12" y="39"/>
                      <a:pt x="11" y="42"/>
                    </a:cubicBezTo>
                    <a:cubicBezTo>
                      <a:pt x="12" y="45"/>
                      <a:pt x="12" y="45"/>
                      <a:pt x="12" y="45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63" name="Google Shape;613;p50">
                <a:extLst>
                  <a:ext uri="{FF2B5EF4-FFF2-40B4-BE49-F238E27FC236}">
                    <a16:creationId xmlns:a16="http://schemas.microsoft.com/office/drawing/2014/main" id="{BDDEE852-CC10-4C0F-940D-289EB00E4CED}"/>
                  </a:ext>
                </a:extLst>
              </p:cNvPr>
              <p:cNvSpPr/>
              <p:nvPr/>
            </p:nvSpPr>
            <p:spPr>
              <a:xfrm>
                <a:off x="6076630" y="2549118"/>
                <a:ext cx="21131" cy="29349"/>
              </a:xfrm>
              <a:custGeom>
                <a:avLst/>
                <a:gdLst/>
                <a:ahLst/>
                <a:cxnLst/>
                <a:rect l="l" t="t" r="r" b="b"/>
                <a:pathLst>
                  <a:path w="11" h="15" extrusionOk="0">
                    <a:moveTo>
                      <a:pt x="3" y="2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9"/>
                      <a:pt x="1" y="7"/>
                      <a:pt x="2" y="4"/>
                    </a:cubicBezTo>
                    <a:cubicBezTo>
                      <a:pt x="2" y="3"/>
                      <a:pt x="2" y="3"/>
                      <a:pt x="3" y="2"/>
                    </a:cubicBezTo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64" name="Google Shape;614;p50">
                <a:extLst>
                  <a:ext uri="{FF2B5EF4-FFF2-40B4-BE49-F238E27FC236}">
                    <a16:creationId xmlns:a16="http://schemas.microsoft.com/office/drawing/2014/main" id="{6EC5A14A-1C8F-4307-9EA3-87E21334058B}"/>
                  </a:ext>
                </a:extLst>
              </p:cNvPr>
              <p:cNvGrpSpPr/>
              <p:nvPr/>
            </p:nvGrpSpPr>
            <p:grpSpPr>
              <a:xfrm>
                <a:off x="6022628" y="2491595"/>
                <a:ext cx="75133" cy="89221"/>
                <a:chOff x="4357687" y="2265363"/>
                <a:chExt cx="101600" cy="120650"/>
              </a:xfrm>
              <a:grpFill/>
            </p:grpSpPr>
            <p:sp>
              <p:nvSpPr>
                <p:cNvPr id="977" name="Google Shape;615;p50">
                  <a:extLst>
                    <a:ext uri="{FF2B5EF4-FFF2-40B4-BE49-F238E27FC236}">
                      <a16:creationId xmlns:a16="http://schemas.microsoft.com/office/drawing/2014/main" id="{B122631C-48FF-4B76-9226-64BA15B2DFC9}"/>
                    </a:ext>
                  </a:extLst>
                </p:cNvPr>
                <p:cNvSpPr/>
                <p:nvPr/>
              </p:nvSpPr>
              <p:spPr>
                <a:xfrm>
                  <a:off x="4357687" y="2265363"/>
                  <a:ext cx="61912" cy="1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45" extrusionOk="0">
                      <a:moveTo>
                        <a:pt x="12" y="45"/>
                      </a:moveTo>
                      <a:cubicBezTo>
                        <a:pt x="4" y="45"/>
                        <a:pt x="4" y="45"/>
                        <a:pt x="4" y="45"/>
                      </a:cubicBezTo>
                      <a:cubicBezTo>
                        <a:pt x="4" y="43"/>
                        <a:pt x="4" y="43"/>
                        <a:pt x="4" y="43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34"/>
                        <a:pt x="0" y="23"/>
                        <a:pt x="0" y="12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23" y="21"/>
                        <a:pt x="23" y="21"/>
                        <a:pt x="23" y="21"/>
                      </a:cubicBezTo>
                      <a:cubicBezTo>
                        <a:pt x="21" y="26"/>
                        <a:pt x="21" y="26"/>
                        <a:pt x="21" y="26"/>
                      </a:cubicBezTo>
                      <a:cubicBezTo>
                        <a:pt x="16" y="26"/>
                        <a:pt x="16" y="26"/>
                        <a:pt x="16" y="26"/>
                      </a:cubicBezTo>
                      <a:cubicBezTo>
                        <a:pt x="16" y="29"/>
                        <a:pt x="15" y="32"/>
                        <a:pt x="14" y="34"/>
                      </a:cubicBezTo>
                      <a:cubicBezTo>
                        <a:pt x="14" y="37"/>
                        <a:pt x="12" y="39"/>
                        <a:pt x="11" y="42"/>
                      </a:cubicBezTo>
                      <a:cubicBezTo>
                        <a:pt x="12" y="45"/>
                        <a:pt x="12" y="45"/>
                        <a:pt x="12" y="45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78" name="Google Shape;616;p50">
                  <a:extLst>
                    <a:ext uri="{FF2B5EF4-FFF2-40B4-BE49-F238E27FC236}">
                      <a16:creationId xmlns:a16="http://schemas.microsoft.com/office/drawing/2014/main" id="{DC22F120-E3AD-4889-ADF5-B3C231DC6A12}"/>
                    </a:ext>
                  </a:extLst>
                </p:cNvPr>
                <p:cNvSpPr/>
                <p:nvPr/>
              </p:nvSpPr>
              <p:spPr>
                <a:xfrm>
                  <a:off x="4403725" y="2351088"/>
                  <a:ext cx="20637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20" extrusionOk="0">
                      <a:moveTo>
                        <a:pt x="8" y="0"/>
                      </a:moveTo>
                      <a:lnTo>
                        <a:pt x="13" y="7"/>
                      </a:lnTo>
                      <a:lnTo>
                        <a:pt x="13" y="13"/>
                      </a:lnTo>
                      <a:lnTo>
                        <a:pt x="3" y="20"/>
                      </a:lnTo>
                      <a:lnTo>
                        <a:pt x="0" y="7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79" name="Google Shape;617;p50">
                  <a:extLst>
                    <a:ext uri="{FF2B5EF4-FFF2-40B4-BE49-F238E27FC236}">
                      <a16:creationId xmlns:a16="http://schemas.microsoft.com/office/drawing/2014/main" id="{21A722CC-4902-41BB-80DC-83B85AD7928A}"/>
                    </a:ext>
                  </a:extLst>
                </p:cNvPr>
                <p:cNvSpPr/>
                <p:nvPr/>
              </p:nvSpPr>
              <p:spPr>
                <a:xfrm>
                  <a:off x="4430712" y="2343150"/>
                  <a:ext cx="2857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5" extrusionOk="0">
                      <a:moveTo>
                        <a:pt x="3" y="2"/>
                      </a:move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9"/>
                        <a:pt x="1" y="7"/>
                        <a:pt x="2" y="4"/>
                      </a:cubicBezTo>
                      <a:cubicBezTo>
                        <a:pt x="2" y="3"/>
                        <a:pt x="2" y="3"/>
                        <a:pt x="3" y="2"/>
                      </a:cubicBezTo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965" name="Google Shape;618;p50">
                <a:extLst>
                  <a:ext uri="{FF2B5EF4-FFF2-40B4-BE49-F238E27FC236}">
                    <a16:creationId xmlns:a16="http://schemas.microsoft.com/office/drawing/2014/main" id="{F179996A-C027-4D27-BC3B-86D10DCACDF3}"/>
                  </a:ext>
                </a:extLst>
              </p:cNvPr>
              <p:cNvSpPr/>
              <p:nvPr/>
            </p:nvSpPr>
            <p:spPr>
              <a:xfrm>
                <a:off x="6114197" y="2794477"/>
                <a:ext cx="92742" cy="83351"/>
              </a:xfrm>
              <a:custGeom>
                <a:avLst/>
                <a:gdLst/>
                <a:ahLst/>
                <a:cxnLst/>
                <a:rect l="l" t="t" r="r" b="b"/>
                <a:pathLst>
                  <a:path w="47" h="42" extrusionOk="0">
                    <a:moveTo>
                      <a:pt x="0" y="8"/>
                    </a:moveTo>
                    <a:cubicBezTo>
                      <a:pt x="3" y="13"/>
                      <a:pt x="3" y="13"/>
                      <a:pt x="3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6" y="13"/>
                      <a:pt x="8" y="13"/>
                      <a:pt x="10" y="11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9" y="40"/>
                      <a:pt x="39" y="40"/>
                      <a:pt x="39" y="40"/>
                    </a:cubicBezTo>
                    <a:cubicBezTo>
                      <a:pt x="37" y="38"/>
                      <a:pt x="37" y="38"/>
                      <a:pt x="37" y="38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13"/>
                      <a:pt x="47" y="7"/>
                      <a:pt x="46" y="1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12" y="3"/>
                      <a:pt x="12" y="3"/>
                      <a:pt x="12" y="3"/>
                    </a:cubicBezTo>
                    <a:lnTo>
                      <a:pt x="0" y="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66" name="Google Shape;619;p50">
                <a:extLst>
                  <a:ext uri="{FF2B5EF4-FFF2-40B4-BE49-F238E27FC236}">
                    <a16:creationId xmlns:a16="http://schemas.microsoft.com/office/drawing/2014/main" id="{AA04CEB2-5E42-4DFE-804C-4C995FE92953}"/>
                  </a:ext>
                </a:extLst>
              </p:cNvPr>
              <p:cNvSpPr/>
              <p:nvPr/>
            </p:nvSpPr>
            <p:spPr>
              <a:xfrm>
                <a:off x="6453471" y="3046877"/>
                <a:ext cx="35219" cy="24653"/>
              </a:xfrm>
              <a:custGeom>
                <a:avLst/>
                <a:gdLst/>
                <a:ahLst/>
                <a:cxnLst/>
                <a:rect l="l" t="t" r="r" b="b"/>
                <a:pathLst>
                  <a:path w="30" h="21" extrusionOk="0">
                    <a:moveTo>
                      <a:pt x="22" y="19"/>
                    </a:moveTo>
                    <a:lnTo>
                      <a:pt x="3" y="21"/>
                    </a:lnTo>
                    <a:lnTo>
                      <a:pt x="0" y="14"/>
                    </a:lnTo>
                    <a:lnTo>
                      <a:pt x="8" y="10"/>
                    </a:lnTo>
                    <a:lnTo>
                      <a:pt x="12" y="5"/>
                    </a:lnTo>
                    <a:lnTo>
                      <a:pt x="27" y="0"/>
                    </a:lnTo>
                    <a:lnTo>
                      <a:pt x="30" y="2"/>
                    </a:lnTo>
                    <a:lnTo>
                      <a:pt x="19" y="10"/>
                    </a:lnTo>
                    <a:lnTo>
                      <a:pt x="22" y="19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67" name="Google Shape;620;p50">
                <a:extLst>
                  <a:ext uri="{FF2B5EF4-FFF2-40B4-BE49-F238E27FC236}">
                    <a16:creationId xmlns:a16="http://schemas.microsoft.com/office/drawing/2014/main" id="{FE9EF81F-4F10-4BF0-8DC9-B16C6FB55B27}"/>
                  </a:ext>
                </a:extLst>
              </p:cNvPr>
              <p:cNvSpPr/>
              <p:nvPr/>
            </p:nvSpPr>
            <p:spPr>
              <a:xfrm>
                <a:off x="6263289" y="2839087"/>
                <a:ext cx="130309" cy="78655"/>
              </a:xfrm>
              <a:custGeom>
                <a:avLst/>
                <a:gdLst/>
                <a:ahLst/>
                <a:cxnLst/>
                <a:rect l="l" t="t" r="r" b="b"/>
                <a:pathLst>
                  <a:path w="66" h="40" extrusionOk="0">
                    <a:moveTo>
                      <a:pt x="2" y="5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2"/>
                      <a:pt x="1" y="16"/>
                      <a:pt x="1" y="18"/>
                    </a:cubicBezTo>
                    <a:cubicBezTo>
                      <a:pt x="1" y="21"/>
                      <a:pt x="1" y="24"/>
                      <a:pt x="2" y="26"/>
                    </a:cubicBezTo>
                    <a:cubicBezTo>
                      <a:pt x="3" y="31"/>
                      <a:pt x="5" y="35"/>
                      <a:pt x="7" y="38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24" y="40"/>
                      <a:pt x="32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8" y="37"/>
                      <a:pt x="51" y="36"/>
                      <a:pt x="53" y="36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5" y="35"/>
                      <a:pt x="57" y="35"/>
                      <a:pt x="58" y="3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54" y="10"/>
                      <a:pt x="42" y="12"/>
                      <a:pt x="30" y="13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7" y="0"/>
                      <a:pt x="7" y="0"/>
                      <a:pt x="7" y="0"/>
                    </a:cubicBezTo>
                    <a:lnTo>
                      <a:pt x="2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68" name="Google Shape;621;p50">
                <a:extLst>
                  <a:ext uri="{FF2B5EF4-FFF2-40B4-BE49-F238E27FC236}">
                    <a16:creationId xmlns:a16="http://schemas.microsoft.com/office/drawing/2014/main" id="{5DAA5685-FE13-4F32-89E3-D93473512E41}"/>
                  </a:ext>
                </a:extLst>
              </p:cNvPr>
              <p:cNvSpPr/>
              <p:nvPr/>
            </p:nvSpPr>
            <p:spPr>
              <a:xfrm>
                <a:off x="6165850" y="2830868"/>
                <a:ext cx="41088" cy="61046"/>
              </a:xfrm>
              <a:custGeom>
                <a:avLst/>
                <a:gdLst/>
                <a:ahLst/>
                <a:cxnLst/>
                <a:rect l="l" t="t" r="r" b="b"/>
                <a:pathLst>
                  <a:path w="21" h="31" extrusionOk="0">
                    <a:moveTo>
                      <a:pt x="0" y="4"/>
                    </a:moveTo>
                    <a:cubicBezTo>
                      <a:pt x="1" y="7"/>
                      <a:pt x="3" y="9"/>
                      <a:pt x="5" y="12"/>
                    </a:cubicBezTo>
                    <a:cubicBezTo>
                      <a:pt x="7" y="14"/>
                      <a:pt x="9" y="17"/>
                      <a:pt x="11" y="20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8" y="26"/>
                      <a:pt x="19" y="21"/>
                      <a:pt x="20" y="16"/>
                    </a:cubicBezTo>
                    <a:cubicBezTo>
                      <a:pt x="21" y="12"/>
                      <a:pt x="21" y="7"/>
                      <a:pt x="21" y="1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69" name="Google Shape;622;p50">
                <a:extLst>
                  <a:ext uri="{FF2B5EF4-FFF2-40B4-BE49-F238E27FC236}">
                    <a16:creationId xmlns:a16="http://schemas.microsoft.com/office/drawing/2014/main" id="{08E6C0C0-26E8-44C9-98A3-6E9C9528BF8E}"/>
                  </a:ext>
                </a:extLst>
              </p:cNvPr>
              <p:cNvSpPr/>
              <p:nvPr/>
            </p:nvSpPr>
            <p:spPr>
              <a:xfrm>
                <a:off x="5925189" y="2658297"/>
                <a:ext cx="57524" cy="43436"/>
              </a:xfrm>
              <a:custGeom>
                <a:avLst/>
                <a:gdLst/>
                <a:ahLst/>
                <a:cxnLst/>
                <a:rect l="l" t="t" r="r" b="b"/>
                <a:pathLst>
                  <a:path w="29" h="22" extrusionOk="0">
                    <a:moveTo>
                      <a:pt x="28" y="18"/>
                    </a:moveTo>
                    <a:cubicBezTo>
                      <a:pt x="29" y="13"/>
                      <a:pt x="29" y="13"/>
                      <a:pt x="29" y="13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7" y="3"/>
                      <a:pt x="4" y="5"/>
                      <a:pt x="0" y="7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21" y="22"/>
                      <a:pt x="21" y="22"/>
                      <a:pt x="21" y="22"/>
                    </a:cubicBezTo>
                    <a:lnTo>
                      <a:pt x="28" y="1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0" name="Google Shape;623;p50">
                <a:extLst>
                  <a:ext uri="{FF2B5EF4-FFF2-40B4-BE49-F238E27FC236}">
                    <a16:creationId xmlns:a16="http://schemas.microsoft.com/office/drawing/2014/main" id="{34680980-B3DF-44C3-82C4-CC8DFD121F34}"/>
                  </a:ext>
                </a:extLst>
              </p:cNvPr>
              <p:cNvSpPr/>
              <p:nvPr/>
            </p:nvSpPr>
            <p:spPr>
              <a:xfrm>
                <a:off x="6289116" y="2532684"/>
                <a:ext cx="146744" cy="135005"/>
              </a:xfrm>
              <a:custGeom>
                <a:avLst/>
                <a:gdLst/>
                <a:ahLst/>
                <a:cxnLst/>
                <a:rect l="l" t="t" r="r" b="b"/>
                <a:pathLst>
                  <a:path w="74" h="68" extrusionOk="0">
                    <a:moveTo>
                      <a:pt x="0" y="6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3" y="60"/>
                      <a:pt x="19" y="66"/>
                      <a:pt x="29" y="67"/>
                    </a:cubicBezTo>
                    <a:cubicBezTo>
                      <a:pt x="39" y="68"/>
                      <a:pt x="49" y="65"/>
                      <a:pt x="59" y="65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68" y="33"/>
                      <a:pt x="68" y="33"/>
                      <a:pt x="68" y="33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7"/>
                      <a:pt x="4" y="47"/>
                      <a:pt x="4" y="47"/>
                    </a:cubicBezTo>
                    <a:lnTo>
                      <a:pt x="0" y="6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1" name="Google Shape;624;p50">
                <a:extLst>
                  <a:ext uri="{FF2B5EF4-FFF2-40B4-BE49-F238E27FC236}">
                    <a16:creationId xmlns:a16="http://schemas.microsoft.com/office/drawing/2014/main" id="{7D5ED6EB-8E6A-4128-BF2D-F3689C7EEDE4}"/>
                  </a:ext>
                </a:extLst>
              </p:cNvPr>
              <p:cNvSpPr/>
              <p:nvPr/>
            </p:nvSpPr>
            <p:spPr>
              <a:xfrm>
                <a:off x="6048455" y="2729908"/>
                <a:ext cx="126787" cy="5165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" extrusionOk="0">
                    <a:moveTo>
                      <a:pt x="66" y="3"/>
                    </a:moveTo>
                    <a:lnTo>
                      <a:pt x="59" y="0"/>
                    </a:lnTo>
                    <a:lnTo>
                      <a:pt x="35" y="10"/>
                    </a:lnTo>
                    <a:lnTo>
                      <a:pt x="41" y="23"/>
                    </a:lnTo>
                    <a:lnTo>
                      <a:pt x="0" y="23"/>
                    </a:lnTo>
                    <a:lnTo>
                      <a:pt x="5" y="42"/>
                    </a:lnTo>
                    <a:lnTo>
                      <a:pt x="32" y="33"/>
                    </a:lnTo>
                    <a:lnTo>
                      <a:pt x="61" y="44"/>
                    </a:lnTo>
                    <a:lnTo>
                      <a:pt x="93" y="39"/>
                    </a:lnTo>
                    <a:lnTo>
                      <a:pt x="101" y="20"/>
                    </a:lnTo>
                    <a:lnTo>
                      <a:pt x="108" y="18"/>
                    </a:lnTo>
                    <a:lnTo>
                      <a:pt x="106" y="3"/>
                    </a:lnTo>
                    <a:lnTo>
                      <a:pt x="76" y="0"/>
                    </a:lnTo>
                    <a:lnTo>
                      <a:pt x="66" y="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2" name="Google Shape;625;p50">
                <a:extLst>
                  <a:ext uri="{FF2B5EF4-FFF2-40B4-BE49-F238E27FC236}">
                    <a16:creationId xmlns:a16="http://schemas.microsoft.com/office/drawing/2014/main" id="{7FC97F47-0808-4903-A097-1FE455FF38EA}"/>
                  </a:ext>
                </a:extLst>
              </p:cNvPr>
              <p:cNvSpPr/>
              <p:nvPr/>
            </p:nvSpPr>
            <p:spPr>
              <a:xfrm>
                <a:off x="5895840" y="2884871"/>
                <a:ext cx="11740" cy="5869"/>
              </a:xfrm>
              <a:custGeom>
                <a:avLst/>
                <a:gdLst/>
                <a:ahLst/>
                <a:cxnLst/>
                <a:rect l="l" t="t" r="r" b="b"/>
                <a:pathLst>
                  <a:path w="10" h="5" extrusionOk="0">
                    <a:moveTo>
                      <a:pt x="5" y="5"/>
                    </a:moveTo>
                    <a:lnTo>
                      <a:pt x="10" y="1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3" name="Google Shape;626;p50">
                <a:extLst>
                  <a:ext uri="{FF2B5EF4-FFF2-40B4-BE49-F238E27FC236}">
                    <a16:creationId xmlns:a16="http://schemas.microsoft.com/office/drawing/2014/main" id="{24944879-50A0-4B16-BEC5-51155459C217}"/>
                  </a:ext>
                </a:extLst>
              </p:cNvPr>
              <p:cNvSpPr/>
              <p:nvPr/>
            </p:nvSpPr>
            <p:spPr>
              <a:xfrm>
                <a:off x="5980365" y="2580816"/>
                <a:ext cx="147919" cy="178442"/>
              </a:xfrm>
              <a:custGeom>
                <a:avLst/>
                <a:gdLst/>
                <a:ahLst/>
                <a:cxnLst/>
                <a:rect l="l" t="t" r="r" b="b"/>
                <a:pathLst>
                  <a:path w="74" h="90" extrusionOk="0">
                    <a:moveTo>
                      <a:pt x="25" y="0"/>
                    </a:moveTo>
                    <a:cubicBezTo>
                      <a:pt x="27" y="4"/>
                      <a:pt x="27" y="10"/>
                      <a:pt x="25" y="16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1" y="52"/>
                      <a:pt x="1" y="52"/>
                      <a:pt x="1" y="52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3" y="67"/>
                      <a:pt x="3" y="67"/>
                      <a:pt x="3" y="67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3" y="90"/>
                      <a:pt x="13" y="90"/>
                      <a:pt x="13" y="90"/>
                    </a:cubicBezTo>
                    <a:cubicBezTo>
                      <a:pt x="34" y="89"/>
                      <a:pt x="34" y="89"/>
                      <a:pt x="34" y="89"/>
                    </a:cubicBezTo>
                    <a:cubicBezTo>
                      <a:pt x="58" y="89"/>
                      <a:pt x="58" y="89"/>
                      <a:pt x="58" y="89"/>
                    </a:cubicBezTo>
                    <a:cubicBezTo>
                      <a:pt x="55" y="81"/>
                      <a:pt x="55" y="81"/>
                      <a:pt x="55" y="81"/>
                    </a:cubicBezTo>
                    <a:cubicBezTo>
                      <a:pt x="69" y="75"/>
                      <a:pt x="69" y="75"/>
                      <a:pt x="69" y="75"/>
                    </a:cubicBezTo>
                    <a:cubicBezTo>
                      <a:pt x="68" y="73"/>
                      <a:pt x="68" y="73"/>
                      <a:pt x="68" y="73"/>
                    </a:cubicBezTo>
                    <a:cubicBezTo>
                      <a:pt x="62" y="62"/>
                      <a:pt x="62" y="62"/>
                      <a:pt x="62" y="62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73" y="48"/>
                      <a:pt x="73" y="48"/>
                      <a:pt x="73" y="48"/>
                    </a:cubicBezTo>
                    <a:cubicBezTo>
                      <a:pt x="74" y="15"/>
                      <a:pt x="74" y="15"/>
                      <a:pt x="74" y="15"/>
                    </a:cubicBezTo>
                    <a:cubicBezTo>
                      <a:pt x="70" y="15"/>
                      <a:pt x="70" y="15"/>
                      <a:pt x="70" y="1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4" name="Google Shape;627;p50">
                <a:extLst>
                  <a:ext uri="{FF2B5EF4-FFF2-40B4-BE49-F238E27FC236}">
                    <a16:creationId xmlns:a16="http://schemas.microsoft.com/office/drawing/2014/main" id="{E0425DEF-DFB8-4A67-A1F5-F9E5E5A86279}"/>
                  </a:ext>
                </a:extLst>
              </p:cNvPr>
              <p:cNvSpPr/>
              <p:nvPr/>
            </p:nvSpPr>
            <p:spPr>
              <a:xfrm>
                <a:off x="6203417" y="2796824"/>
                <a:ext cx="72785" cy="100960"/>
              </a:xfrm>
              <a:custGeom>
                <a:avLst/>
                <a:gdLst/>
                <a:ahLst/>
                <a:cxnLst/>
                <a:rect l="l" t="t" r="r" b="b"/>
                <a:pathLst>
                  <a:path w="37" h="51" extrusionOk="0">
                    <a:moveTo>
                      <a:pt x="33" y="24"/>
                    </a:moveTo>
                    <a:cubicBezTo>
                      <a:pt x="37" y="21"/>
                      <a:pt x="37" y="21"/>
                      <a:pt x="37" y="21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6"/>
                      <a:pt x="2" y="12"/>
                      <a:pt x="2" y="18"/>
                    </a:cubicBezTo>
                    <a:cubicBezTo>
                      <a:pt x="2" y="24"/>
                      <a:pt x="2" y="29"/>
                      <a:pt x="1" y="33"/>
                    </a:cubicBezTo>
                    <a:cubicBezTo>
                      <a:pt x="1" y="35"/>
                      <a:pt x="1" y="36"/>
                      <a:pt x="0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21" y="50"/>
                      <a:pt x="21" y="50"/>
                      <a:pt x="21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1" y="41"/>
                      <a:pt x="30" y="36"/>
                      <a:pt x="30" y="30"/>
                    </a:cubicBezTo>
                    <a:cubicBezTo>
                      <a:pt x="30" y="27"/>
                      <a:pt x="30" y="27"/>
                      <a:pt x="30" y="27"/>
                    </a:cubicBezTo>
                    <a:cubicBezTo>
                      <a:pt x="30" y="27"/>
                      <a:pt x="30" y="27"/>
                      <a:pt x="30" y="27"/>
                    </a:cubicBezTo>
                    <a:lnTo>
                      <a:pt x="33" y="2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5" name="Google Shape;628;p50">
                <a:extLst>
                  <a:ext uri="{FF2B5EF4-FFF2-40B4-BE49-F238E27FC236}">
                    <a16:creationId xmlns:a16="http://schemas.microsoft.com/office/drawing/2014/main" id="{D68AC630-3361-4E97-8368-4FE4BB6F1EE7}"/>
                  </a:ext>
                </a:extLst>
              </p:cNvPr>
              <p:cNvSpPr/>
              <p:nvPr/>
            </p:nvSpPr>
            <p:spPr>
              <a:xfrm>
                <a:off x="6212809" y="2882523"/>
                <a:ext cx="31696" cy="77481"/>
              </a:xfrm>
              <a:custGeom>
                <a:avLst/>
                <a:gdLst/>
                <a:ahLst/>
                <a:cxnLst/>
                <a:rect l="l" t="t" r="r" b="b"/>
                <a:pathLst>
                  <a:path w="16" h="39" extrusionOk="0">
                    <a:moveTo>
                      <a:pt x="0" y="1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2" y="13"/>
                      <a:pt x="5" y="14"/>
                      <a:pt x="8" y="15"/>
                    </a:cubicBezTo>
                    <a:cubicBezTo>
                      <a:pt x="9" y="16"/>
                      <a:pt x="9" y="18"/>
                      <a:pt x="9" y="19"/>
                    </a:cubicBezTo>
                    <a:cubicBezTo>
                      <a:pt x="8" y="24"/>
                      <a:pt x="7" y="30"/>
                      <a:pt x="6" y="36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1" y="35"/>
                      <a:pt x="13" y="31"/>
                      <a:pt x="15" y="27"/>
                    </a:cubicBezTo>
                    <a:cubicBezTo>
                      <a:pt x="16" y="25"/>
                      <a:pt x="16" y="24"/>
                      <a:pt x="16" y="22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76" name="Google Shape;629;p50">
                <a:extLst>
                  <a:ext uri="{FF2B5EF4-FFF2-40B4-BE49-F238E27FC236}">
                    <a16:creationId xmlns:a16="http://schemas.microsoft.com/office/drawing/2014/main" id="{1DFF65BE-0CB6-44BF-920C-847FEC7A220C}"/>
                  </a:ext>
                </a:extLst>
              </p:cNvPr>
              <p:cNvSpPr/>
              <p:nvPr/>
            </p:nvSpPr>
            <p:spPr>
              <a:xfrm>
                <a:off x="6195200" y="2870783"/>
                <a:ext cx="29349" cy="32871"/>
              </a:xfrm>
              <a:custGeom>
                <a:avLst/>
                <a:gdLst/>
                <a:ahLst/>
                <a:cxnLst/>
                <a:rect l="l" t="t" r="r" b="b"/>
                <a:pathLst>
                  <a:path w="15" h="17" extrusionOk="0">
                    <a:moveTo>
                      <a:pt x="11" y="2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"/>
                      <a:pt x="4" y="3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7"/>
                      <a:pt x="1" y="9"/>
                      <a:pt x="0" y="11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8" y="17"/>
                      <a:pt x="8" y="17"/>
                      <a:pt x="9" y="17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5" y="6"/>
                      <a:pt x="15" y="6"/>
                      <a:pt x="15" y="6"/>
                    </a:cubicBezTo>
                    <a:lnTo>
                      <a:pt x="11" y="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717" name="Groupe 716">
              <a:extLst>
                <a:ext uri="{FF2B5EF4-FFF2-40B4-BE49-F238E27FC236}">
                  <a16:creationId xmlns:a16="http://schemas.microsoft.com/office/drawing/2014/main" id="{DD3FAC66-956E-4A6B-8EA7-89B54A4CC338}"/>
                </a:ext>
              </a:extLst>
            </p:cNvPr>
            <p:cNvGrpSpPr/>
            <p:nvPr/>
          </p:nvGrpSpPr>
          <p:grpSpPr>
            <a:xfrm>
              <a:off x="6367012" y="1752002"/>
              <a:ext cx="2504051" cy="3353997"/>
              <a:chOff x="2936294" y="1752002"/>
              <a:chExt cx="2504051" cy="3353997"/>
            </a:xfrm>
            <a:grpFill/>
          </p:grpSpPr>
          <p:sp>
            <p:nvSpPr>
              <p:cNvPr id="718" name="Google Shape;611;p50">
                <a:extLst>
                  <a:ext uri="{FF2B5EF4-FFF2-40B4-BE49-F238E27FC236}">
                    <a16:creationId xmlns:a16="http://schemas.microsoft.com/office/drawing/2014/main" id="{E5544BD9-8BE4-4816-97D3-A8BA830CE12A}"/>
                  </a:ext>
                </a:extLst>
              </p:cNvPr>
              <p:cNvSpPr/>
              <p:nvPr/>
            </p:nvSpPr>
            <p:spPr>
              <a:xfrm>
                <a:off x="4586878" y="1752002"/>
                <a:ext cx="853467" cy="707896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56" extrusionOk="0">
                    <a:moveTo>
                      <a:pt x="411" y="178"/>
                    </a:moveTo>
                    <a:cubicBezTo>
                      <a:pt x="392" y="160"/>
                      <a:pt x="392" y="160"/>
                      <a:pt x="392" y="160"/>
                    </a:cubicBezTo>
                    <a:cubicBezTo>
                      <a:pt x="404" y="163"/>
                      <a:pt x="415" y="167"/>
                      <a:pt x="426" y="171"/>
                    </a:cubicBezTo>
                    <a:cubicBezTo>
                      <a:pt x="421" y="160"/>
                      <a:pt x="421" y="160"/>
                      <a:pt x="421" y="160"/>
                    </a:cubicBezTo>
                    <a:cubicBezTo>
                      <a:pt x="397" y="150"/>
                      <a:pt x="397" y="150"/>
                      <a:pt x="397" y="150"/>
                    </a:cubicBezTo>
                    <a:cubicBezTo>
                      <a:pt x="411" y="148"/>
                      <a:pt x="411" y="148"/>
                      <a:pt x="411" y="148"/>
                    </a:cubicBezTo>
                    <a:cubicBezTo>
                      <a:pt x="402" y="136"/>
                      <a:pt x="402" y="136"/>
                      <a:pt x="402" y="136"/>
                    </a:cubicBezTo>
                    <a:cubicBezTo>
                      <a:pt x="387" y="132"/>
                      <a:pt x="387" y="132"/>
                      <a:pt x="387" y="132"/>
                    </a:cubicBezTo>
                    <a:cubicBezTo>
                      <a:pt x="398" y="130"/>
                      <a:pt x="398" y="130"/>
                      <a:pt x="398" y="130"/>
                    </a:cubicBezTo>
                    <a:cubicBezTo>
                      <a:pt x="393" y="117"/>
                      <a:pt x="393" y="117"/>
                      <a:pt x="393" y="117"/>
                    </a:cubicBezTo>
                    <a:cubicBezTo>
                      <a:pt x="379" y="118"/>
                      <a:pt x="379" y="118"/>
                      <a:pt x="379" y="118"/>
                    </a:cubicBezTo>
                    <a:cubicBezTo>
                      <a:pt x="388" y="100"/>
                      <a:pt x="388" y="100"/>
                      <a:pt x="388" y="100"/>
                    </a:cubicBezTo>
                    <a:cubicBezTo>
                      <a:pt x="382" y="95"/>
                      <a:pt x="382" y="95"/>
                      <a:pt x="382" y="95"/>
                    </a:cubicBezTo>
                    <a:cubicBezTo>
                      <a:pt x="366" y="97"/>
                      <a:pt x="366" y="97"/>
                      <a:pt x="366" y="97"/>
                    </a:cubicBezTo>
                    <a:cubicBezTo>
                      <a:pt x="368" y="90"/>
                      <a:pt x="368" y="90"/>
                      <a:pt x="368" y="90"/>
                    </a:cubicBezTo>
                    <a:cubicBezTo>
                      <a:pt x="359" y="83"/>
                      <a:pt x="359" y="83"/>
                      <a:pt x="359" y="83"/>
                    </a:cubicBezTo>
                    <a:cubicBezTo>
                      <a:pt x="351" y="87"/>
                      <a:pt x="351" y="87"/>
                      <a:pt x="351" y="87"/>
                    </a:cubicBezTo>
                    <a:cubicBezTo>
                      <a:pt x="347" y="78"/>
                      <a:pt x="347" y="78"/>
                      <a:pt x="347" y="78"/>
                    </a:cubicBezTo>
                    <a:cubicBezTo>
                      <a:pt x="357" y="71"/>
                      <a:pt x="357" y="71"/>
                      <a:pt x="357" y="71"/>
                    </a:cubicBezTo>
                    <a:cubicBezTo>
                      <a:pt x="349" y="67"/>
                      <a:pt x="349" y="67"/>
                      <a:pt x="349" y="67"/>
                    </a:cubicBezTo>
                    <a:cubicBezTo>
                      <a:pt x="336" y="63"/>
                      <a:pt x="324" y="59"/>
                      <a:pt x="311" y="54"/>
                    </a:cubicBezTo>
                    <a:cubicBezTo>
                      <a:pt x="301" y="49"/>
                      <a:pt x="292" y="45"/>
                      <a:pt x="283" y="39"/>
                    </a:cubicBezTo>
                    <a:cubicBezTo>
                      <a:pt x="272" y="41"/>
                      <a:pt x="272" y="41"/>
                      <a:pt x="272" y="41"/>
                    </a:cubicBezTo>
                    <a:cubicBezTo>
                      <a:pt x="272" y="35"/>
                      <a:pt x="272" y="35"/>
                      <a:pt x="272" y="35"/>
                    </a:cubicBezTo>
                    <a:cubicBezTo>
                      <a:pt x="267" y="32"/>
                      <a:pt x="267" y="32"/>
                      <a:pt x="267" y="32"/>
                    </a:cubicBezTo>
                    <a:cubicBezTo>
                      <a:pt x="261" y="35"/>
                      <a:pt x="261" y="35"/>
                      <a:pt x="261" y="35"/>
                    </a:cubicBezTo>
                    <a:cubicBezTo>
                      <a:pt x="258" y="25"/>
                      <a:pt x="258" y="25"/>
                      <a:pt x="258" y="25"/>
                    </a:cubicBezTo>
                    <a:cubicBezTo>
                      <a:pt x="244" y="13"/>
                      <a:pt x="244" y="13"/>
                      <a:pt x="244" y="13"/>
                    </a:cubicBezTo>
                    <a:cubicBezTo>
                      <a:pt x="232" y="15"/>
                      <a:pt x="232" y="15"/>
                      <a:pt x="232" y="15"/>
                    </a:cubicBezTo>
                    <a:cubicBezTo>
                      <a:pt x="231" y="19"/>
                      <a:pt x="230" y="23"/>
                      <a:pt x="230" y="26"/>
                    </a:cubicBezTo>
                    <a:cubicBezTo>
                      <a:pt x="229" y="30"/>
                      <a:pt x="229" y="34"/>
                      <a:pt x="230" y="38"/>
                    </a:cubicBezTo>
                    <a:cubicBezTo>
                      <a:pt x="226" y="35"/>
                      <a:pt x="223" y="32"/>
                      <a:pt x="220" y="27"/>
                    </a:cubicBezTo>
                    <a:cubicBezTo>
                      <a:pt x="218" y="25"/>
                      <a:pt x="217" y="22"/>
                      <a:pt x="215" y="19"/>
                    </a:cubicBezTo>
                    <a:cubicBezTo>
                      <a:pt x="208" y="17"/>
                      <a:pt x="208" y="17"/>
                      <a:pt x="208" y="17"/>
                    </a:cubicBezTo>
                    <a:cubicBezTo>
                      <a:pt x="187" y="27"/>
                      <a:pt x="187" y="27"/>
                      <a:pt x="187" y="27"/>
                    </a:cubicBezTo>
                    <a:cubicBezTo>
                      <a:pt x="186" y="23"/>
                      <a:pt x="186" y="23"/>
                      <a:pt x="186" y="23"/>
                    </a:cubicBezTo>
                    <a:cubicBezTo>
                      <a:pt x="197" y="13"/>
                      <a:pt x="197" y="13"/>
                      <a:pt x="197" y="13"/>
                    </a:cubicBezTo>
                    <a:cubicBezTo>
                      <a:pt x="189" y="2"/>
                      <a:pt x="189" y="2"/>
                      <a:pt x="189" y="2"/>
                    </a:cubicBezTo>
                    <a:cubicBezTo>
                      <a:pt x="173" y="3"/>
                      <a:pt x="158" y="3"/>
                      <a:pt x="142" y="4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27" y="4"/>
                      <a:pt x="110" y="8"/>
                      <a:pt x="94" y="12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102" y="22"/>
                      <a:pt x="102" y="22"/>
                      <a:pt x="102" y="22"/>
                    </a:cubicBezTo>
                    <a:cubicBezTo>
                      <a:pt x="97" y="27"/>
                      <a:pt x="97" y="27"/>
                      <a:pt x="97" y="27"/>
                    </a:cubicBezTo>
                    <a:cubicBezTo>
                      <a:pt x="112" y="37"/>
                      <a:pt x="112" y="37"/>
                      <a:pt x="112" y="37"/>
                    </a:cubicBezTo>
                    <a:cubicBezTo>
                      <a:pt x="108" y="37"/>
                      <a:pt x="105" y="37"/>
                      <a:pt x="102" y="36"/>
                    </a:cubicBezTo>
                    <a:cubicBezTo>
                      <a:pt x="96" y="35"/>
                      <a:pt x="90" y="33"/>
                      <a:pt x="85" y="31"/>
                    </a:cubicBezTo>
                    <a:cubicBezTo>
                      <a:pt x="78" y="33"/>
                      <a:pt x="78" y="33"/>
                      <a:pt x="78" y="33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15" y="71"/>
                      <a:pt x="15" y="71"/>
                      <a:pt x="15" y="71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15" y="89"/>
                      <a:pt x="15" y="89"/>
                      <a:pt x="15" y="89"/>
                    </a:cubicBezTo>
                    <a:cubicBezTo>
                      <a:pt x="24" y="84"/>
                      <a:pt x="24" y="84"/>
                      <a:pt x="24" y="84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28" y="100"/>
                      <a:pt x="28" y="100"/>
                      <a:pt x="28" y="100"/>
                    </a:cubicBezTo>
                    <a:cubicBezTo>
                      <a:pt x="36" y="98"/>
                      <a:pt x="36" y="98"/>
                      <a:pt x="36" y="98"/>
                    </a:cubicBezTo>
                    <a:cubicBezTo>
                      <a:pt x="38" y="103"/>
                      <a:pt x="38" y="103"/>
                      <a:pt x="38" y="103"/>
                    </a:cubicBezTo>
                    <a:cubicBezTo>
                      <a:pt x="54" y="107"/>
                      <a:pt x="54" y="107"/>
                      <a:pt x="54" y="107"/>
                    </a:cubicBezTo>
                    <a:cubicBezTo>
                      <a:pt x="53" y="101"/>
                      <a:pt x="53" y="101"/>
                      <a:pt x="53" y="101"/>
                    </a:cubicBezTo>
                    <a:cubicBezTo>
                      <a:pt x="90" y="99"/>
                      <a:pt x="90" y="99"/>
                      <a:pt x="90" y="99"/>
                    </a:cubicBezTo>
                    <a:cubicBezTo>
                      <a:pt x="108" y="111"/>
                      <a:pt x="108" y="111"/>
                      <a:pt x="108" y="111"/>
                    </a:cubicBezTo>
                    <a:cubicBezTo>
                      <a:pt x="113" y="111"/>
                      <a:pt x="113" y="111"/>
                      <a:pt x="113" y="111"/>
                    </a:cubicBezTo>
                    <a:cubicBezTo>
                      <a:pt x="122" y="127"/>
                      <a:pt x="122" y="127"/>
                      <a:pt x="122" y="127"/>
                    </a:cubicBezTo>
                    <a:cubicBezTo>
                      <a:pt x="131" y="129"/>
                      <a:pt x="131" y="129"/>
                      <a:pt x="131" y="129"/>
                    </a:cubicBezTo>
                    <a:cubicBezTo>
                      <a:pt x="133" y="136"/>
                      <a:pt x="133" y="136"/>
                      <a:pt x="133" y="136"/>
                    </a:cubicBezTo>
                    <a:cubicBezTo>
                      <a:pt x="144" y="143"/>
                      <a:pt x="144" y="143"/>
                      <a:pt x="144" y="143"/>
                    </a:cubicBezTo>
                    <a:cubicBezTo>
                      <a:pt x="144" y="152"/>
                      <a:pt x="144" y="152"/>
                      <a:pt x="144" y="152"/>
                    </a:cubicBezTo>
                    <a:cubicBezTo>
                      <a:pt x="149" y="160"/>
                      <a:pt x="149" y="160"/>
                      <a:pt x="149" y="160"/>
                    </a:cubicBezTo>
                    <a:cubicBezTo>
                      <a:pt x="161" y="159"/>
                      <a:pt x="161" y="159"/>
                      <a:pt x="161" y="159"/>
                    </a:cubicBezTo>
                    <a:cubicBezTo>
                      <a:pt x="166" y="147"/>
                      <a:pt x="166" y="147"/>
                      <a:pt x="166" y="147"/>
                    </a:cubicBezTo>
                    <a:cubicBezTo>
                      <a:pt x="169" y="157"/>
                      <a:pt x="169" y="157"/>
                      <a:pt x="169" y="157"/>
                    </a:cubicBezTo>
                    <a:cubicBezTo>
                      <a:pt x="182" y="159"/>
                      <a:pt x="182" y="159"/>
                      <a:pt x="182" y="159"/>
                    </a:cubicBezTo>
                    <a:cubicBezTo>
                      <a:pt x="197" y="174"/>
                      <a:pt x="197" y="174"/>
                      <a:pt x="197" y="174"/>
                    </a:cubicBezTo>
                    <a:cubicBezTo>
                      <a:pt x="188" y="172"/>
                      <a:pt x="179" y="170"/>
                      <a:pt x="169" y="168"/>
                    </a:cubicBezTo>
                    <a:cubicBezTo>
                      <a:pt x="170" y="175"/>
                      <a:pt x="170" y="175"/>
                      <a:pt x="170" y="175"/>
                    </a:cubicBezTo>
                    <a:cubicBezTo>
                      <a:pt x="200" y="192"/>
                      <a:pt x="200" y="192"/>
                      <a:pt x="200" y="192"/>
                    </a:cubicBezTo>
                    <a:cubicBezTo>
                      <a:pt x="202" y="211"/>
                      <a:pt x="202" y="211"/>
                      <a:pt x="202" y="211"/>
                    </a:cubicBezTo>
                    <a:cubicBezTo>
                      <a:pt x="188" y="217"/>
                      <a:pt x="188" y="217"/>
                      <a:pt x="188" y="217"/>
                    </a:cubicBezTo>
                    <a:cubicBezTo>
                      <a:pt x="191" y="234"/>
                      <a:pt x="194" y="252"/>
                      <a:pt x="197" y="269"/>
                    </a:cubicBezTo>
                    <a:cubicBezTo>
                      <a:pt x="209" y="276"/>
                      <a:pt x="209" y="276"/>
                      <a:pt x="209" y="276"/>
                    </a:cubicBezTo>
                    <a:cubicBezTo>
                      <a:pt x="206" y="284"/>
                      <a:pt x="206" y="284"/>
                      <a:pt x="206" y="284"/>
                    </a:cubicBezTo>
                    <a:cubicBezTo>
                      <a:pt x="224" y="318"/>
                      <a:pt x="224" y="318"/>
                      <a:pt x="224" y="318"/>
                    </a:cubicBezTo>
                    <a:cubicBezTo>
                      <a:pt x="232" y="320"/>
                      <a:pt x="232" y="320"/>
                      <a:pt x="232" y="320"/>
                    </a:cubicBezTo>
                    <a:cubicBezTo>
                      <a:pt x="233" y="329"/>
                      <a:pt x="233" y="329"/>
                      <a:pt x="233" y="329"/>
                    </a:cubicBezTo>
                    <a:cubicBezTo>
                      <a:pt x="265" y="350"/>
                      <a:pt x="265" y="350"/>
                      <a:pt x="265" y="350"/>
                    </a:cubicBezTo>
                    <a:cubicBezTo>
                      <a:pt x="281" y="356"/>
                      <a:pt x="281" y="356"/>
                      <a:pt x="281" y="356"/>
                    </a:cubicBezTo>
                    <a:cubicBezTo>
                      <a:pt x="285" y="342"/>
                      <a:pt x="285" y="342"/>
                      <a:pt x="285" y="342"/>
                    </a:cubicBezTo>
                    <a:cubicBezTo>
                      <a:pt x="281" y="336"/>
                      <a:pt x="281" y="336"/>
                      <a:pt x="281" y="336"/>
                    </a:cubicBezTo>
                    <a:cubicBezTo>
                      <a:pt x="288" y="323"/>
                      <a:pt x="288" y="323"/>
                      <a:pt x="288" y="323"/>
                    </a:cubicBezTo>
                    <a:cubicBezTo>
                      <a:pt x="287" y="303"/>
                      <a:pt x="287" y="303"/>
                      <a:pt x="287" y="303"/>
                    </a:cubicBezTo>
                    <a:cubicBezTo>
                      <a:pt x="293" y="293"/>
                      <a:pt x="298" y="284"/>
                      <a:pt x="304" y="274"/>
                    </a:cubicBezTo>
                    <a:cubicBezTo>
                      <a:pt x="309" y="271"/>
                      <a:pt x="314" y="267"/>
                      <a:pt x="319" y="263"/>
                    </a:cubicBezTo>
                    <a:cubicBezTo>
                      <a:pt x="321" y="262"/>
                      <a:pt x="323" y="260"/>
                      <a:pt x="325" y="257"/>
                    </a:cubicBezTo>
                    <a:cubicBezTo>
                      <a:pt x="327" y="263"/>
                      <a:pt x="327" y="263"/>
                      <a:pt x="327" y="263"/>
                    </a:cubicBezTo>
                    <a:cubicBezTo>
                      <a:pt x="353" y="244"/>
                      <a:pt x="353" y="244"/>
                      <a:pt x="353" y="244"/>
                    </a:cubicBezTo>
                    <a:cubicBezTo>
                      <a:pt x="357" y="231"/>
                      <a:pt x="357" y="231"/>
                      <a:pt x="357" y="231"/>
                    </a:cubicBezTo>
                    <a:cubicBezTo>
                      <a:pt x="363" y="225"/>
                      <a:pt x="363" y="225"/>
                      <a:pt x="363" y="225"/>
                    </a:cubicBezTo>
                    <a:cubicBezTo>
                      <a:pt x="362" y="215"/>
                      <a:pt x="362" y="215"/>
                      <a:pt x="362" y="215"/>
                    </a:cubicBezTo>
                    <a:cubicBezTo>
                      <a:pt x="384" y="214"/>
                      <a:pt x="384" y="214"/>
                      <a:pt x="384" y="214"/>
                    </a:cubicBezTo>
                    <a:cubicBezTo>
                      <a:pt x="422" y="192"/>
                      <a:pt x="422" y="192"/>
                      <a:pt x="422" y="192"/>
                    </a:cubicBezTo>
                    <a:cubicBezTo>
                      <a:pt x="430" y="181"/>
                      <a:pt x="430" y="181"/>
                      <a:pt x="430" y="181"/>
                    </a:cubicBezTo>
                    <a:lnTo>
                      <a:pt x="411" y="17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19" name="Google Shape;630;p50">
                <a:extLst>
                  <a:ext uri="{FF2B5EF4-FFF2-40B4-BE49-F238E27FC236}">
                    <a16:creationId xmlns:a16="http://schemas.microsoft.com/office/drawing/2014/main" id="{338F1C83-DA0D-45E5-9082-0CFF73783E36}"/>
                  </a:ext>
                </a:extLst>
              </p:cNvPr>
              <p:cNvSpPr/>
              <p:nvPr/>
            </p:nvSpPr>
            <p:spPr>
              <a:xfrm>
                <a:off x="4595096" y="3581028"/>
                <a:ext cx="233617" cy="23479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18" extrusionOk="0">
                    <a:moveTo>
                      <a:pt x="117" y="51"/>
                    </a:moveTo>
                    <a:cubicBezTo>
                      <a:pt x="115" y="46"/>
                      <a:pt x="115" y="46"/>
                      <a:pt x="115" y="46"/>
                    </a:cubicBezTo>
                    <a:cubicBezTo>
                      <a:pt x="113" y="45"/>
                      <a:pt x="113" y="45"/>
                      <a:pt x="113" y="45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8" y="38"/>
                      <a:pt x="118" y="38"/>
                      <a:pt x="118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10" y="34"/>
                      <a:pt x="110" y="34"/>
                      <a:pt x="110" y="34"/>
                    </a:cubicBezTo>
                    <a:cubicBezTo>
                      <a:pt x="109" y="29"/>
                      <a:pt x="109" y="29"/>
                      <a:pt x="109" y="29"/>
                    </a:cubicBezTo>
                    <a:cubicBezTo>
                      <a:pt x="103" y="23"/>
                      <a:pt x="103" y="23"/>
                      <a:pt x="103" y="23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100" y="14"/>
                      <a:pt x="100" y="14"/>
                      <a:pt x="100" y="14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98" y="13"/>
                      <a:pt x="93" y="13"/>
                      <a:pt x="87" y="13"/>
                    </a:cubicBezTo>
                    <a:cubicBezTo>
                      <a:pt x="86" y="13"/>
                      <a:pt x="85" y="13"/>
                      <a:pt x="84" y="13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75" y="17"/>
                      <a:pt x="75" y="17"/>
                      <a:pt x="75" y="17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68" y="14"/>
                      <a:pt x="63" y="15"/>
                      <a:pt x="58" y="16"/>
                    </a:cubicBezTo>
                    <a:cubicBezTo>
                      <a:pt x="56" y="16"/>
                      <a:pt x="54" y="16"/>
                      <a:pt x="51" y="16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6" y="5"/>
                      <a:pt x="36" y="4"/>
                      <a:pt x="35" y="3"/>
                    </a:cubicBezTo>
                    <a:cubicBezTo>
                      <a:pt x="34" y="2"/>
                      <a:pt x="34" y="1"/>
                      <a:pt x="33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4"/>
                      <a:pt x="19" y="15"/>
                      <a:pt x="19" y="17"/>
                    </a:cubicBezTo>
                    <a:cubicBezTo>
                      <a:pt x="19" y="20"/>
                      <a:pt x="19" y="22"/>
                      <a:pt x="20" y="25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1" y="31"/>
                      <a:pt x="2" y="33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6"/>
                      <a:pt x="5" y="37"/>
                      <a:pt x="5" y="39"/>
                    </a:cubicBezTo>
                    <a:cubicBezTo>
                      <a:pt x="6" y="40"/>
                      <a:pt x="6" y="43"/>
                      <a:pt x="7" y="46"/>
                    </a:cubicBezTo>
                    <a:cubicBezTo>
                      <a:pt x="7" y="48"/>
                      <a:pt x="8" y="50"/>
                      <a:pt x="8" y="53"/>
                    </a:cubicBezTo>
                    <a:cubicBezTo>
                      <a:pt x="10" y="54"/>
                      <a:pt x="12" y="55"/>
                      <a:pt x="15" y="55"/>
                    </a:cubicBezTo>
                    <a:cubicBezTo>
                      <a:pt x="19" y="57"/>
                      <a:pt x="25" y="57"/>
                      <a:pt x="30" y="58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51" y="65"/>
                      <a:pt x="51" y="65"/>
                      <a:pt x="51" y="65"/>
                    </a:cubicBezTo>
                    <a:cubicBezTo>
                      <a:pt x="50" y="89"/>
                      <a:pt x="50" y="89"/>
                      <a:pt x="50" y="89"/>
                    </a:cubicBezTo>
                    <a:cubicBezTo>
                      <a:pt x="50" y="89"/>
                      <a:pt x="51" y="91"/>
                      <a:pt x="51" y="92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7" y="102"/>
                      <a:pt x="59" y="107"/>
                      <a:pt x="62" y="112"/>
                    </a:cubicBezTo>
                    <a:cubicBezTo>
                      <a:pt x="66" y="117"/>
                      <a:pt x="66" y="117"/>
                      <a:pt x="66" y="117"/>
                    </a:cubicBezTo>
                    <a:cubicBezTo>
                      <a:pt x="66" y="117"/>
                      <a:pt x="66" y="117"/>
                      <a:pt x="67" y="118"/>
                    </a:cubicBezTo>
                    <a:cubicBezTo>
                      <a:pt x="72" y="115"/>
                      <a:pt x="72" y="115"/>
                      <a:pt x="72" y="115"/>
                    </a:cubicBezTo>
                    <a:cubicBezTo>
                      <a:pt x="74" y="110"/>
                      <a:pt x="74" y="110"/>
                      <a:pt x="74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7" y="104"/>
                      <a:pt x="87" y="104"/>
                      <a:pt x="87" y="104"/>
                    </a:cubicBezTo>
                    <a:cubicBezTo>
                      <a:pt x="89" y="102"/>
                      <a:pt x="89" y="102"/>
                      <a:pt x="89" y="102"/>
                    </a:cubicBezTo>
                    <a:cubicBezTo>
                      <a:pt x="88" y="101"/>
                      <a:pt x="88" y="101"/>
                      <a:pt x="88" y="101"/>
                    </a:cubicBezTo>
                    <a:cubicBezTo>
                      <a:pt x="85" y="100"/>
                      <a:pt x="85" y="100"/>
                      <a:pt x="85" y="100"/>
                    </a:cubicBezTo>
                    <a:cubicBezTo>
                      <a:pt x="82" y="97"/>
                      <a:pt x="82" y="97"/>
                      <a:pt x="82" y="97"/>
                    </a:cubicBezTo>
                    <a:cubicBezTo>
                      <a:pt x="81" y="97"/>
                      <a:pt x="81" y="96"/>
                      <a:pt x="81" y="96"/>
                    </a:cubicBezTo>
                    <a:cubicBezTo>
                      <a:pt x="81" y="95"/>
                      <a:pt x="81" y="95"/>
                      <a:pt x="81" y="95"/>
                    </a:cubicBezTo>
                    <a:cubicBezTo>
                      <a:pt x="81" y="93"/>
                      <a:pt x="81" y="92"/>
                      <a:pt x="81" y="90"/>
                    </a:cubicBezTo>
                    <a:cubicBezTo>
                      <a:pt x="81" y="89"/>
                      <a:pt x="81" y="87"/>
                      <a:pt x="80" y="86"/>
                    </a:cubicBezTo>
                    <a:cubicBezTo>
                      <a:pt x="80" y="85"/>
                      <a:pt x="80" y="85"/>
                      <a:pt x="80" y="85"/>
                    </a:cubicBezTo>
                    <a:cubicBezTo>
                      <a:pt x="91" y="90"/>
                      <a:pt x="91" y="90"/>
                      <a:pt x="91" y="90"/>
                    </a:cubicBezTo>
                    <a:cubicBezTo>
                      <a:pt x="95" y="84"/>
                      <a:pt x="95" y="84"/>
                      <a:pt x="95" y="84"/>
                    </a:cubicBezTo>
                    <a:cubicBezTo>
                      <a:pt x="108" y="82"/>
                      <a:pt x="108" y="82"/>
                      <a:pt x="108" y="82"/>
                    </a:cubicBezTo>
                    <a:cubicBezTo>
                      <a:pt x="113" y="75"/>
                      <a:pt x="113" y="75"/>
                      <a:pt x="113" y="75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55"/>
                      <a:pt x="106" y="55"/>
                      <a:pt x="106" y="55"/>
                    </a:cubicBezTo>
                    <a:cubicBezTo>
                      <a:pt x="110" y="53"/>
                      <a:pt x="113" y="52"/>
                      <a:pt x="117" y="51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0" name="Google Shape;631;p50">
                <a:extLst>
                  <a:ext uri="{FF2B5EF4-FFF2-40B4-BE49-F238E27FC236}">
                    <a16:creationId xmlns:a16="http://schemas.microsoft.com/office/drawing/2014/main" id="{E1F1B482-2D22-4C52-A978-CD18FD1E93BD}"/>
                  </a:ext>
                </a:extLst>
              </p:cNvPr>
              <p:cNvSpPr/>
              <p:nvPr/>
            </p:nvSpPr>
            <p:spPr>
              <a:xfrm>
                <a:off x="4853366" y="4490845"/>
                <a:ext cx="95090" cy="117396"/>
              </a:xfrm>
              <a:custGeom>
                <a:avLst/>
                <a:gdLst/>
                <a:ahLst/>
                <a:cxnLst/>
                <a:rect l="l" t="t" r="r" b="b"/>
                <a:pathLst>
                  <a:path w="48" h="59" extrusionOk="0">
                    <a:moveTo>
                      <a:pt x="45" y="35"/>
                    </a:moveTo>
                    <a:cubicBezTo>
                      <a:pt x="47" y="27"/>
                      <a:pt x="47" y="27"/>
                      <a:pt x="47" y="27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3" y="41"/>
                      <a:pt x="4" y="43"/>
                      <a:pt x="5" y="45"/>
                    </a:cubicBezTo>
                    <a:cubicBezTo>
                      <a:pt x="5" y="45"/>
                      <a:pt x="5" y="47"/>
                      <a:pt x="6" y="48"/>
                    </a:cubicBezTo>
                    <a:cubicBezTo>
                      <a:pt x="6" y="49"/>
                      <a:pt x="7" y="50"/>
                      <a:pt x="7" y="51"/>
                    </a:cubicBezTo>
                    <a:cubicBezTo>
                      <a:pt x="8" y="51"/>
                      <a:pt x="9" y="52"/>
                      <a:pt x="10" y="53"/>
                    </a:cubicBezTo>
                    <a:cubicBezTo>
                      <a:pt x="11" y="53"/>
                      <a:pt x="13" y="54"/>
                      <a:pt x="14" y="55"/>
                    </a:cubicBezTo>
                    <a:cubicBezTo>
                      <a:pt x="17" y="56"/>
                      <a:pt x="19" y="57"/>
                      <a:pt x="21" y="58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58"/>
                      <a:pt x="29" y="58"/>
                      <a:pt x="31" y="57"/>
                    </a:cubicBezTo>
                    <a:cubicBezTo>
                      <a:pt x="34" y="57"/>
                      <a:pt x="36" y="56"/>
                      <a:pt x="38" y="56"/>
                    </a:cubicBezTo>
                    <a:cubicBezTo>
                      <a:pt x="40" y="54"/>
                      <a:pt x="43" y="51"/>
                      <a:pt x="44" y="48"/>
                    </a:cubicBezTo>
                    <a:cubicBezTo>
                      <a:pt x="46" y="46"/>
                      <a:pt x="47" y="43"/>
                      <a:pt x="48" y="41"/>
                    </a:cubicBezTo>
                    <a:cubicBezTo>
                      <a:pt x="48" y="40"/>
                      <a:pt x="48" y="40"/>
                      <a:pt x="48" y="40"/>
                    </a:cubicBezTo>
                    <a:lnTo>
                      <a:pt x="45" y="3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1" name="Google Shape;632;p50">
                <a:extLst>
                  <a:ext uri="{FF2B5EF4-FFF2-40B4-BE49-F238E27FC236}">
                    <a16:creationId xmlns:a16="http://schemas.microsoft.com/office/drawing/2014/main" id="{F9E34729-39BF-4FBE-A541-0B64A03F7D89}"/>
                  </a:ext>
                </a:extLst>
              </p:cNvPr>
              <p:cNvSpPr/>
              <p:nvPr/>
            </p:nvSpPr>
            <p:spPr>
              <a:xfrm>
                <a:off x="4874498" y="3706641"/>
                <a:ext cx="63394" cy="85699"/>
              </a:xfrm>
              <a:custGeom>
                <a:avLst/>
                <a:gdLst/>
                <a:ahLst/>
                <a:cxnLst/>
                <a:rect l="l" t="t" r="r" b="b"/>
                <a:pathLst>
                  <a:path w="32" h="43" extrusionOk="0">
                    <a:moveTo>
                      <a:pt x="1" y="26"/>
                    </a:moveTo>
                    <a:cubicBezTo>
                      <a:pt x="4" y="29"/>
                      <a:pt x="4" y="29"/>
                      <a:pt x="4" y="29"/>
                    </a:cubicBezTo>
                    <a:cubicBezTo>
                      <a:pt x="4" y="34"/>
                      <a:pt x="4" y="39"/>
                      <a:pt x="3" y="43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2" y="40"/>
                      <a:pt x="22" y="40"/>
                      <a:pt x="22" y="40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29" y="34"/>
                      <a:pt x="30" y="29"/>
                      <a:pt x="31" y="24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1" y="8"/>
                      <a:pt x="29" y="7"/>
                      <a:pt x="28" y="7"/>
                    </a:cubicBezTo>
                    <a:cubicBezTo>
                      <a:pt x="21" y="6"/>
                      <a:pt x="15" y="5"/>
                      <a:pt x="8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6"/>
                      <a:pt x="2" y="13"/>
                      <a:pt x="0" y="20"/>
                    </a:cubicBezTo>
                    <a:lnTo>
                      <a:pt x="1" y="2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2" name="Google Shape;633;p50">
                <a:extLst>
                  <a:ext uri="{FF2B5EF4-FFF2-40B4-BE49-F238E27FC236}">
                    <a16:creationId xmlns:a16="http://schemas.microsoft.com/office/drawing/2014/main" id="{9C2E2505-2CF6-440B-B2BA-19423F94E5FB}"/>
                  </a:ext>
                </a:extLst>
              </p:cNvPr>
              <p:cNvSpPr/>
              <p:nvPr/>
            </p:nvSpPr>
            <p:spPr>
              <a:xfrm>
                <a:off x="4449525" y="3835777"/>
                <a:ext cx="223052" cy="3827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93" extrusionOk="0">
                    <a:moveTo>
                      <a:pt x="104" y="116"/>
                    </a:moveTo>
                    <a:cubicBezTo>
                      <a:pt x="98" y="117"/>
                      <a:pt x="98" y="117"/>
                      <a:pt x="98" y="117"/>
                    </a:cubicBezTo>
                    <a:cubicBezTo>
                      <a:pt x="97" y="103"/>
                      <a:pt x="97" y="103"/>
                      <a:pt x="97" y="103"/>
                    </a:cubicBezTo>
                    <a:cubicBezTo>
                      <a:pt x="91" y="104"/>
                      <a:pt x="91" y="104"/>
                      <a:pt x="91" y="104"/>
                    </a:cubicBezTo>
                    <a:cubicBezTo>
                      <a:pt x="80" y="95"/>
                      <a:pt x="80" y="95"/>
                      <a:pt x="80" y="95"/>
                    </a:cubicBezTo>
                    <a:cubicBezTo>
                      <a:pt x="72" y="94"/>
                      <a:pt x="72" y="94"/>
                      <a:pt x="72" y="94"/>
                    </a:cubicBezTo>
                    <a:cubicBezTo>
                      <a:pt x="72" y="88"/>
                      <a:pt x="72" y="88"/>
                      <a:pt x="72" y="88"/>
                    </a:cubicBezTo>
                    <a:cubicBezTo>
                      <a:pt x="69" y="84"/>
                      <a:pt x="69" y="84"/>
                      <a:pt x="69" y="84"/>
                    </a:cubicBezTo>
                    <a:cubicBezTo>
                      <a:pt x="69" y="68"/>
                      <a:pt x="69" y="68"/>
                      <a:pt x="69" y="68"/>
                    </a:cubicBezTo>
                    <a:cubicBezTo>
                      <a:pt x="70" y="67"/>
                      <a:pt x="70" y="67"/>
                      <a:pt x="70" y="67"/>
                    </a:cubicBezTo>
                    <a:cubicBezTo>
                      <a:pt x="74" y="61"/>
                      <a:pt x="74" y="61"/>
                      <a:pt x="74" y="61"/>
                    </a:cubicBezTo>
                    <a:cubicBezTo>
                      <a:pt x="74" y="58"/>
                      <a:pt x="74" y="58"/>
                      <a:pt x="74" y="58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80" y="55"/>
                      <a:pt x="80" y="55"/>
                      <a:pt x="80" y="55"/>
                    </a:cubicBezTo>
                    <a:cubicBezTo>
                      <a:pt x="82" y="51"/>
                      <a:pt x="82" y="51"/>
                      <a:pt x="82" y="51"/>
                    </a:cubicBezTo>
                    <a:cubicBezTo>
                      <a:pt x="95" y="43"/>
                      <a:pt x="95" y="43"/>
                      <a:pt x="95" y="43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96" y="37"/>
                      <a:pt x="96" y="37"/>
                      <a:pt x="96" y="37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94" y="25"/>
                      <a:pt x="88" y="22"/>
                      <a:pt x="83" y="18"/>
                    </a:cubicBezTo>
                    <a:cubicBezTo>
                      <a:pt x="76" y="13"/>
                      <a:pt x="70" y="7"/>
                      <a:pt x="64" y="2"/>
                    </a:cubicBezTo>
                    <a:cubicBezTo>
                      <a:pt x="64" y="1"/>
                      <a:pt x="63" y="1"/>
                      <a:pt x="63" y="1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4" y="6"/>
                      <a:pt x="54" y="9"/>
                      <a:pt x="53" y="11"/>
                    </a:cubicBezTo>
                    <a:cubicBezTo>
                      <a:pt x="53" y="13"/>
                      <a:pt x="53" y="15"/>
                      <a:pt x="52" y="17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6" y="41"/>
                      <a:pt x="26" y="43"/>
                    </a:cubicBezTo>
                    <a:cubicBezTo>
                      <a:pt x="25" y="46"/>
                      <a:pt x="24" y="48"/>
                      <a:pt x="23" y="51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3" y="68"/>
                      <a:pt x="8" y="72"/>
                      <a:pt x="13" y="75"/>
                    </a:cubicBezTo>
                    <a:cubicBezTo>
                      <a:pt x="14" y="76"/>
                      <a:pt x="15" y="77"/>
                      <a:pt x="16" y="77"/>
                    </a:cubicBezTo>
                    <a:cubicBezTo>
                      <a:pt x="40" y="129"/>
                      <a:pt x="40" y="129"/>
                      <a:pt x="40" y="129"/>
                    </a:cubicBezTo>
                    <a:cubicBezTo>
                      <a:pt x="52" y="149"/>
                      <a:pt x="52" y="149"/>
                      <a:pt x="52" y="149"/>
                    </a:cubicBezTo>
                    <a:cubicBezTo>
                      <a:pt x="50" y="154"/>
                      <a:pt x="50" y="154"/>
                      <a:pt x="50" y="154"/>
                    </a:cubicBezTo>
                    <a:cubicBezTo>
                      <a:pt x="62" y="170"/>
                      <a:pt x="62" y="170"/>
                      <a:pt x="62" y="170"/>
                    </a:cubicBezTo>
                    <a:cubicBezTo>
                      <a:pt x="92" y="188"/>
                      <a:pt x="92" y="188"/>
                      <a:pt x="92" y="188"/>
                    </a:cubicBezTo>
                    <a:cubicBezTo>
                      <a:pt x="95" y="193"/>
                      <a:pt x="95" y="193"/>
                      <a:pt x="95" y="193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5"/>
                      <a:pt x="103" y="175"/>
                      <a:pt x="103" y="175"/>
                    </a:cubicBezTo>
                    <a:cubicBezTo>
                      <a:pt x="107" y="171"/>
                      <a:pt x="107" y="171"/>
                      <a:pt x="107" y="171"/>
                    </a:cubicBezTo>
                    <a:cubicBezTo>
                      <a:pt x="107" y="150"/>
                      <a:pt x="107" y="150"/>
                      <a:pt x="107" y="150"/>
                    </a:cubicBezTo>
                    <a:cubicBezTo>
                      <a:pt x="112" y="135"/>
                      <a:pt x="112" y="135"/>
                      <a:pt x="112" y="135"/>
                    </a:cubicBezTo>
                    <a:lnTo>
                      <a:pt x="104" y="11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3" name="Google Shape;634;p50">
                <a:extLst>
                  <a:ext uri="{FF2B5EF4-FFF2-40B4-BE49-F238E27FC236}">
                    <a16:creationId xmlns:a16="http://schemas.microsoft.com/office/drawing/2014/main" id="{B52EEC0A-6609-4495-B765-AA8D958FCFBF}"/>
                  </a:ext>
                </a:extLst>
              </p:cNvPr>
              <p:cNvSpPr/>
              <p:nvPr/>
            </p:nvSpPr>
            <p:spPr>
              <a:xfrm>
                <a:off x="4789973" y="4254880"/>
                <a:ext cx="144396" cy="170224"/>
              </a:xfrm>
              <a:custGeom>
                <a:avLst/>
                <a:gdLst/>
                <a:ahLst/>
                <a:cxnLst/>
                <a:rect l="l" t="t" r="r" b="b"/>
                <a:pathLst>
                  <a:path w="73" h="86" extrusionOk="0">
                    <a:moveTo>
                      <a:pt x="5" y="5"/>
                    </a:moveTo>
                    <a:cubicBezTo>
                      <a:pt x="4" y="8"/>
                      <a:pt x="3" y="11"/>
                      <a:pt x="2" y="14"/>
                    </a:cubicBezTo>
                    <a:cubicBezTo>
                      <a:pt x="1" y="19"/>
                      <a:pt x="0" y="25"/>
                      <a:pt x="0" y="30"/>
                    </a:cubicBezTo>
                    <a:cubicBezTo>
                      <a:pt x="39" y="68"/>
                      <a:pt x="39" y="68"/>
                      <a:pt x="39" y="68"/>
                    </a:cubicBezTo>
                    <a:cubicBezTo>
                      <a:pt x="37" y="86"/>
                      <a:pt x="37" y="86"/>
                      <a:pt x="37" y="86"/>
                    </a:cubicBezTo>
                    <a:cubicBezTo>
                      <a:pt x="46" y="83"/>
                      <a:pt x="57" y="81"/>
                      <a:pt x="66" y="78"/>
                    </a:cubicBezTo>
                    <a:cubicBezTo>
                      <a:pt x="69" y="68"/>
                      <a:pt x="71" y="58"/>
                      <a:pt x="73" y="48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43" y="26"/>
                      <a:pt x="43" y="26"/>
                      <a:pt x="43" y="26"/>
                    </a:cubicBezTo>
                    <a:cubicBezTo>
                      <a:pt x="43" y="24"/>
                      <a:pt x="43" y="24"/>
                      <a:pt x="43" y="24"/>
                    </a:cubicBezTo>
                    <a:cubicBezTo>
                      <a:pt x="43" y="21"/>
                      <a:pt x="42" y="18"/>
                      <a:pt x="41" y="15"/>
                    </a:cubicBezTo>
                    <a:cubicBezTo>
                      <a:pt x="41" y="12"/>
                      <a:pt x="40" y="9"/>
                      <a:pt x="39" y="6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5" y="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4" name="Google Shape;635;p50">
                <a:extLst>
                  <a:ext uri="{FF2B5EF4-FFF2-40B4-BE49-F238E27FC236}">
                    <a16:creationId xmlns:a16="http://schemas.microsoft.com/office/drawing/2014/main" id="{E9DB618F-D728-40F2-BC1F-4D9DA78AA6EE}"/>
                  </a:ext>
                </a:extLst>
              </p:cNvPr>
              <p:cNvSpPr/>
              <p:nvPr/>
            </p:nvSpPr>
            <p:spPr>
              <a:xfrm>
                <a:off x="4930848" y="3721903"/>
                <a:ext cx="49306" cy="71611"/>
              </a:xfrm>
              <a:custGeom>
                <a:avLst/>
                <a:gdLst/>
                <a:ahLst/>
                <a:cxnLst/>
                <a:rect l="l" t="t" r="r" b="b"/>
                <a:pathLst>
                  <a:path w="25" h="36" extrusionOk="0">
                    <a:moveTo>
                      <a:pt x="1" y="4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2" y="21"/>
                      <a:pt x="1" y="26"/>
                      <a:pt x="0" y="31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0" y="29"/>
                      <a:pt x="20" y="29"/>
                      <a:pt x="20" y="29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4" y="12"/>
                      <a:pt x="22" y="10"/>
                      <a:pt x="20" y="10"/>
                    </a:cubicBezTo>
                    <a:cubicBezTo>
                      <a:pt x="15" y="6"/>
                      <a:pt x="10" y="3"/>
                      <a:pt x="4" y="0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1" y="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5" name="Google Shape;636;p50">
                <a:extLst>
                  <a:ext uri="{FF2B5EF4-FFF2-40B4-BE49-F238E27FC236}">
                    <a16:creationId xmlns:a16="http://schemas.microsoft.com/office/drawing/2014/main" id="{58920ABF-76A4-49D3-A7B8-5FBBA7066B09}"/>
                  </a:ext>
                </a:extLst>
              </p:cNvPr>
              <p:cNvSpPr/>
              <p:nvPr/>
            </p:nvSpPr>
            <p:spPr>
              <a:xfrm>
                <a:off x="4805235" y="3660857"/>
                <a:ext cx="81003" cy="152615"/>
              </a:xfrm>
              <a:custGeom>
                <a:avLst/>
                <a:gdLst/>
                <a:ahLst/>
                <a:cxnLst/>
                <a:rect l="l" t="t" r="r" b="b"/>
                <a:pathLst>
                  <a:path w="41" h="77" extrusionOk="0">
                    <a:moveTo>
                      <a:pt x="9" y="6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7" y="12"/>
                      <a:pt x="4" y="13"/>
                      <a:pt x="0" y="1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55"/>
                      <a:pt x="16" y="55"/>
                      <a:pt x="16" y="55"/>
                    </a:cubicBezTo>
                    <a:cubicBezTo>
                      <a:pt x="14" y="64"/>
                      <a:pt x="14" y="64"/>
                      <a:pt x="14" y="64"/>
                    </a:cubicBezTo>
                    <a:cubicBezTo>
                      <a:pt x="15" y="65"/>
                      <a:pt x="16" y="67"/>
                      <a:pt x="17" y="68"/>
                    </a:cubicBezTo>
                    <a:cubicBezTo>
                      <a:pt x="19" y="71"/>
                      <a:pt x="19" y="71"/>
                      <a:pt x="19" y="71"/>
                    </a:cubicBezTo>
                    <a:cubicBezTo>
                      <a:pt x="19" y="71"/>
                      <a:pt x="19" y="71"/>
                      <a:pt x="20" y="72"/>
                    </a:cubicBezTo>
                    <a:cubicBezTo>
                      <a:pt x="21" y="74"/>
                      <a:pt x="23" y="75"/>
                      <a:pt x="25" y="77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34" y="69"/>
                      <a:pt x="34" y="69"/>
                      <a:pt x="34" y="6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9" y="62"/>
                      <a:pt x="39" y="57"/>
                      <a:pt x="39" y="52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5" y="43"/>
                      <a:pt x="35" y="43"/>
                      <a:pt x="35" y="43"/>
                    </a:cubicBezTo>
                    <a:cubicBezTo>
                      <a:pt x="37" y="36"/>
                      <a:pt x="39" y="29"/>
                      <a:pt x="41" y="23"/>
                    </a:cubicBezTo>
                    <a:cubicBezTo>
                      <a:pt x="38" y="21"/>
                      <a:pt x="34" y="19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2" y="2"/>
                      <a:pt x="17" y="1"/>
                      <a:pt x="13" y="0"/>
                    </a:cubicBezTo>
                    <a:cubicBezTo>
                      <a:pt x="11" y="0"/>
                      <a:pt x="9" y="0"/>
                      <a:pt x="6" y="1"/>
                    </a:cubicBezTo>
                    <a:cubicBezTo>
                      <a:pt x="7" y="5"/>
                      <a:pt x="7" y="5"/>
                      <a:pt x="7" y="5"/>
                    </a:cubicBezTo>
                    <a:lnTo>
                      <a:pt x="9" y="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6" name="Google Shape;637;p50">
                <a:extLst>
                  <a:ext uri="{FF2B5EF4-FFF2-40B4-BE49-F238E27FC236}">
                    <a16:creationId xmlns:a16="http://schemas.microsoft.com/office/drawing/2014/main" id="{D8F616C3-4D19-47CA-B243-4EF0D1A69839}"/>
                  </a:ext>
                </a:extLst>
              </p:cNvPr>
              <p:cNvSpPr/>
              <p:nvPr/>
            </p:nvSpPr>
            <p:spPr>
              <a:xfrm>
                <a:off x="4455395" y="3793514"/>
                <a:ext cx="105656" cy="143223"/>
              </a:xfrm>
              <a:custGeom>
                <a:avLst/>
                <a:gdLst/>
                <a:ahLst/>
                <a:cxnLst/>
                <a:rect l="l" t="t" r="r" b="b"/>
                <a:pathLst>
                  <a:path w="53" h="72" extrusionOk="0">
                    <a:moveTo>
                      <a:pt x="53" y="21"/>
                    </a:moveTo>
                    <a:cubicBezTo>
                      <a:pt x="44" y="16"/>
                      <a:pt x="35" y="11"/>
                      <a:pt x="27" y="5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4" y="9"/>
                      <a:pt x="9" y="17"/>
                      <a:pt x="5" y="26"/>
                    </a:cubicBezTo>
                    <a:cubicBezTo>
                      <a:pt x="3" y="29"/>
                      <a:pt x="1" y="31"/>
                      <a:pt x="0" y="32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1" y="55"/>
                      <a:pt x="9" y="59"/>
                      <a:pt x="8" y="62"/>
                    </a:cubicBezTo>
                    <a:cubicBezTo>
                      <a:pt x="8" y="63"/>
                      <a:pt x="7" y="64"/>
                      <a:pt x="6" y="64"/>
                    </a:cubicBezTo>
                    <a:cubicBezTo>
                      <a:pt x="8" y="70"/>
                      <a:pt x="8" y="70"/>
                      <a:pt x="8" y="70"/>
                    </a:cubicBezTo>
                    <a:cubicBezTo>
                      <a:pt x="10" y="70"/>
                      <a:pt x="10" y="70"/>
                      <a:pt x="10" y="70"/>
                    </a:cubicBezTo>
                    <a:cubicBezTo>
                      <a:pt x="14" y="69"/>
                      <a:pt x="14" y="69"/>
                      <a:pt x="14" y="69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1" y="69"/>
                      <a:pt x="22" y="67"/>
                      <a:pt x="23" y="64"/>
                    </a:cubicBezTo>
                    <a:cubicBezTo>
                      <a:pt x="23" y="62"/>
                      <a:pt x="24" y="60"/>
                      <a:pt x="24" y="58"/>
                    </a:cubicBezTo>
                    <a:cubicBezTo>
                      <a:pt x="33" y="54"/>
                      <a:pt x="33" y="54"/>
                      <a:pt x="33" y="54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50" y="36"/>
                      <a:pt x="50" y="34"/>
                      <a:pt x="50" y="32"/>
                    </a:cubicBezTo>
                    <a:cubicBezTo>
                      <a:pt x="51" y="30"/>
                      <a:pt x="51" y="27"/>
                      <a:pt x="50" y="24"/>
                    </a:cubicBezTo>
                    <a:lnTo>
                      <a:pt x="53" y="21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7" name="Google Shape;638;p50">
                <a:extLst>
                  <a:ext uri="{FF2B5EF4-FFF2-40B4-BE49-F238E27FC236}">
                    <a16:creationId xmlns:a16="http://schemas.microsoft.com/office/drawing/2014/main" id="{7407D8FD-3A32-4274-994A-41B5EE8151CA}"/>
                  </a:ext>
                </a:extLst>
              </p:cNvPr>
              <p:cNvSpPr/>
              <p:nvPr/>
            </p:nvSpPr>
            <p:spPr>
              <a:xfrm>
                <a:off x="4491788" y="3572810"/>
                <a:ext cx="226573" cy="34044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1" extrusionOk="0">
                    <a:moveTo>
                      <a:pt x="106" y="101"/>
                    </a:moveTo>
                    <a:cubicBezTo>
                      <a:pt x="103" y="96"/>
                      <a:pt x="103" y="96"/>
                      <a:pt x="103" y="96"/>
                    </a:cubicBezTo>
                    <a:cubicBezTo>
                      <a:pt x="103" y="95"/>
                      <a:pt x="102" y="93"/>
                      <a:pt x="102" y="93"/>
                    </a:cubicBezTo>
                    <a:cubicBezTo>
                      <a:pt x="103" y="69"/>
                      <a:pt x="103" y="69"/>
                      <a:pt x="103" y="69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82" y="62"/>
                      <a:pt x="82" y="62"/>
                      <a:pt x="82" y="62"/>
                    </a:cubicBezTo>
                    <a:cubicBezTo>
                      <a:pt x="77" y="61"/>
                      <a:pt x="71" y="61"/>
                      <a:pt x="67" y="59"/>
                    </a:cubicBezTo>
                    <a:cubicBezTo>
                      <a:pt x="64" y="59"/>
                      <a:pt x="62" y="58"/>
                      <a:pt x="60" y="57"/>
                    </a:cubicBezTo>
                    <a:cubicBezTo>
                      <a:pt x="60" y="57"/>
                      <a:pt x="60" y="53"/>
                      <a:pt x="59" y="50"/>
                    </a:cubicBezTo>
                    <a:cubicBezTo>
                      <a:pt x="58" y="47"/>
                      <a:pt x="58" y="45"/>
                      <a:pt x="57" y="43"/>
                    </a:cubicBezTo>
                    <a:cubicBezTo>
                      <a:pt x="56" y="41"/>
                      <a:pt x="56" y="40"/>
                      <a:pt x="55" y="38"/>
                    </a:cubicBezTo>
                    <a:cubicBezTo>
                      <a:pt x="55" y="38"/>
                      <a:pt x="55" y="38"/>
                      <a:pt x="54" y="37"/>
                    </a:cubicBezTo>
                    <a:cubicBezTo>
                      <a:pt x="54" y="36"/>
                      <a:pt x="53" y="35"/>
                      <a:pt x="52" y="33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65" y="11"/>
                      <a:pt x="65" y="11"/>
                      <a:pt x="65" y="11"/>
                    </a:cubicBezTo>
                    <a:cubicBezTo>
                      <a:pt x="67" y="7"/>
                      <a:pt x="67" y="7"/>
                      <a:pt x="67" y="7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3"/>
                      <a:pt x="73" y="3"/>
                      <a:pt x="73" y="3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62" y="5"/>
                      <a:pt x="57" y="7"/>
                      <a:pt x="52" y="10"/>
                    </a:cubicBezTo>
                    <a:cubicBezTo>
                      <a:pt x="50" y="11"/>
                      <a:pt x="48" y="12"/>
                      <a:pt x="45" y="13"/>
                    </a:cubicBezTo>
                    <a:cubicBezTo>
                      <a:pt x="43" y="14"/>
                      <a:pt x="40" y="15"/>
                      <a:pt x="37" y="16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5"/>
                      <a:pt x="19" y="4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17" y="53"/>
                      <a:pt x="17" y="53"/>
                      <a:pt x="17" y="53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4" y="90"/>
                      <a:pt x="14" y="90"/>
                      <a:pt x="14" y="90"/>
                    </a:cubicBezTo>
                    <a:cubicBezTo>
                      <a:pt x="16" y="94"/>
                      <a:pt x="16" y="94"/>
                      <a:pt x="16" y="94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9" y="103"/>
                      <a:pt x="9" y="103"/>
                      <a:pt x="9" y="103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9" y="116"/>
                      <a:pt x="9" y="116"/>
                      <a:pt x="9" y="116"/>
                    </a:cubicBezTo>
                    <a:cubicBezTo>
                      <a:pt x="17" y="122"/>
                      <a:pt x="26" y="127"/>
                      <a:pt x="35" y="132"/>
                    </a:cubicBezTo>
                    <a:cubicBezTo>
                      <a:pt x="42" y="133"/>
                      <a:pt x="42" y="133"/>
                      <a:pt x="42" y="133"/>
                    </a:cubicBezTo>
                    <a:cubicBezTo>
                      <a:pt x="42" y="133"/>
                      <a:pt x="43" y="133"/>
                      <a:pt x="43" y="134"/>
                    </a:cubicBezTo>
                    <a:cubicBezTo>
                      <a:pt x="49" y="139"/>
                      <a:pt x="55" y="145"/>
                      <a:pt x="62" y="150"/>
                    </a:cubicBezTo>
                    <a:cubicBezTo>
                      <a:pt x="67" y="154"/>
                      <a:pt x="73" y="157"/>
                      <a:pt x="79" y="160"/>
                    </a:cubicBezTo>
                    <a:cubicBezTo>
                      <a:pt x="75" y="169"/>
                      <a:pt x="75" y="169"/>
                      <a:pt x="75" y="169"/>
                    </a:cubicBezTo>
                    <a:cubicBezTo>
                      <a:pt x="81" y="171"/>
                      <a:pt x="81" y="171"/>
                      <a:pt x="81" y="171"/>
                    </a:cubicBezTo>
                    <a:cubicBezTo>
                      <a:pt x="88" y="151"/>
                      <a:pt x="88" y="151"/>
                      <a:pt x="88" y="151"/>
                    </a:cubicBezTo>
                    <a:cubicBezTo>
                      <a:pt x="86" y="145"/>
                      <a:pt x="86" y="145"/>
                      <a:pt x="86" y="145"/>
                    </a:cubicBezTo>
                    <a:cubicBezTo>
                      <a:pt x="83" y="142"/>
                      <a:pt x="83" y="142"/>
                      <a:pt x="83" y="142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8" y="134"/>
                      <a:pt x="88" y="134"/>
                      <a:pt x="88" y="134"/>
                    </a:cubicBezTo>
                    <a:cubicBezTo>
                      <a:pt x="93" y="133"/>
                      <a:pt x="93" y="133"/>
                      <a:pt x="93" y="133"/>
                    </a:cubicBezTo>
                    <a:cubicBezTo>
                      <a:pt x="92" y="129"/>
                      <a:pt x="92" y="129"/>
                      <a:pt x="92" y="129"/>
                    </a:cubicBezTo>
                    <a:cubicBezTo>
                      <a:pt x="88" y="126"/>
                      <a:pt x="88" y="126"/>
                      <a:pt x="88" y="126"/>
                    </a:cubicBezTo>
                    <a:cubicBezTo>
                      <a:pt x="89" y="119"/>
                      <a:pt x="89" y="119"/>
                      <a:pt x="89" y="119"/>
                    </a:cubicBezTo>
                    <a:cubicBezTo>
                      <a:pt x="95" y="119"/>
                      <a:pt x="95" y="119"/>
                      <a:pt x="95" y="119"/>
                    </a:cubicBezTo>
                    <a:cubicBezTo>
                      <a:pt x="97" y="112"/>
                      <a:pt x="97" y="112"/>
                      <a:pt x="97" y="112"/>
                    </a:cubicBezTo>
                    <a:cubicBezTo>
                      <a:pt x="101" y="113"/>
                      <a:pt x="101" y="113"/>
                      <a:pt x="101" y="113"/>
                    </a:cubicBezTo>
                    <a:cubicBezTo>
                      <a:pt x="107" y="110"/>
                      <a:pt x="107" y="110"/>
                      <a:pt x="107" y="110"/>
                    </a:cubicBezTo>
                    <a:cubicBezTo>
                      <a:pt x="110" y="117"/>
                      <a:pt x="110" y="117"/>
                      <a:pt x="110" y="117"/>
                    </a:cubicBezTo>
                    <a:cubicBezTo>
                      <a:pt x="114" y="116"/>
                      <a:pt x="114" y="116"/>
                      <a:pt x="114" y="116"/>
                    </a:cubicBezTo>
                    <a:cubicBezTo>
                      <a:pt x="111" y="111"/>
                      <a:pt x="109" y="106"/>
                      <a:pt x="106" y="101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728" name="Google Shape;639;p50">
                <a:extLst>
                  <a:ext uri="{FF2B5EF4-FFF2-40B4-BE49-F238E27FC236}">
                    <a16:creationId xmlns:a16="http://schemas.microsoft.com/office/drawing/2014/main" id="{44F8EB41-F917-41EC-920C-2D4E35EA591D}"/>
                  </a:ext>
                </a:extLst>
              </p:cNvPr>
              <p:cNvGrpSpPr/>
              <p:nvPr/>
            </p:nvGrpSpPr>
            <p:grpSpPr>
              <a:xfrm>
                <a:off x="4552833" y="4191486"/>
                <a:ext cx="154962" cy="893381"/>
                <a:chOff x="2370137" y="4564063"/>
                <a:chExt cx="209550" cy="1208087"/>
              </a:xfrm>
              <a:grpFill/>
            </p:grpSpPr>
            <p:sp>
              <p:nvSpPr>
                <p:cNvPr id="787" name="Google Shape;640;p50">
                  <a:extLst>
                    <a:ext uri="{FF2B5EF4-FFF2-40B4-BE49-F238E27FC236}">
                      <a16:creationId xmlns:a16="http://schemas.microsoft.com/office/drawing/2014/main" id="{690D8B5C-75B4-49B6-8798-7BE0E043FDA2}"/>
                    </a:ext>
                  </a:extLst>
                </p:cNvPr>
                <p:cNvSpPr/>
                <p:nvPr/>
              </p:nvSpPr>
              <p:spPr>
                <a:xfrm>
                  <a:off x="2393950" y="5334000"/>
                  <a:ext cx="1905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2" extrusionOk="0">
                      <a:moveTo>
                        <a:pt x="12" y="19"/>
                      </a:moveTo>
                      <a:lnTo>
                        <a:pt x="12" y="0"/>
                      </a:lnTo>
                      <a:lnTo>
                        <a:pt x="2" y="2"/>
                      </a:lnTo>
                      <a:lnTo>
                        <a:pt x="0" y="32"/>
                      </a:lnTo>
                      <a:lnTo>
                        <a:pt x="7" y="32"/>
                      </a:lnTo>
                      <a:lnTo>
                        <a:pt x="12" y="19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88" name="Google Shape;641;p50">
                  <a:extLst>
                    <a:ext uri="{FF2B5EF4-FFF2-40B4-BE49-F238E27FC236}">
                      <a16:creationId xmlns:a16="http://schemas.microsoft.com/office/drawing/2014/main" id="{74DECA0A-A74D-4DFB-A257-33040B49FB4E}"/>
                    </a:ext>
                  </a:extLst>
                </p:cNvPr>
                <p:cNvSpPr/>
                <p:nvPr/>
              </p:nvSpPr>
              <p:spPr>
                <a:xfrm>
                  <a:off x="2386012" y="5441950"/>
                  <a:ext cx="17462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3" extrusionOk="0">
                      <a:moveTo>
                        <a:pt x="0" y="8"/>
                      </a:moveTo>
                      <a:lnTo>
                        <a:pt x="5" y="10"/>
                      </a:lnTo>
                      <a:lnTo>
                        <a:pt x="9" y="13"/>
                      </a:lnTo>
                      <a:lnTo>
                        <a:pt x="11" y="3"/>
                      </a:lnTo>
                      <a:lnTo>
                        <a:pt x="9" y="0"/>
                      </a:lnTo>
                      <a:lnTo>
                        <a:pt x="2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89" name="Google Shape;642;p50">
                  <a:extLst>
                    <a:ext uri="{FF2B5EF4-FFF2-40B4-BE49-F238E27FC236}">
                      <a16:creationId xmlns:a16="http://schemas.microsoft.com/office/drawing/2014/main" id="{1C01F386-96D4-4DDE-9D5D-ECCB972F57FC}"/>
                    </a:ext>
                  </a:extLst>
                </p:cNvPr>
                <p:cNvSpPr/>
                <p:nvPr/>
              </p:nvSpPr>
              <p:spPr>
                <a:xfrm>
                  <a:off x="2373312" y="5538788"/>
                  <a:ext cx="11112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" h="13" extrusionOk="0">
                      <a:moveTo>
                        <a:pt x="7" y="3"/>
                      </a:moveTo>
                      <a:lnTo>
                        <a:pt x="3" y="0"/>
                      </a:lnTo>
                      <a:lnTo>
                        <a:pt x="0" y="5"/>
                      </a:lnTo>
                      <a:lnTo>
                        <a:pt x="0" y="13"/>
                      </a:lnTo>
                      <a:lnTo>
                        <a:pt x="7" y="10"/>
                      </a:lnTo>
                      <a:lnTo>
                        <a:pt x="7" y="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90" name="Google Shape;643;p50">
                  <a:extLst>
                    <a:ext uri="{FF2B5EF4-FFF2-40B4-BE49-F238E27FC236}">
                      <a16:creationId xmlns:a16="http://schemas.microsoft.com/office/drawing/2014/main" id="{82AC9153-190F-4DF5-90EE-D89B4872C86C}"/>
                    </a:ext>
                  </a:extLst>
                </p:cNvPr>
                <p:cNvSpPr/>
                <p:nvPr/>
              </p:nvSpPr>
              <p:spPr>
                <a:xfrm>
                  <a:off x="2384425" y="5610225"/>
                  <a:ext cx="9525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5" extrusionOk="0">
                      <a:moveTo>
                        <a:pt x="6" y="2"/>
                      </a:move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3" y="15"/>
                      </a:lnTo>
                      <a:lnTo>
                        <a:pt x="6" y="12"/>
                      </a:lnTo>
                      <a:lnTo>
                        <a:pt x="6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91" name="Google Shape;644;p50">
                  <a:extLst>
                    <a:ext uri="{FF2B5EF4-FFF2-40B4-BE49-F238E27FC236}">
                      <a16:creationId xmlns:a16="http://schemas.microsoft.com/office/drawing/2014/main" id="{662F453C-263C-4293-A3D9-E5292CDC670E}"/>
                    </a:ext>
                  </a:extLst>
                </p:cNvPr>
                <p:cNvSpPr/>
                <p:nvPr/>
              </p:nvSpPr>
              <p:spPr>
                <a:xfrm>
                  <a:off x="2416175" y="5722938"/>
                  <a:ext cx="23812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10" extrusionOk="0">
                      <a:moveTo>
                        <a:pt x="0" y="4"/>
                      </a:moveTo>
                      <a:lnTo>
                        <a:pt x="5" y="10"/>
                      </a:lnTo>
                      <a:lnTo>
                        <a:pt x="12" y="10"/>
                      </a:lnTo>
                      <a:lnTo>
                        <a:pt x="15" y="7"/>
                      </a:lnTo>
                      <a:lnTo>
                        <a:pt x="5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92" name="Google Shape;645;p50">
                  <a:extLst>
                    <a:ext uri="{FF2B5EF4-FFF2-40B4-BE49-F238E27FC236}">
                      <a16:creationId xmlns:a16="http://schemas.microsoft.com/office/drawing/2014/main" id="{580D6F5E-0AAD-4672-B404-E8567CA39D18}"/>
                    </a:ext>
                  </a:extLst>
                </p:cNvPr>
                <p:cNvSpPr/>
                <p:nvPr/>
              </p:nvSpPr>
              <p:spPr>
                <a:xfrm>
                  <a:off x="2446337" y="5738813"/>
                  <a:ext cx="17462" cy="14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9" extrusionOk="0">
                      <a:moveTo>
                        <a:pt x="0" y="6"/>
                      </a:moveTo>
                      <a:lnTo>
                        <a:pt x="0" y="9"/>
                      </a:lnTo>
                      <a:lnTo>
                        <a:pt x="10" y="9"/>
                      </a:lnTo>
                      <a:lnTo>
                        <a:pt x="11" y="2"/>
                      </a:lnTo>
                      <a:lnTo>
                        <a:pt x="1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93" name="Google Shape;646;p50">
                  <a:extLst>
                    <a:ext uri="{FF2B5EF4-FFF2-40B4-BE49-F238E27FC236}">
                      <a16:creationId xmlns:a16="http://schemas.microsoft.com/office/drawing/2014/main" id="{8631AF12-2BA2-4825-89FA-BE6855C500F5}"/>
                    </a:ext>
                  </a:extLst>
                </p:cNvPr>
                <p:cNvSpPr/>
                <p:nvPr/>
              </p:nvSpPr>
              <p:spPr>
                <a:xfrm>
                  <a:off x="2393950" y="5653088"/>
                  <a:ext cx="14287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" h="12" extrusionOk="0">
                      <a:moveTo>
                        <a:pt x="9" y="7"/>
                      </a:move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9"/>
                      </a:lnTo>
                      <a:lnTo>
                        <a:pt x="4" y="12"/>
                      </a:lnTo>
                      <a:lnTo>
                        <a:pt x="9" y="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94" name="Google Shape;647;p50">
                  <a:extLst>
                    <a:ext uri="{FF2B5EF4-FFF2-40B4-BE49-F238E27FC236}">
                      <a16:creationId xmlns:a16="http://schemas.microsoft.com/office/drawing/2014/main" id="{C3CCC693-F578-4F57-9881-8E1904D6438F}"/>
                    </a:ext>
                  </a:extLst>
                </p:cNvPr>
                <p:cNvSpPr/>
                <p:nvPr/>
              </p:nvSpPr>
              <p:spPr>
                <a:xfrm>
                  <a:off x="2393950" y="5688013"/>
                  <a:ext cx="22225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9" extrusionOk="0">
                      <a:moveTo>
                        <a:pt x="6" y="0"/>
                      </a:moveTo>
                      <a:lnTo>
                        <a:pt x="0" y="7"/>
                      </a:lnTo>
                      <a:lnTo>
                        <a:pt x="9" y="19"/>
                      </a:lnTo>
                      <a:lnTo>
                        <a:pt x="14" y="16"/>
                      </a:lnTo>
                      <a:lnTo>
                        <a:pt x="11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95" name="Google Shape;648;p50">
                  <a:extLst>
                    <a:ext uri="{FF2B5EF4-FFF2-40B4-BE49-F238E27FC236}">
                      <a16:creationId xmlns:a16="http://schemas.microsoft.com/office/drawing/2014/main" id="{3F46002C-23BD-4DB8-82A6-432EA9A580FE}"/>
                    </a:ext>
                  </a:extLst>
                </p:cNvPr>
                <p:cNvSpPr/>
                <p:nvPr/>
              </p:nvSpPr>
              <p:spPr>
                <a:xfrm>
                  <a:off x="2370137" y="4564063"/>
                  <a:ext cx="209550" cy="1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" h="433" extrusionOk="0">
                      <a:moveTo>
                        <a:pt x="32" y="399"/>
                      </a:moveTo>
                      <a:cubicBezTo>
                        <a:pt x="26" y="399"/>
                        <a:pt x="26" y="399"/>
                        <a:pt x="26" y="399"/>
                      </a:cubicBezTo>
                      <a:cubicBezTo>
                        <a:pt x="24" y="390"/>
                        <a:pt x="24" y="390"/>
                        <a:pt x="24" y="390"/>
                      </a:cubicBezTo>
                      <a:cubicBezTo>
                        <a:pt x="26" y="379"/>
                        <a:pt x="26" y="379"/>
                        <a:pt x="26" y="379"/>
                      </a:cubicBezTo>
                      <a:cubicBezTo>
                        <a:pt x="27" y="372"/>
                        <a:pt x="27" y="372"/>
                        <a:pt x="27" y="372"/>
                      </a:cubicBezTo>
                      <a:cubicBezTo>
                        <a:pt x="27" y="370"/>
                        <a:pt x="27" y="370"/>
                        <a:pt x="27" y="370"/>
                      </a:cubicBezTo>
                      <a:cubicBezTo>
                        <a:pt x="25" y="363"/>
                        <a:pt x="25" y="363"/>
                        <a:pt x="25" y="363"/>
                      </a:cubicBezTo>
                      <a:cubicBezTo>
                        <a:pt x="21" y="351"/>
                        <a:pt x="21" y="351"/>
                        <a:pt x="21" y="351"/>
                      </a:cubicBezTo>
                      <a:cubicBezTo>
                        <a:pt x="26" y="334"/>
                        <a:pt x="26" y="334"/>
                        <a:pt x="26" y="334"/>
                      </a:cubicBezTo>
                      <a:cubicBezTo>
                        <a:pt x="33" y="327"/>
                        <a:pt x="33" y="327"/>
                        <a:pt x="33" y="327"/>
                      </a:cubicBezTo>
                      <a:cubicBezTo>
                        <a:pt x="35" y="310"/>
                        <a:pt x="35" y="310"/>
                        <a:pt x="35" y="310"/>
                      </a:cubicBezTo>
                      <a:cubicBezTo>
                        <a:pt x="31" y="301"/>
                        <a:pt x="31" y="301"/>
                        <a:pt x="31" y="301"/>
                      </a:cubicBezTo>
                      <a:cubicBezTo>
                        <a:pt x="32" y="266"/>
                        <a:pt x="32" y="266"/>
                        <a:pt x="32" y="266"/>
                      </a:cubicBezTo>
                      <a:cubicBezTo>
                        <a:pt x="35" y="260"/>
                        <a:pt x="35" y="260"/>
                        <a:pt x="35" y="260"/>
                      </a:cubicBezTo>
                      <a:cubicBezTo>
                        <a:pt x="35" y="254"/>
                        <a:pt x="35" y="254"/>
                        <a:pt x="35" y="254"/>
                      </a:cubicBezTo>
                      <a:cubicBezTo>
                        <a:pt x="40" y="232"/>
                        <a:pt x="40" y="232"/>
                        <a:pt x="40" y="232"/>
                      </a:cubicBezTo>
                      <a:cubicBezTo>
                        <a:pt x="40" y="225"/>
                        <a:pt x="40" y="225"/>
                        <a:pt x="40" y="225"/>
                      </a:cubicBezTo>
                      <a:cubicBezTo>
                        <a:pt x="50" y="186"/>
                        <a:pt x="50" y="186"/>
                        <a:pt x="50" y="186"/>
                      </a:cubicBezTo>
                      <a:cubicBezTo>
                        <a:pt x="44" y="161"/>
                        <a:pt x="44" y="161"/>
                        <a:pt x="44" y="161"/>
                      </a:cubicBezTo>
                      <a:cubicBezTo>
                        <a:pt x="55" y="134"/>
                        <a:pt x="55" y="134"/>
                        <a:pt x="55" y="134"/>
                      </a:cubicBezTo>
                      <a:cubicBezTo>
                        <a:pt x="63" y="128"/>
                        <a:pt x="63" y="128"/>
                        <a:pt x="63" y="128"/>
                      </a:cubicBezTo>
                      <a:cubicBezTo>
                        <a:pt x="64" y="98"/>
                        <a:pt x="64" y="98"/>
                        <a:pt x="64" y="98"/>
                      </a:cubicBezTo>
                      <a:cubicBezTo>
                        <a:pt x="77" y="85"/>
                        <a:pt x="77" y="85"/>
                        <a:pt x="77" y="85"/>
                      </a:cubicBezTo>
                      <a:cubicBezTo>
                        <a:pt x="78" y="67"/>
                        <a:pt x="78" y="67"/>
                        <a:pt x="78" y="67"/>
                      </a:cubicBezTo>
                      <a:cubicBezTo>
                        <a:pt x="72" y="62"/>
                        <a:pt x="72" y="62"/>
                        <a:pt x="72" y="62"/>
                      </a:cubicBezTo>
                      <a:cubicBezTo>
                        <a:pt x="64" y="27"/>
                        <a:pt x="64" y="27"/>
                        <a:pt x="64" y="27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43" y="14"/>
                        <a:pt x="43" y="14"/>
                        <a:pt x="43" y="14"/>
                      </a:cubicBezTo>
                      <a:cubicBezTo>
                        <a:pt x="46" y="20"/>
                        <a:pt x="48" y="26"/>
                        <a:pt x="50" y="32"/>
                      </a:cubicBezTo>
                      <a:cubicBezTo>
                        <a:pt x="46" y="80"/>
                        <a:pt x="46" y="80"/>
                        <a:pt x="46" y="80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37" y="141"/>
                        <a:pt x="37" y="141"/>
                        <a:pt x="37" y="141"/>
                      </a:cubicBezTo>
                      <a:cubicBezTo>
                        <a:pt x="35" y="152"/>
                        <a:pt x="35" y="152"/>
                        <a:pt x="35" y="152"/>
                      </a:cubicBezTo>
                      <a:cubicBezTo>
                        <a:pt x="32" y="150"/>
                        <a:pt x="32" y="150"/>
                        <a:pt x="32" y="150"/>
                      </a:cubicBezTo>
                      <a:cubicBezTo>
                        <a:pt x="31" y="166"/>
                        <a:pt x="31" y="181"/>
                        <a:pt x="31" y="196"/>
                      </a:cubicBezTo>
                      <a:cubicBezTo>
                        <a:pt x="20" y="228"/>
                        <a:pt x="20" y="228"/>
                        <a:pt x="20" y="228"/>
                      </a:cubicBezTo>
                      <a:cubicBezTo>
                        <a:pt x="17" y="228"/>
                        <a:pt x="17" y="228"/>
                        <a:pt x="17" y="228"/>
                      </a:cubicBezTo>
                      <a:cubicBezTo>
                        <a:pt x="17" y="223"/>
                        <a:pt x="17" y="223"/>
                        <a:pt x="17" y="223"/>
                      </a:cubicBezTo>
                      <a:cubicBezTo>
                        <a:pt x="17" y="229"/>
                        <a:pt x="17" y="236"/>
                        <a:pt x="18" y="242"/>
                      </a:cubicBezTo>
                      <a:cubicBezTo>
                        <a:pt x="18" y="247"/>
                        <a:pt x="19" y="251"/>
                        <a:pt x="20" y="256"/>
                      </a:cubicBezTo>
                      <a:cubicBezTo>
                        <a:pt x="17" y="262"/>
                        <a:pt x="16" y="267"/>
                        <a:pt x="14" y="273"/>
                      </a:cubicBezTo>
                      <a:cubicBezTo>
                        <a:pt x="14" y="276"/>
                        <a:pt x="14" y="279"/>
                        <a:pt x="14" y="282"/>
                      </a:cubicBezTo>
                      <a:cubicBezTo>
                        <a:pt x="18" y="282"/>
                        <a:pt x="18" y="282"/>
                        <a:pt x="18" y="282"/>
                      </a:cubicBezTo>
                      <a:cubicBezTo>
                        <a:pt x="19" y="277"/>
                        <a:pt x="19" y="277"/>
                        <a:pt x="19" y="277"/>
                      </a:cubicBezTo>
                      <a:cubicBezTo>
                        <a:pt x="23" y="280"/>
                        <a:pt x="23" y="280"/>
                        <a:pt x="23" y="280"/>
                      </a:cubicBezTo>
                      <a:cubicBezTo>
                        <a:pt x="22" y="290"/>
                        <a:pt x="20" y="300"/>
                        <a:pt x="18" y="309"/>
                      </a:cubicBezTo>
                      <a:cubicBezTo>
                        <a:pt x="20" y="312"/>
                        <a:pt x="20" y="312"/>
                        <a:pt x="20" y="312"/>
                      </a:cubicBezTo>
                      <a:cubicBezTo>
                        <a:pt x="19" y="319"/>
                        <a:pt x="18" y="326"/>
                        <a:pt x="17" y="332"/>
                      </a:cubicBezTo>
                      <a:cubicBezTo>
                        <a:pt x="17" y="335"/>
                        <a:pt x="16" y="337"/>
                        <a:pt x="15" y="339"/>
                      </a:cubicBezTo>
                      <a:cubicBezTo>
                        <a:pt x="10" y="342"/>
                        <a:pt x="10" y="342"/>
                        <a:pt x="10" y="342"/>
                      </a:cubicBezTo>
                      <a:cubicBezTo>
                        <a:pt x="7" y="341"/>
                        <a:pt x="7" y="341"/>
                        <a:pt x="7" y="341"/>
                      </a:cubicBezTo>
                      <a:cubicBezTo>
                        <a:pt x="10" y="338"/>
                        <a:pt x="10" y="338"/>
                        <a:pt x="10" y="338"/>
                      </a:cubicBezTo>
                      <a:cubicBezTo>
                        <a:pt x="9" y="336"/>
                        <a:pt x="9" y="336"/>
                        <a:pt x="9" y="336"/>
                      </a:cubicBezTo>
                      <a:cubicBezTo>
                        <a:pt x="4" y="335"/>
                        <a:pt x="4" y="335"/>
                        <a:pt x="4" y="335"/>
                      </a:cubicBezTo>
                      <a:cubicBezTo>
                        <a:pt x="3" y="339"/>
                        <a:pt x="2" y="343"/>
                        <a:pt x="1" y="347"/>
                      </a:cubicBezTo>
                      <a:cubicBezTo>
                        <a:pt x="0" y="348"/>
                        <a:pt x="0" y="350"/>
                        <a:pt x="0" y="352"/>
                      </a:cubicBezTo>
                      <a:cubicBezTo>
                        <a:pt x="3" y="351"/>
                        <a:pt x="3" y="351"/>
                        <a:pt x="3" y="351"/>
                      </a:cubicBezTo>
                      <a:cubicBezTo>
                        <a:pt x="5" y="347"/>
                        <a:pt x="5" y="347"/>
                        <a:pt x="5" y="347"/>
                      </a:cubicBezTo>
                      <a:cubicBezTo>
                        <a:pt x="9" y="349"/>
                        <a:pt x="9" y="349"/>
                        <a:pt x="9" y="349"/>
                      </a:cubicBezTo>
                      <a:cubicBezTo>
                        <a:pt x="13" y="348"/>
                        <a:pt x="13" y="348"/>
                        <a:pt x="13" y="348"/>
                      </a:cubicBezTo>
                      <a:cubicBezTo>
                        <a:pt x="10" y="356"/>
                        <a:pt x="10" y="356"/>
                        <a:pt x="10" y="356"/>
                      </a:cubicBezTo>
                      <a:cubicBezTo>
                        <a:pt x="12" y="361"/>
                        <a:pt x="12" y="361"/>
                        <a:pt x="12" y="361"/>
                      </a:cubicBezTo>
                      <a:cubicBezTo>
                        <a:pt x="9" y="364"/>
                        <a:pt x="9" y="364"/>
                        <a:pt x="9" y="364"/>
                      </a:cubicBezTo>
                      <a:cubicBezTo>
                        <a:pt x="12" y="368"/>
                        <a:pt x="12" y="368"/>
                        <a:pt x="12" y="368"/>
                      </a:cubicBezTo>
                      <a:cubicBezTo>
                        <a:pt x="11" y="373"/>
                        <a:pt x="11" y="373"/>
                        <a:pt x="11" y="373"/>
                      </a:cubicBezTo>
                      <a:cubicBezTo>
                        <a:pt x="6" y="371"/>
                        <a:pt x="6" y="371"/>
                        <a:pt x="6" y="371"/>
                      </a:cubicBezTo>
                      <a:cubicBezTo>
                        <a:pt x="3" y="376"/>
                        <a:pt x="3" y="376"/>
                        <a:pt x="3" y="376"/>
                      </a:cubicBezTo>
                      <a:cubicBezTo>
                        <a:pt x="6" y="386"/>
                        <a:pt x="6" y="386"/>
                        <a:pt x="6" y="386"/>
                      </a:cubicBezTo>
                      <a:cubicBezTo>
                        <a:pt x="12" y="381"/>
                        <a:pt x="12" y="381"/>
                        <a:pt x="12" y="381"/>
                      </a:cubicBezTo>
                      <a:cubicBezTo>
                        <a:pt x="13" y="385"/>
                        <a:pt x="13" y="385"/>
                        <a:pt x="13" y="385"/>
                      </a:cubicBezTo>
                      <a:cubicBezTo>
                        <a:pt x="11" y="389"/>
                        <a:pt x="11" y="389"/>
                        <a:pt x="11" y="389"/>
                      </a:cubicBezTo>
                      <a:cubicBezTo>
                        <a:pt x="13" y="393"/>
                        <a:pt x="15" y="398"/>
                        <a:pt x="17" y="403"/>
                      </a:cubicBezTo>
                      <a:cubicBezTo>
                        <a:pt x="17" y="411"/>
                        <a:pt x="17" y="411"/>
                        <a:pt x="17" y="411"/>
                      </a:cubicBezTo>
                      <a:cubicBezTo>
                        <a:pt x="21" y="416"/>
                        <a:pt x="21" y="416"/>
                        <a:pt x="21" y="416"/>
                      </a:cubicBezTo>
                      <a:cubicBezTo>
                        <a:pt x="20" y="420"/>
                        <a:pt x="20" y="420"/>
                        <a:pt x="20" y="420"/>
                      </a:cubicBezTo>
                      <a:cubicBezTo>
                        <a:pt x="25" y="418"/>
                        <a:pt x="25" y="418"/>
                        <a:pt x="25" y="418"/>
                      </a:cubicBezTo>
                      <a:cubicBezTo>
                        <a:pt x="27" y="420"/>
                        <a:pt x="27" y="420"/>
                        <a:pt x="27" y="420"/>
                      </a:cubicBezTo>
                      <a:cubicBezTo>
                        <a:pt x="21" y="424"/>
                        <a:pt x="21" y="424"/>
                        <a:pt x="21" y="424"/>
                      </a:cubicBezTo>
                      <a:cubicBezTo>
                        <a:pt x="25" y="430"/>
                        <a:pt x="25" y="430"/>
                        <a:pt x="25" y="430"/>
                      </a:cubicBezTo>
                      <a:cubicBezTo>
                        <a:pt x="25" y="429"/>
                        <a:pt x="25" y="428"/>
                        <a:pt x="26" y="428"/>
                      </a:cubicBezTo>
                      <a:cubicBezTo>
                        <a:pt x="27" y="425"/>
                        <a:pt x="28" y="423"/>
                        <a:pt x="29" y="421"/>
                      </a:cubicBezTo>
                      <a:cubicBezTo>
                        <a:pt x="32" y="424"/>
                        <a:pt x="32" y="424"/>
                        <a:pt x="32" y="424"/>
                      </a:cubicBezTo>
                      <a:cubicBezTo>
                        <a:pt x="29" y="429"/>
                        <a:pt x="29" y="429"/>
                        <a:pt x="29" y="429"/>
                      </a:cubicBezTo>
                      <a:cubicBezTo>
                        <a:pt x="29" y="432"/>
                        <a:pt x="29" y="432"/>
                        <a:pt x="29" y="432"/>
                      </a:cubicBezTo>
                      <a:cubicBezTo>
                        <a:pt x="37" y="433"/>
                        <a:pt x="37" y="433"/>
                        <a:pt x="37" y="433"/>
                      </a:cubicBezTo>
                      <a:cubicBezTo>
                        <a:pt x="38" y="419"/>
                        <a:pt x="38" y="419"/>
                        <a:pt x="38" y="419"/>
                      </a:cubicBezTo>
                      <a:cubicBezTo>
                        <a:pt x="43" y="416"/>
                        <a:pt x="43" y="416"/>
                        <a:pt x="43" y="416"/>
                      </a:cubicBezTo>
                      <a:cubicBezTo>
                        <a:pt x="38" y="410"/>
                        <a:pt x="38" y="410"/>
                        <a:pt x="38" y="410"/>
                      </a:cubicBezTo>
                      <a:lnTo>
                        <a:pt x="32" y="399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96" name="Google Shape;649;p50">
                  <a:extLst>
                    <a:ext uri="{FF2B5EF4-FFF2-40B4-BE49-F238E27FC236}">
                      <a16:creationId xmlns:a16="http://schemas.microsoft.com/office/drawing/2014/main" id="{95BE11AF-1612-4C1C-A7BF-05B10A666D12}"/>
                    </a:ext>
                  </a:extLst>
                </p:cNvPr>
                <p:cNvSpPr/>
                <p:nvPr/>
              </p:nvSpPr>
              <p:spPr>
                <a:xfrm>
                  <a:off x="2474912" y="5688013"/>
                  <a:ext cx="66675" cy="84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31" extrusionOk="0">
                      <a:moveTo>
                        <a:pt x="22" y="5"/>
                      </a:move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7" y="20"/>
                        <a:pt x="7" y="20"/>
                        <a:pt x="7" y="20"/>
                      </a:cubicBezTo>
                      <a:cubicBezTo>
                        <a:pt x="1" y="17"/>
                        <a:pt x="1" y="17"/>
                        <a:pt x="1" y="17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6" y="27"/>
                        <a:pt x="13" y="28"/>
                        <a:pt x="19" y="29"/>
                      </a:cubicBezTo>
                      <a:cubicBezTo>
                        <a:pt x="22" y="31"/>
                        <a:pt x="22" y="31"/>
                        <a:pt x="22" y="31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lnTo>
                        <a:pt x="22" y="5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729" name="Google Shape;650;p50">
                <a:extLst>
                  <a:ext uri="{FF2B5EF4-FFF2-40B4-BE49-F238E27FC236}">
                    <a16:creationId xmlns:a16="http://schemas.microsoft.com/office/drawing/2014/main" id="{98C1FEEA-9786-4B2A-8F61-E5236E8CE6A2}"/>
                  </a:ext>
                </a:extLst>
              </p:cNvPr>
              <p:cNvSpPr/>
              <p:nvPr/>
            </p:nvSpPr>
            <p:spPr>
              <a:xfrm>
                <a:off x="4586878" y="3730120"/>
                <a:ext cx="692635" cy="841728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24" extrusionOk="0">
                    <a:moveTo>
                      <a:pt x="349" y="127"/>
                    </a:moveTo>
                    <a:cubicBezTo>
                      <a:pt x="347" y="118"/>
                      <a:pt x="347" y="118"/>
                      <a:pt x="347" y="118"/>
                    </a:cubicBezTo>
                    <a:cubicBezTo>
                      <a:pt x="342" y="114"/>
                      <a:pt x="342" y="114"/>
                      <a:pt x="342" y="114"/>
                    </a:cubicBezTo>
                    <a:cubicBezTo>
                      <a:pt x="323" y="106"/>
                      <a:pt x="323" y="106"/>
                      <a:pt x="323" y="106"/>
                    </a:cubicBezTo>
                    <a:cubicBezTo>
                      <a:pt x="313" y="99"/>
                      <a:pt x="313" y="99"/>
                      <a:pt x="313" y="99"/>
                    </a:cubicBezTo>
                    <a:cubicBezTo>
                      <a:pt x="304" y="89"/>
                      <a:pt x="304" y="89"/>
                      <a:pt x="304" y="89"/>
                    </a:cubicBezTo>
                    <a:cubicBezTo>
                      <a:pt x="300" y="87"/>
                      <a:pt x="300" y="87"/>
                      <a:pt x="300" y="87"/>
                    </a:cubicBezTo>
                    <a:cubicBezTo>
                      <a:pt x="293" y="88"/>
                      <a:pt x="293" y="88"/>
                      <a:pt x="293" y="88"/>
                    </a:cubicBezTo>
                    <a:cubicBezTo>
                      <a:pt x="278" y="85"/>
                      <a:pt x="278" y="85"/>
                      <a:pt x="278" y="85"/>
                    </a:cubicBezTo>
                    <a:cubicBezTo>
                      <a:pt x="272" y="81"/>
                      <a:pt x="272" y="81"/>
                      <a:pt x="272" y="81"/>
                    </a:cubicBezTo>
                    <a:cubicBezTo>
                      <a:pt x="270" y="81"/>
                      <a:pt x="270" y="81"/>
                      <a:pt x="270" y="81"/>
                    </a:cubicBezTo>
                    <a:cubicBezTo>
                      <a:pt x="267" y="85"/>
                      <a:pt x="267" y="85"/>
                      <a:pt x="267" y="85"/>
                    </a:cubicBezTo>
                    <a:cubicBezTo>
                      <a:pt x="266" y="76"/>
                      <a:pt x="266" y="76"/>
                      <a:pt x="266" y="76"/>
                    </a:cubicBezTo>
                    <a:cubicBezTo>
                      <a:pt x="262" y="73"/>
                      <a:pt x="262" y="73"/>
                      <a:pt x="262" y="73"/>
                    </a:cubicBezTo>
                    <a:cubicBezTo>
                      <a:pt x="240" y="66"/>
                      <a:pt x="240" y="66"/>
                      <a:pt x="240" y="66"/>
                    </a:cubicBezTo>
                    <a:cubicBezTo>
                      <a:pt x="236" y="66"/>
                      <a:pt x="236" y="66"/>
                      <a:pt x="236" y="66"/>
                    </a:cubicBezTo>
                    <a:cubicBezTo>
                      <a:pt x="232" y="69"/>
                      <a:pt x="232" y="69"/>
                      <a:pt x="232" y="69"/>
                    </a:cubicBezTo>
                    <a:cubicBezTo>
                      <a:pt x="224" y="75"/>
                      <a:pt x="224" y="75"/>
                      <a:pt x="224" y="75"/>
                    </a:cubicBezTo>
                    <a:cubicBezTo>
                      <a:pt x="222" y="77"/>
                      <a:pt x="222" y="77"/>
                      <a:pt x="222" y="77"/>
                    </a:cubicBezTo>
                    <a:cubicBezTo>
                      <a:pt x="217" y="76"/>
                      <a:pt x="217" y="76"/>
                      <a:pt x="217" y="76"/>
                    </a:cubicBezTo>
                    <a:cubicBezTo>
                      <a:pt x="223" y="72"/>
                      <a:pt x="223" y="72"/>
                      <a:pt x="223" y="72"/>
                    </a:cubicBezTo>
                    <a:cubicBezTo>
                      <a:pt x="228" y="64"/>
                      <a:pt x="228" y="64"/>
                      <a:pt x="228" y="64"/>
                    </a:cubicBezTo>
                    <a:cubicBezTo>
                      <a:pt x="227" y="59"/>
                      <a:pt x="227" y="59"/>
                      <a:pt x="227" y="59"/>
                    </a:cubicBezTo>
                    <a:cubicBezTo>
                      <a:pt x="218" y="57"/>
                      <a:pt x="218" y="57"/>
                      <a:pt x="218" y="57"/>
                    </a:cubicBezTo>
                    <a:cubicBezTo>
                      <a:pt x="215" y="58"/>
                      <a:pt x="215" y="58"/>
                      <a:pt x="215" y="58"/>
                    </a:cubicBezTo>
                    <a:cubicBezTo>
                      <a:pt x="209" y="61"/>
                      <a:pt x="209" y="61"/>
                      <a:pt x="209" y="61"/>
                    </a:cubicBezTo>
                    <a:cubicBezTo>
                      <a:pt x="211" y="56"/>
                      <a:pt x="211" y="56"/>
                      <a:pt x="211" y="56"/>
                    </a:cubicBezTo>
                    <a:cubicBezTo>
                      <a:pt x="209" y="54"/>
                      <a:pt x="209" y="54"/>
                      <a:pt x="209" y="54"/>
                    </a:cubicBezTo>
                    <a:cubicBezTo>
                      <a:pt x="204" y="54"/>
                      <a:pt x="204" y="54"/>
                      <a:pt x="204" y="54"/>
                    </a:cubicBezTo>
                    <a:cubicBezTo>
                      <a:pt x="210" y="48"/>
                      <a:pt x="210" y="48"/>
                      <a:pt x="210" y="48"/>
                    </a:cubicBezTo>
                    <a:cubicBezTo>
                      <a:pt x="212" y="41"/>
                      <a:pt x="212" y="41"/>
                      <a:pt x="212" y="41"/>
                    </a:cubicBezTo>
                    <a:cubicBezTo>
                      <a:pt x="211" y="36"/>
                      <a:pt x="211" y="36"/>
                      <a:pt x="211" y="36"/>
                    </a:cubicBezTo>
                    <a:cubicBezTo>
                      <a:pt x="206" y="29"/>
                      <a:pt x="206" y="29"/>
                      <a:pt x="206" y="29"/>
                    </a:cubicBezTo>
                    <a:cubicBezTo>
                      <a:pt x="200" y="11"/>
                      <a:pt x="200" y="11"/>
                      <a:pt x="200" y="11"/>
                    </a:cubicBezTo>
                    <a:cubicBezTo>
                      <a:pt x="198" y="9"/>
                      <a:pt x="198" y="9"/>
                      <a:pt x="198" y="9"/>
                    </a:cubicBezTo>
                    <a:cubicBezTo>
                      <a:pt x="193" y="25"/>
                      <a:pt x="193" y="25"/>
                      <a:pt x="193" y="25"/>
                    </a:cubicBezTo>
                    <a:cubicBezTo>
                      <a:pt x="184" y="32"/>
                      <a:pt x="184" y="32"/>
                      <a:pt x="184" y="32"/>
                    </a:cubicBezTo>
                    <a:cubicBezTo>
                      <a:pt x="180" y="27"/>
                      <a:pt x="180" y="27"/>
                      <a:pt x="180" y="27"/>
                    </a:cubicBezTo>
                    <a:cubicBezTo>
                      <a:pt x="167" y="28"/>
                      <a:pt x="167" y="28"/>
                      <a:pt x="167" y="28"/>
                    </a:cubicBezTo>
                    <a:cubicBezTo>
                      <a:pt x="164" y="25"/>
                      <a:pt x="164" y="25"/>
                      <a:pt x="164" y="25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4" y="29"/>
                      <a:pt x="154" y="29"/>
                      <a:pt x="154" y="29"/>
                    </a:cubicBezTo>
                    <a:cubicBezTo>
                      <a:pt x="148" y="31"/>
                      <a:pt x="148" y="31"/>
                      <a:pt x="148" y="31"/>
                    </a:cubicBezTo>
                    <a:cubicBezTo>
                      <a:pt x="144" y="34"/>
                      <a:pt x="144" y="34"/>
                      <a:pt x="144" y="34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5" y="42"/>
                      <a:pt x="135" y="42"/>
                      <a:pt x="135" y="42"/>
                    </a:cubicBezTo>
                    <a:cubicBezTo>
                      <a:pt x="130" y="37"/>
                      <a:pt x="130" y="37"/>
                      <a:pt x="130" y="37"/>
                    </a:cubicBezTo>
                    <a:cubicBezTo>
                      <a:pt x="129" y="36"/>
                      <a:pt x="129" y="36"/>
                      <a:pt x="129" y="36"/>
                    </a:cubicBezTo>
                    <a:cubicBezTo>
                      <a:pt x="128" y="35"/>
                      <a:pt x="128" y="34"/>
                      <a:pt x="127" y="33"/>
                    </a:cubicBezTo>
                    <a:cubicBezTo>
                      <a:pt x="124" y="29"/>
                      <a:pt x="124" y="29"/>
                      <a:pt x="124" y="29"/>
                    </a:cubicBezTo>
                    <a:cubicBezTo>
                      <a:pt x="126" y="20"/>
                      <a:pt x="126" y="20"/>
                      <a:pt x="126" y="20"/>
                    </a:cubicBezTo>
                    <a:cubicBezTo>
                      <a:pt x="126" y="14"/>
                      <a:pt x="126" y="14"/>
                      <a:pt x="126" y="14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99" y="9"/>
                      <a:pt x="99" y="9"/>
                      <a:pt x="99" y="9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84" y="10"/>
                      <a:pt x="84" y="10"/>
                      <a:pt x="84" y="10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6" y="15"/>
                      <a:pt x="86" y="15"/>
                      <a:pt x="86" y="15"/>
                    </a:cubicBezTo>
                    <a:cubicBezTo>
                      <a:pt x="85" y="20"/>
                      <a:pt x="85" y="20"/>
                      <a:pt x="85" y="20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21"/>
                      <a:pt x="85" y="22"/>
                      <a:pt x="86" y="22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1" y="29"/>
                      <a:pt x="91" y="29"/>
                      <a:pt x="91" y="29"/>
                    </a:cubicBezTo>
                    <a:cubicBezTo>
                      <a:pt x="84" y="31"/>
                      <a:pt x="84" y="31"/>
                      <a:pt x="84" y="31"/>
                    </a:cubicBezTo>
                    <a:cubicBezTo>
                      <a:pt x="82" y="35"/>
                      <a:pt x="82" y="35"/>
                      <a:pt x="82" y="35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6" y="40"/>
                      <a:pt x="76" y="40"/>
                      <a:pt x="76" y="40"/>
                    </a:cubicBezTo>
                    <a:cubicBezTo>
                      <a:pt x="71" y="43"/>
                      <a:pt x="71" y="43"/>
                      <a:pt x="71" y="43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66" y="37"/>
                      <a:pt x="66" y="37"/>
                      <a:pt x="66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3" y="34"/>
                      <a:pt x="53" y="34"/>
                      <a:pt x="53" y="34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4" y="50"/>
                      <a:pt x="44" y="50"/>
                      <a:pt x="44" y="50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6" y="57"/>
                      <a:pt x="36" y="57"/>
                      <a:pt x="36" y="57"/>
                    </a:cubicBezTo>
                    <a:cubicBezTo>
                      <a:pt x="35" y="63"/>
                      <a:pt x="35" y="63"/>
                      <a:pt x="35" y="63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33" y="92"/>
                      <a:pt x="33" y="92"/>
                      <a:pt x="33" y="92"/>
                    </a:cubicBezTo>
                    <a:cubicBezTo>
                      <a:pt x="31" y="96"/>
                      <a:pt x="31" y="96"/>
                      <a:pt x="31" y="96"/>
                    </a:cubicBezTo>
                    <a:cubicBezTo>
                      <a:pt x="26" y="96"/>
                      <a:pt x="26" y="96"/>
                      <a:pt x="26" y="96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11" y="108"/>
                      <a:pt x="11" y="108"/>
                      <a:pt x="11" y="108"/>
                    </a:cubicBezTo>
                    <a:cubicBezTo>
                      <a:pt x="6" y="110"/>
                      <a:pt x="6" y="110"/>
                      <a:pt x="6" y="110"/>
                    </a:cubicBezTo>
                    <a:cubicBezTo>
                      <a:pt x="5" y="111"/>
                      <a:pt x="5" y="111"/>
                      <a:pt x="5" y="111"/>
                    </a:cubicBezTo>
                    <a:cubicBezTo>
                      <a:pt x="5" y="114"/>
                      <a:pt x="5" y="114"/>
                      <a:pt x="5" y="114"/>
                    </a:cubicBezTo>
                    <a:cubicBezTo>
                      <a:pt x="1" y="120"/>
                      <a:pt x="1" y="120"/>
                      <a:pt x="1" y="12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3" y="141"/>
                      <a:pt x="3" y="141"/>
                      <a:pt x="3" y="141"/>
                    </a:cubicBezTo>
                    <a:cubicBezTo>
                      <a:pt x="3" y="147"/>
                      <a:pt x="3" y="147"/>
                      <a:pt x="3" y="147"/>
                    </a:cubicBezTo>
                    <a:cubicBezTo>
                      <a:pt x="11" y="148"/>
                      <a:pt x="11" y="148"/>
                      <a:pt x="11" y="148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8" y="156"/>
                      <a:pt x="28" y="156"/>
                      <a:pt x="28" y="156"/>
                    </a:cubicBezTo>
                    <a:cubicBezTo>
                      <a:pt x="29" y="170"/>
                      <a:pt x="29" y="170"/>
                      <a:pt x="29" y="170"/>
                    </a:cubicBezTo>
                    <a:cubicBezTo>
                      <a:pt x="35" y="169"/>
                      <a:pt x="35" y="169"/>
                      <a:pt x="35" y="169"/>
                    </a:cubicBezTo>
                    <a:cubicBezTo>
                      <a:pt x="38" y="168"/>
                      <a:pt x="41" y="168"/>
                      <a:pt x="44" y="167"/>
                    </a:cubicBezTo>
                    <a:cubicBezTo>
                      <a:pt x="52" y="165"/>
                      <a:pt x="60" y="163"/>
                      <a:pt x="68" y="160"/>
                    </a:cubicBezTo>
                    <a:cubicBezTo>
                      <a:pt x="79" y="161"/>
                      <a:pt x="79" y="161"/>
                      <a:pt x="79" y="161"/>
                    </a:cubicBezTo>
                    <a:cubicBezTo>
                      <a:pt x="78" y="179"/>
                      <a:pt x="78" y="179"/>
                      <a:pt x="78" y="179"/>
                    </a:cubicBezTo>
                    <a:cubicBezTo>
                      <a:pt x="82" y="185"/>
                      <a:pt x="82" y="185"/>
                      <a:pt x="82" y="185"/>
                    </a:cubicBezTo>
                    <a:cubicBezTo>
                      <a:pt x="104" y="193"/>
                      <a:pt x="104" y="193"/>
                      <a:pt x="104" y="193"/>
                    </a:cubicBezTo>
                    <a:cubicBezTo>
                      <a:pt x="104" y="193"/>
                      <a:pt x="104" y="193"/>
                      <a:pt x="104" y="193"/>
                    </a:cubicBezTo>
                    <a:cubicBezTo>
                      <a:pt x="105" y="193"/>
                      <a:pt x="105" y="193"/>
                      <a:pt x="105" y="193"/>
                    </a:cubicBezTo>
                    <a:cubicBezTo>
                      <a:pt x="109" y="197"/>
                      <a:pt x="109" y="197"/>
                      <a:pt x="109" y="197"/>
                    </a:cubicBezTo>
                    <a:cubicBezTo>
                      <a:pt x="116" y="199"/>
                      <a:pt x="116" y="199"/>
                      <a:pt x="116" y="199"/>
                    </a:cubicBezTo>
                    <a:cubicBezTo>
                      <a:pt x="118" y="223"/>
                      <a:pt x="118" y="223"/>
                      <a:pt x="118" y="223"/>
                    </a:cubicBezTo>
                    <a:cubicBezTo>
                      <a:pt x="135" y="225"/>
                      <a:pt x="135" y="225"/>
                      <a:pt x="135" y="225"/>
                    </a:cubicBezTo>
                    <a:cubicBezTo>
                      <a:pt x="136" y="237"/>
                      <a:pt x="136" y="237"/>
                      <a:pt x="136" y="237"/>
                    </a:cubicBezTo>
                    <a:cubicBezTo>
                      <a:pt x="141" y="242"/>
                      <a:pt x="141" y="242"/>
                      <a:pt x="141" y="242"/>
                    </a:cubicBezTo>
                    <a:cubicBezTo>
                      <a:pt x="142" y="244"/>
                      <a:pt x="142" y="244"/>
                      <a:pt x="142" y="244"/>
                    </a:cubicBezTo>
                    <a:cubicBezTo>
                      <a:pt x="144" y="254"/>
                      <a:pt x="144" y="254"/>
                      <a:pt x="144" y="254"/>
                    </a:cubicBezTo>
                    <a:cubicBezTo>
                      <a:pt x="142" y="262"/>
                      <a:pt x="142" y="262"/>
                      <a:pt x="142" y="262"/>
                    </a:cubicBezTo>
                    <a:cubicBezTo>
                      <a:pt x="142" y="263"/>
                      <a:pt x="142" y="263"/>
                      <a:pt x="142" y="263"/>
                    </a:cubicBezTo>
                    <a:cubicBezTo>
                      <a:pt x="144" y="266"/>
                      <a:pt x="144" y="266"/>
                      <a:pt x="144" y="266"/>
                    </a:cubicBezTo>
                    <a:cubicBezTo>
                      <a:pt x="140" y="269"/>
                      <a:pt x="140" y="269"/>
                      <a:pt x="140" y="269"/>
                    </a:cubicBezTo>
                    <a:cubicBezTo>
                      <a:pt x="141" y="270"/>
                      <a:pt x="141" y="270"/>
                      <a:pt x="141" y="270"/>
                    </a:cubicBezTo>
                    <a:cubicBezTo>
                      <a:pt x="142" y="273"/>
                      <a:pt x="143" y="276"/>
                      <a:pt x="143" y="279"/>
                    </a:cubicBezTo>
                    <a:cubicBezTo>
                      <a:pt x="144" y="282"/>
                      <a:pt x="145" y="285"/>
                      <a:pt x="145" y="288"/>
                    </a:cubicBezTo>
                    <a:cubicBezTo>
                      <a:pt x="145" y="290"/>
                      <a:pt x="145" y="290"/>
                      <a:pt x="145" y="290"/>
                    </a:cubicBezTo>
                    <a:cubicBezTo>
                      <a:pt x="157" y="290"/>
                      <a:pt x="157" y="290"/>
                      <a:pt x="157" y="290"/>
                    </a:cubicBezTo>
                    <a:cubicBezTo>
                      <a:pt x="162" y="294"/>
                      <a:pt x="162" y="294"/>
                      <a:pt x="162" y="294"/>
                    </a:cubicBezTo>
                    <a:cubicBezTo>
                      <a:pt x="164" y="312"/>
                      <a:pt x="164" y="312"/>
                      <a:pt x="164" y="312"/>
                    </a:cubicBezTo>
                    <a:cubicBezTo>
                      <a:pt x="170" y="310"/>
                      <a:pt x="170" y="310"/>
                      <a:pt x="170" y="310"/>
                    </a:cubicBezTo>
                    <a:cubicBezTo>
                      <a:pt x="175" y="312"/>
                      <a:pt x="175" y="312"/>
                      <a:pt x="175" y="312"/>
                    </a:cubicBezTo>
                    <a:cubicBezTo>
                      <a:pt x="171" y="330"/>
                      <a:pt x="171" y="330"/>
                      <a:pt x="171" y="330"/>
                    </a:cubicBezTo>
                    <a:cubicBezTo>
                      <a:pt x="178" y="341"/>
                      <a:pt x="178" y="341"/>
                      <a:pt x="178" y="341"/>
                    </a:cubicBezTo>
                    <a:cubicBezTo>
                      <a:pt x="177" y="353"/>
                      <a:pt x="177" y="353"/>
                      <a:pt x="177" y="353"/>
                    </a:cubicBezTo>
                    <a:cubicBezTo>
                      <a:pt x="171" y="357"/>
                      <a:pt x="159" y="367"/>
                      <a:pt x="158" y="367"/>
                    </a:cubicBezTo>
                    <a:cubicBezTo>
                      <a:pt x="142" y="383"/>
                      <a:pt x="142" y="383"/>
                      <a:pt x="142" y="383"/>
                    </a:cubicBezTo>
                    <a:cubicBezTo>
                      <a:pt x="146" y="384"/>
                      <a:pt x="146" y="384"/>
                      <a:pt x="146" y="384"/>
                    </a:cubicBezTo>
                    <a:cubicBezTo>
                      <a:pt x="150" y="384"/>
                      <a:pt x="150" y="384"/>
                      <a:pt x="150" y="384"/>
                    </a:cubicBezTo>
                    <a:cubicBezTo>
                      <a:pt x="151" y="384"/>
                      <a:pt x="151" y="384"/>
                      <a:pt x="151" y="384"/>
                    </a:cubicBezTo>
                    <a:cubicBezTo>
                      <a:pt x="151" y="384"/>
                      <a:pt x="151" y="384"/>
                      <a:pt x="151" y="384"/>
                    </a:cubicBezTo>
                    <a:cubicBezTo>
                      <a:pt x="158" y="388"/>
                      <a:pt x="158" y="388"/>
                      <a:pt x="158" y="388"/>
                    </a:cubicBezTo>
                    <a:cubicBezTo>
                      <a:pt x="160" y="393"/>
                      <a:pt x="160" y="393"/>
                      <a:pt x="160" y="393"/>
                    </a:cubicBezTo>
                    <a:cubicBezTo>
                      <a:pt x="163" y="391"/>
                      <a:pt x="163" y="391"/>
                      <a:pt x="163" y="391"/>
                    </a:cubicBezTo>
                    <a:cubicBezTo>
                      <a:pt x="165" y="393"/>
                      <a:pt x="165" y="393"/>
                      <a:pt x="165" y="393"/>
                    </a:cubicBezTo>
                    <a:cubicBezTo>
                      <a:pt x="176" y="403"/>
                      <a:pt x="176" y="403"/>
                      <a:pt x="176" y="403"/>
                    </a:cubicBezTo>
                    <a:cubicBezTo>
                      <a:pt x="181" y="410"/>
                      <a:pt x="181" y="410"/>
                      <a:pt x="181" y="410"/>
                    </a:cubicBezTo>
                    <a:cubicBezTo>
                      <a:pt x="179" y="418"/>
                      <a:pt x="179" y="418"/>
                      <a:pt x="179" y="418"/>
                    </a:cubicBezTo>
                    <a:cubicBezTo>
                      <a:pt x="182" y="424"/>
                      <a:pt x="182" y="424"/>
                      <a:pt x="182" y="424"/>
                    </a:cubicBezTo>
                    <a:cubicBezTo>
                      <a:pt x="190" y="411"/>
                      <a:pt x="190" y="411"/>
                      <a:pt x="190" y="411"/>
                    </a:cubicBezTo>
                    <a:cubicBezTo>
                      <a:pt x="191" y="407"/>
                      <a:pt x="191" y="407"/>
                      <a:pt x="191" y="407"/>
                    </a:cubicBezTo>
                    <a:cubicBezTo>
                      <a:pt x="189" y="402"/>
                      <a:pt x="189" y="402"/>
                      <a:pt x="189" y="402"/>
                    </a:cubicBezTo>
                    <a:cubicBezTo>
                      <a:pt x="196" y="390"/>
                      <a:pt x="196" y="390"/>
                      <a:pt x="196" y="390"/>
                    </a:cubicBezTo>
                    <a:cubicBezTo>
                      <a:pt x="203" y="383"/>
                      <a:pt x="203" y="383"/>
                      <a:pt x="203" y="383"/>
                    </a:cubicBezTo>
                    <a:cubicBezTo>
                      <a:pt x="206" y="384"/>
                      <a:pt x="206" y="384"/>
                      <a:pt x="206" y="384"/>
                    </a:cubicBezTo>
                    <a:cubicBezTo>
                      <a:pt x="201" y="392"/>
                      <a:pt x="201" y="392"/>
                      <a:pt x="201" y="392"/>
                    </a:cubicBezTo>
                    <a:cubicBezTo>
                      <a:pt x="199" y="396"/>
                      <a:pt x="199" y="396"/>
                      <a:pt x="199" y="396"/>
                    </a:cubicBezTo>
                    <a:cubicBezTo>
                      <a:pt x="194" y="402"/>
                      <a:pt x="193" y="405"/>
                      <a:pt x="193" y="404"/>
                    </a:cubicBezTo>
                    <a:cubicBezTo>
                      <a:pt x="201" y="396"/>
                      <a:pt x="201" y="396"/>
                      <a:pt x="201" y="396"/>
                    </a:cubicBezTo>
                    <a:cubicBezTo>
                      <a:pt x="220" y="362"/>
                      <a:pt x="220" y="362"/>
                      <a:pt x="220" y="362"/>
                    </a:cubicBezTo>
                    <a:cubicBezTo>
                      <a:pt x="219" y="356"/>
                      <a:pt x="219" y="356"/>
                      <a:pt x="219" y="356"/>
                    </a:cubicBezTo>
                    <a:cubicBezTo>
                      <a:pt x="220" y="338"/>
                      <a:pt x="220" y="338"/>
                      <a:pt x="220" y="338"/>
                    </a:cubicBezTo>
                    <a:cubicBezTo>
                      <a:pt x="222" y="333"/>
                      <a:pt x="222" y="333"/>
                      <a:pt x="222" y="333"/>
                    </a:cubicBezTo>
                    <a:cubicBezTo>
                      <a:pt x="246" y="315"/>
                      <a:pt x="246" y="315"/>
                      <a:pt x="246" y="315"/>
                    </a:cubicBezTo>
                    <a:cubicBezTo>
                      <a:pt x="251" y="315"/>
                      <a:pt x="251" y="315"/>
                      <a:pt x="251" y="315"/>
                    </a:cubicBezTo>
                    <a:cubicBezTo>
                      <a:pt x="258" y="308"/>
                      <a:pt x="258" y="308"/>
                      <a:pt x="258" y="308"/>
                    </a:cubicBezTo>
                    <a:cubicBezTo>
                      <a:pt x="256" y="306"/>
                      <a:pt x="256" y="306"/>
                      <a:pt x="256" y="306"/>
                    </a:cubicBezTo>
                    <a:cubicBezTo>
                      <a:pt x="260" y="303"/>
                      <a:pt x="260" y="303"/>
                      <a:pt x="260" y="303"/>
                    </a:cubicBezTo>
                    <a:cubicBezTo>
                      <a:pt x="263" y="303"/>
                      <a:pt x="263" y="303"/>
                      <a:pt x="263" y="303"/>
                    </a:cubicBezTo>
                    <a:cubicBezTo>
                      <a:pt x="264" y="305"/>
                      <a:pt x="264" y="305"/>
                      <a:pt x="264" y="305"/>
                    </a:cubicBezTo>
                    <a:cubicBezTo>
                      <a:pt x="270" y="304"/>
                      <a:pt x="270" y="304"/>
                      <a:pt x="270" y="304"/>
                    </a:cubicBezTo>
                    <a:cubicBezTo>
                      <a:pt x="278" y="305"/>
                      <a:pt x="278" y="305"/>
                      <a:pt x="278" y="305"/>
                    </a:cubicBezTo>
                    <a:cubicBezTo>
                      <a:pt x="280" y="302"/>
                      <a:pt x="280" y="302"/>
                      <a:pt x="280" y="302"/>
                    </a:cubicBezTo>
                    <a:cubicBezTo>
                      <a:pt x="281" y="297"/>
                      <a:pt x="281" y="297"/>
                      <a:pt x="281" y="297"/>
                    </a:cubicBezTo>
                    <a:cubicBezTo>
                      <a:pt x="288" y="292"/>
                      <a:pt x="288" y="292"/>
                      <a:pt x="288" y="292"/>
                    </a:cubicBezTo>
                    <a:cubicBezTo>
                      <a:pt x="288" y="285"/>
                      <a:pt x="288" y="285"/>
                      <a:pt x="288" y="285"/>
                    </a:cubicBezTo>
                    <a:cubicBezTo>
                      <a:pt x="292" y="279"/>
                      <a:pt x="292" y="279"/>
                      <a:pt x="292" y="279"/>
                    </a:cubicBezTo>
                    <a:cubicBezTo>
                      <a:pt x="293" y="271"/>
                      <a:pt x="293" y="271"/>
                      <a:pt x="293" y="271"/>
                    </a:cubicBezTo>
                    <a:cubicBezTo>
                      <a:pt x="298" y="264"/>
                      <a:pt x="298" y="264"/>
                      <a:pt x="298" y="264"/>
                    </a:cubicBezTo>
                    <a:cubicBezTo>
                      <a:pt x="299" y="257"/>
                      <a:pt x="299" y="257"/>
                      <a:pt x="299" y="257"/>
                    </a:cubicBezTo>
                    <a:cubicBezTo>
                      <a:pt x="306" y="249"/>
                      <a:pt x="306" y="249"/>
                      <a:pt x="306" y="249"/>
                    </a:cubicBezTo>
                    <a:cubicBezTo>
                      <a:pt x="304" y="239"/>
                      <a:pt x="304" y="239"/>
                      <a:pt x="304" y="239"/>
                    </a:cubicBezTo>
                    <a:cubicBezTo>
                      <a:pt x="308" y="234"/>
                      <a:pt x="308" y="234"/>
                      <a:pt x="308" y="234"/>
                    </a:cubicBezTo>
                    <a:cubicBezTo>
                      <a:pt x="307" y="229"/>
                      <a:pt x="307" y="229"/>
                      <a:pt x="307" y="229"/>
                    </a:cubicBezTo>
                    <a:cubicBezTo>
                      <a:pt x="306" y="223"/>
                      <a:pt x="306" y="223"/>
                      <a:pt x="306" y="223"/>
                    </a:cubicBezTo>
                    <a:cubicBezTo>
                      <a:pt x="309" y="217"/>
                      <a:pt x="309" y="217"/>
                      <a:pt x="309" y="217"/>
                    </a:cubicBezTo>
                    <a:cubicBezTo>
                      <a:pt x="309" y="204"/>
                      <a:pt x="309" y="204"/>
                      <a:pt x="309" y="204"/>
                    </a:cubicBezTo>
                    <a:cubicBezTo>
                      <a:pt x="309" y="203"/>
                      <a:pt x="310" y="200"/>
                      <a:pt x="312" y="194"/>
                    </a:cubicBezTo>
                    <a:cubicBezTo>
                      <a:pt x="314" y="194"/>
                      <a:pt x="314" y="194"/>
                      <a:pt x="314" y="194"/>
                    </a:cubicBezTo>
                    <a:cubicBezTo>
                      <a:pt x="315" y="197"/>
                      <a:pt x="315" y="197"/>
                      <a:pt x="315" y="197"/>
                    </a:cubicBezTo>
                    <a:cubicBezTo>
                      <a:pt x="317" y="192"/>
                      <a:pt x="317" y="192"/>
                      <a:pt x="317" y="192"/>
                    </a:cubicBezTo>
                    <a:cubicBezTo>
                      <a:pt x="330" y="170"/>
                      <a:pt x="330" y="170"/>
                      <a:pt x="330" y="170"/>
                    </a:cubicBezTo>
                    <a:cubicBezTo>
                      <a:pt x="337" y="163"/>
                      <a:pt x="337" y="163"/>
                      <a:pt x="337" y="163"/>
                    </a:cubicBezTo>
                    <a:cubicBezTo>
                      <a:pt x="344" y="153"/>
                      <a:pt x="344" y="153"/>
                      <a:pt x="344" y="153"/>
                    </a:cubicBezTo>
                    <a:cubicBezTo>
                      <a:pt x="349" y="139"/>
                      <a:pt x="349" y="139"/>
                      <a:pt x="349" y="139"/>
                    </a:cubicBezTo>
                    <a:cubicBezTo>
                      <a:pt x="347" y="139"/>
                      <a:pt x="347" y="139"/>
                      <a:pt x="347" y="139"/>
                    </a:cubicBezTo>
                    <a:lnTo>
                      <a:pt x="349" y="12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0" name="Google Shape;651;p50">
                <a:extLst>
                  <a:ext uri="{FF2B5EF4-FFF2-40B4-BE49-F238E27FC236}">
                    <a16:creationId xmlns:a16="http://schemas.microsoft.com/office/drawing/2014/main" id="{28566B22-3A29-47A9-A75B-1EBF379727BA}"/>
                  </a:ext>
                </a:extLst>
              </p:cNvPr>
              <p:cNvSpPr/>
              <p:nvPr/>
            </p:nvSpPr>
            <p:spPr>
              <a:xfrm>
                <a:off x="4654968" y="4048263"/>
                <a:ext cx="218356" cy="278228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40" extrusionOk="0">
                    <a:moveTo>
                      <a:pt x="4" y="43"/>
                    </a:moveTo>
                    <a:cubicBezTo>
                      <a:pt x="4" y="64"/>
                      <a:pt x="4" y="64"/>
                      <a:pt x="4" y="64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4" y="78"/>
                      <a:pt x="9" y="89"/>
                      <a:pt x="13" y="99"/>
                    </a:cubicBezTo>
                    <a:cubicBezTo>
                      <a:pt x="21" y="134"/>
                      <a:pt x="21" y="134"/>
                      <a:pt x="21" y="134"/>
                    </a:cubicBezTo>
                    <a:cubicBezTo>
                      <a:pt x="27" y="139"/>
                      <a:pt x="27" y="139"/>
                      <a:pt x="27" y="139"/>
                    </a:cubicBezTo>
                    <a:cubicBezTo>
                      <a:pt x="33" y="129"/>
                      <a:pt x="33" y="129"/>
                      <a:pt x="33" y="129"/>
                    </a:cubicBezTo>
                    <a:cubicBezTo>
                      <a:pt x="47" y="129"/>
                      <a:pt x="47" y="129"/>
                      <a:pt x="47" y="129"/>
                    </a:cubicBezTo>
                    <a:cubicBezTo>
                      <a:pt x="52" y="140"/>
                      <a:pt x="52" y="140"/>
                      <a:pt x="52" y="140"/>
                    </a:cubicBezTo>
                    <a:cubicBezTo>
                      <a:pt x="59" y="128"/>
                      <a:pt x="59" y="128"/>
                      <a:pt x="59" y="128"/>
                    </a:cubicBezTo>
                    <a:cubicBezTo>
                      <a:pt x="65" y="132"/>
                      <a:pt x="65" y="132"/>
                      <a:pt x="65" y="132"/>
                    </a:cubicBezTo>
                    <a:cubicBezTo>
                      <a:pt x="68" y="134"/>
                      <a:pt x="68" y="134"/>
                      <a:pt x="68" y="134"/>
                    </a:cubicBezTo>
                    <a:cubicBezTo>
                      <a:pt x="68" y="129"/>
                      <a:pt x="69" y="123"/>
                      <a:pt x="70" y="118"/>
                    </a:cubicBezTo>
                    <a:cubicBezTo>
                      <a:pt x="71" y="115"/>
                      <a:pt x="72" y="112"/>
                      <a:pt x="73" y="109"/>
                    </a:cubicBezTo>
                    <a:cubicBezTo>
                      <a:pt x="97" y="104"/>
                      <a:pt x="97" y="104"/>
                      <a:pt x="97" y="104"/>
                    </a:cubicBezTo>
                    <a:cubicBezTo>
                      <a:pt x="106" y="109"/>
                      <a:pt x="106" y="109"/>
                      <a:pt x="106" y="109"/>
                    </a:cubicBezTo>
                    <a:cubicBezTo>
                      <a:pt x="110" y="106"/>
                      <a:pt x="110" y="106"/>
                      <a:pt x="110" y="106"/>
                    </a:cubicBezTo>
                    <a:cubicBezTo>
                      <a:pt x="108" y="103"/>
                      <a:pt x="108" y="103"/>
                      <a:pt x="108" y="103"/>
                    </a:cubicBezTo>
                    <a:cubicBezTo>
                      <a:pt x="108" y="102"/>
                      <a:pt x="108" y="102"/>
                      <a:pt x="108" y="102"/>
                    </a:cubicBezTo>
                    <a:cubicBezTo>
                      <a:pt x="110" y="94"/>
                      <a:pt x="110" y="94"/>
                      <a:pt x="110" y="94"/>
                    </a:cubicBezTo>
                    <a:cubicBezTo>
                      <a:pt x="108" y="84"/>
                      <a:pt x="108" y="84"/>
                      <a:pt x="108" y="84"/>
                    </a:cubicBezTo>
                    <a:cubicBezTo>
                      <a:pt x="107" y="82"/>
                      <a:pt x="107" y="82"/>
                      <a:pt x="107" y="82"/>
                    </a:cubicBezTo>
                    <a:cubicBezTo>
                      <a:pt x="102" y="77"/>
                      <a:pt x="102" y="77"/>
                      <a:pt x="102" y="77"/>
                    </a:cubicBezTo>
                    <a:cubicBezTo>
                      <a:pt x="101" y="65"/>
                      <a:pt x="101" y="65"/>
                      <a:pt x="101" y="65"/>
                    </a:cubicBezTo>
                    <a:cubicBezTo>
                      <a:pt x="84" y="63"/>
                      <a:pt x="84" y="63"/>
                      <a:pt x="84" y="63"/>
                    </a:cubicBezTo>
                    <a:cubicBezTo>
                      <a:pt x="82" y="39"/>
                      <a:pt x="82" y="39"/>
                      <a:pt x="82" y="39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70" y="33"/>
                      <a:pt x="70" y="33"/>
                      <a:pt x="70" y="3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"/>
                      <a:pt x="45" y="1"/>
                      <a:pt x="45" y="1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6" y="3"/>
                      <a:pt x="18" y="5"/>
                      <a:pt x="10" y="7"/>
                    </a:cubicBezTo>
                    <a:cubicBezTo>
                      <a:pt x="7" y="8"/>
                      <a:pt x="4" y="8"/>
                      <a:pt x="1" y="9"/>
                    </a:cubicBezTo>
                    <a:cubicBezTo>
                      <a:pt x="9" y="28"/>
                      <a:pt x="9" y="28"/>
                      <a:pt x="9" y="28"/>
                    </a:cubicBezTo>
                    <a:lnTo>
                      <a:pt x="4" y="43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731" name="Google Shape;652;p50">
                <a:extLst>
                  <a:ext uri="{FF2B5EF4-FFF2-40B4-BE49-F238E27FC236}">
                    <a16:creationId xmlns:a16="http://schemas.microsoft.com/office/drawing/2014/main" id="{E37796D2-F195-4BE5-98C2-E2B774A468BB}"/>
                  </a:ext>
                </a:extLst>
              </p:cNvPr>
              <p:cNvGrpSpPr/>
              <p:nvPr/>
            </p:nvGrpSpPr>
            <p:grpSpPr>
              <a:xfrm>
                <a:off x="4595096" y="4301838"/>
                <a:ext cx="345144" cy="804161"/>
                <a:chOff x="2427287" y="4713288"/>
                <a:chExt cx="466725" cy="1087437"/>
              </a:xfrm>
              <a:grpFill/>
            </p:grpSpPr>
            <p:sp>
              <p:nvSpPr>
                <p:cNvPr id="783" name="Google Shape;653;p50">
                  <a:extLst>
                    <a:ext uri="{FF2B5EF4-FFF2-40B4-BE49-F238E27FC236}">
                      <a16:creationId xmlns:a16="http://schemas.microsoft.com/office/drawing/2014/main" id="{D3455DE3-6BAA-4156-8325-2BA7D5FFB96F}"/>
                    </a:ext>
                  </a:extLst>
                </p:cNvPr>
                <p:cNvSpPr/>
                <p:nvPr/>
              </p:nvSpPr>
              <p:spPr>
                <a:xfrm>
                  <a:off x="2427287" y="4713288"/>
                  <a:ext cx="466725" cy="973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362" extrusionOk="0">
                      <a:moveTo>
                        <a:pt x="132" y="127"/>
                      </a:moveTo>
                      <a:cubicBezTo>
                        <a:pt x="132" y="125"/>
                        <a:pt x="132" y="125"/>
                        <a:pt x="132" y="125"/>
                      </a:cubicBezTo>
                      <a:cubicBezTo>
                        <a:pt x="132" y="105"/>
                        <a:pt x="132" y="105"/>
                        <a:pt x="132" y="105"/>
                      </a:cubicBezTo>
                      <a:cubicBezTo>
                        <a:pt x="138" y="95"/>
                        <a:pt x="138" y="95"/>
                        <a:pt x="138" y="95"/>
                      </a:cubicBezTo>
                      <a:cubicBezTo>
                        <a:pt x="138" y="95"/>
                        <a:pt x="154" y="79"/>
                        <a:pt x="154" y="79"/>
                      </a:cubicBezTo>
                      <a:cubicBezTo>
                        <a:pt x="173" y="65"/>
                        <a:pt x="173" y="65"/>
                        <a:pt x="173" y="65"/>
                      </a:cubicBezTo>
                      <a:cubicBezTo>
                        <a:pt x="174" y="53"/>
                        <a:pt x="174" y="53"/>
                        <a:pt x="174" y="53"/>
                      </a:cubicBezTo>
                      <a:cubicBezTo>
                        <a:pt x="167" y="42"/>
                        <a:pt x="167" y="42"/>
                        <a:pt x="167" y="42"/>
                      </a:cubicBezTo>
                      <a:cubicBezTo>
                        <a:pt x="164" y="54"/>
                        <a:pt x="164" y="54"/>
                        <a:pt x="164" y="54"/>
                      </a:cubicBezTo>
                      <a:cubicBezTo>
                        <a:pt x="155" y="57"/>
                        <a:pt x="144" y="59"/>
                        <a:pt x="135" y="62"/>
                      </a:cubicBezTo>
                      <a:cubicBezTo>
                        <a:pt x="137" y="44"/>
                        <a:pt x="137" y="44"/>
                        <a:pt x="137" y="44"/>
                      </a:cubicBezTo>
                      <a:cubicBezTo>
                        <a:pt x="98" y="6"/>
                        <a:pt x="98" y="6"/>
                        <a:pt x="98" y="6"/>
                      </a:cubicBezTo>
                      <a:cubicBezTo>
                        <a:pt x="89" y="0"/>
                        <a:pt x="89" y="0"/>
                        <a:pt x="89" y="0"/>
                      </a:cubicBezTo>
                      <a:cubicBezTo>
                        <a:pt x="82" y="12"/>
                        <a:pt x="82" y="12"/>
                        <a:pt x="82" y="12"/>
                      </a:cubicBezTo>
                      <a:cubicBezTo>
                        <a:pt x="77" y="1"/>
                        <a:pt x="77" y="1"/>
                        <a:pt x="77" y="1"/>
                      </a:cubicBezTo>
                      <a:cubicBezTo>
                        <a:pt x="63" y="1"/>
                        <a:pt x="63" y="1"/>
                        <a:pt x="63" y="1"/>
                      </a:cubicBezTo>
                      <a:cubicBezTo>
                        <a:pt x="57" y="11"/>
                        <a:pt x="57" y="11"/>
                        <a:pt x="57" y="11"/>
                      </a:cubicBezTo>
                      <a:cubicBezTo>
                        <a:pt x="57" y="14"/>
                        <a:pt x="57" y="14"/>
                        <a:pt x="57" y="14"/>
                      </a:cubicBezTo>
                      <a:cubicBezTo>
                        <a:pt x="56" y="29"/>
                        <a:pt x="56" y="29"/>
                        <a:pt x="56" y="29"/>
                      </a:cubicBezTo>
                      <a:cubicBezTo>
                        <a:pt x="43" y="42"/>
                        <a:pt x="43" y="42"/>
                        <a:pt x="43" y="42"/>
                      </a:cubicBezTo>
                      <a:cubicBezTo>
                        <a:pt x="42" y="72"/>
                        <a:pt x="42" y="72"/>
                        <a:pt x="42" y="72"/>
                      </a:cubicBezTo>
                      <a:cubicBezTo>
                        <a:pt x="34" y="78"/>
                        <a:pt x="34" y="78"/>
                        <a:pt x="34" y="78"/>
                      </a:cubicBezTo>
                      <a:cubicBezTo>
                        <a:pt x="23" y="105"/>
                        <a:pt x="23" y="105"/>
                        <a:pt x="23" y="105"/>
                      </a:cubicBezTo>
                      <a:cubicBezTo>
                        <a:pt x="29" y="130"/>
                        <a:pt x="29" y="130"/>
                        <a:pt x="29" y="130"/>
                      </a:cubicBezTo>
                      <a:cubicBezTo>
                        <a:pt x="19" y="169"/>
                        <a:pt x="19" y="169"/>
                        <a:pt x="19" y="169"/>
                      </a:cubicBezTo>
                      <a:cubicBezTo>
                        <a:pt x="20" y="176"/>
                        <a:pt x="20" y="176"/>
                        <a:pt x="20" y="176"/>
                      </a:cubicBezTo>
                      <a:cubicBezTo>
                        <a:pt x="14" y="198"/>
                        <a:pt x="14" y="198"/>
                        <a:pt x="14" y="198"/>
                      </a:cubicBezTo>
                      <a:cubicBezTo>
                        <a:pt x="14" y="204"/>
                        <a:pt x="14" y="204"/>
                        <a:pt x="14" y="204"/>
                      </a:cubicBezTo>
                      <a:cubicBezTo>
                        <a:pt x="11" y="210"/>
                        <a:pt x="11" y="210"/>
                        <a:pt x="11" y="210"/>
                      </a:cubicBezTo>
                      <a:cubicBezTo>
                        <a:pt x="10" y="245"/>
                        <a:pt x="10" y="245"/>
                        <a:pt x="10" y="245"/>
                      </a:cubicBezTo>
                      <a:cubicBezTo>
                        <a:pt x="14" y="254"/>
                        <a:pt x="14" y="254"/>
                        <a:pt x="14" y="254"/>
                      </a:cubicBezTo>
                      <a:cubicBezTo>
                        <a:pt x="12" y="271"/>
                        <a:pt x="12" y="271"/>
                        <a:pt x="12" y="271"/>
                      </a:cubicBezTo>
                      <a:cubicBezTo>
                        <a:pt x="5" y="278"/>
                        <a:pt x="5" y="278"/>
                        <a:pt x="5" y="278"/>
                      </a:cubicBezTo>
                      <a:cubicBezTo>
                        <a:pt x="0" y="295"/>
                        <a:pt x="0" y="295"/>
                        <a:pt x="0" y="295"/>
                      </a:cubicBezTo>
                      <a:cubicBezTo>
                        <a:pt x="4" y="307"/>
                        <a:pt x="4" y="307"/>
                        <a:pt x="4" y="307"/>
                      </a:cubicBezTo>
                      <a:cubicBezTo>
                        <a:pt x="6" y="314"/>
                        <a:pt x="6" y="314"/>
                        <a:pt x="6" y="314"/>
                      </a:cubicBezTo>
                      <a:cubicBezTo>
                        <a:pt x="6" y="316"/>
                        <a:pt x="6" y="316"/>
                        <a:pt x="6" y="316"/>
                      </a:cubicBezTo>
                      <a:cubicBezTo>
                        <a:pt x="5" y="323"/>
                        <a:pt x="5" y="323"/>
                        <a:pt x="5" y="323"/>
                      </a:cubicBezTo>
                      <a:cubicBezTo>
                        <a:pt x="3" y="334"/>
                        <a:pt x="3" y="334"/>
                        <a:pt x="3" y="334"/>
                      </a:cubicBezTo>
                      <a:cubicBezTo>
                        <a:pt x="5" y="343"/>
                        <a:pt x="5" y="343"/>
                        <a:pt x="5" y="343"/>
                      </a:cubicBezTo>
                      <a:cubicBezTo>
                        <a:pt x="11" y="343"/>
                        <a:pt x="11" y="343"/>
                        <a:pt x="11" y="343"/>
                      </a:cubicBezTo>
                      <a:cubicBezTo>
                        <a:pt x="17" y="354"/>
                        <a:pt x="17" y="354"/>
                        <a:pt x="17" y="354"/>
                      </a:cubicBezTo>
                      <a:cubicBezTo>
                        <a:pt x="20" y="358"/>
                        <a:pt x="20" y="358"/>
                        <a:pt x="20" y="358"/>
                      </a:cubicBezTo>
                      <a:cubicBezTo>
                        <a:pt x="22" y="360"/>
                        <a:pt x="22" y="360"/>
                        <a:pt x="22" y="360"/>
                      </a:cubicBezTo>
                      <a:cubicBezTo>
                        <a:pt x="25" y="358"/>
                        <a:pt x="25" y="358"/>
                        <a:pt x="25" y="358"/>
                      </a:cubicBezTo>
                      <a:cubicBezTo>
                        <a:pt x="25" y="362"/>
                        <a:pt x="25" y="362"/>
                        <a:pt x="25" y="362"/>
                      </a:cubicBezTo>
                      <a:cubicBezTo>
                        <a:pt x="28" y="362"/>
                        <a:pt x="28" y="362"/>
                        <a:pt x="28" y="362"/>
                      </a:cubicBezTo>
                      <a:cubicBezTo>
                        <a:pt x="31" y="356"/>
                        <a:pt x="31" y="356"/>
                        <a:pt x="31" y="356"/>
                      </a:cubicBezTo>
                      <a:cubicBezTo>
                        <a:pt x="35" y="356"/>
                        <a:pt x="35" y="356"/>
                        <a:pt x="35" y="356"/>
                      </a:cubicBezTo>
                      <a:cubicBezTo>
                        <a:pt x="38" y="360"/>
                        <a:pt x="38" y="360"/>
                        <a:pt x="38" y="360"/>
                      </a:cubicBezTo>
                      <a:cubicBezTo>
                        <a:pt x="42" y="359"/>
                        <a:pt x="42" y="359"/>
                        <a:pt x="42" y="359"/>
                      </a:cubicBezTo>
                      <a:cubicBezTo>
                        <a:pt x="38" y="350"/>
                        <a:pt x="38" y="350"/>
                        <a:pt x="38" y="350"/>
                      </a:cubicBezTo>
                      <a:cubicBezTo>
                        <a:pt x="40" y="335"/>
                        <a:pt x="40" y="335"/>
                        <a:pt x="40" y="335"/>
                      </a:cubicBezTo>
                      <a:cubicBezTo>
                        <a:pt x="42" y="330"/>
                        <a:pt x="42" y="330"/>
                        <a:pt x="42" y="330"/>
                      </a:cubicBezTo>
                      <a:cubicBezTo>
                        <a:pt x="47" y="331"/>
                        <a:pt x="47" y="331"/>
                        <a:pt x="47" y="331"/>
                      </a:cubicBezTo>
                      <a:cubicBezTo>
                        <a:pt x="49" y="326"/>
                        <a:pt x="49" y="326"/>
                        <a:pt x="49" y="326"/>
                      </a:cubicBezTo>
                      <a:cubicBezTo>
                        <a:pt x="49" y="320"/>
                        <a:pt x="49" y="320"/>
                        <a:pt x="49" y="320"/>
                      </a:cubicBezTo>
                      <a:cubicBezTo>
                        <a:pt x="58" y="310"/>
                        <a:pt x="58" y="310"/>
                        <a:pt x="58" y="310"/>
                      </a:cubicBezTo>
                      <a:cubicBezTo>
                        <a:pt x="66" y="308"/>
                        <a:pt x="66" y="308"/>
                        <a:pt x="66" y="308"/>
                      </a:cubicBezTo>
                      <a:cubicBezTo>
                        <a:pt x="66" y="305"/>
                        <a:pt x="66" y="305"/>
                        <a:pt x="66" y="305"/>
                      </a:cubicBezTo>
                      <a:cubicBezTo>
                        <a:pt x="64" y="303"/>
                        <a:pt x="64" y="303"/>
                        <a:pt x="64" y="303"/>
                      </a:cubicBezTo>
                      <a:cubicBezTo>
                        <a:pt x="66" y="299"/>
                        <a:pt x="66" y="299"/>
                        <a:pt x="66" y="299"/>
                      </a:cubicBezTo>
                      <a:cubicBezTo>
                        <a:pt x="66" y="294"/>
                        <a:pt x="66" y="294"/>
                        <a:pt x="66" y="294"/>
                      </a:cubicBezTo>
                      <a:cubicBezTo>
                        <a:pt x="59" y="293"/>
                        <a:pt x="59" y="293"/>
                        <a:pt x="59" y="293"/>
                      </a:cubicBezTo>
                      <a:cubicBezTo>
                        <a:pt x="54" y="288"/>
                        <a:pt x="54" y="288"/>
                        <a:pt x="54" y="288"/>
                      </a:cubicBezTo>
                      <a:cubicBezTo>
                        <a:pt x="56" y="279"/>
                        <a:pt x="56" y="279"/>
                        <a:pt x="56" y="279"/>
                      </a:cubicBezTo>
                      <a:cubicBezTo>
                        <a:pt x="67" y="271"/>
                        <a:pt x="67" y="271"/>
                        <a:pt x="67" y="271"/>
                      </a:cubicBezTo>
                      <a:cubicBezTo>
                        <a:pt x="64" y="270"/>
                        <a:pt x="64" y="270"/>
                        <a:pt x="64" y="270"/>
                      </a:cubicBezTo>
                      <a:cubicBezTo>
                        <a:pt x="65" y="267"/>
                        <a:pt x="65" y="267"/>
                        <a:pt x="65" y="267"/>
                      </a:cubicBezTo>
                      <a:cubicBezTo>
                        <a:pt x="69" y="261"/>
                        <a:pt x="69" y="261"/>
                        <a:pt x="69" y="261"/>
                      </a:cubicBezTo>
                      <a:cubicBezTo>
                        <a:pt x="69" y="251"/>
                        <a:pt x="69" y="251"/>
                        <a:pt x="69" y="251"/>
                      </a:cubicBezTo>
                      <a:cubicBezTo>
                        <a:pt x="79" y="243"/>
                        <a:pt x="79" y="243"/>
                        <a:pt x="79" y="243"/>
                      </a:cubicBezTo>
                      <a:cubicBezTo>
                        <a:pt x="74" y="242"/>
                        <a:pt x="74" y="242"/>
                        <a:pt x="74" y="242"/>
                      </a:cubicBezTo>
                      <a:cubicBezTo>
                        <a:pt x="74" y="238"/>
                        <a:pt x="74" y="238"/>
                        <a:pt x="74" y="238"/>
                      </a:cubicBezTo>
                      <a:cubicBezTo>
                        <a:pt x="78" y="236"/>
                        <a:pt x="78" y="236"/>
                        <a:pt x="78" y="236"/>
                      </a:cubicBezTo>
                      <a:cubicBezTo>
                        <a:pt x="80" y="239"/>
                        <a:pt x="80" y="239"/>
                        <a:pt x="80" y="239"/>
                      </a:cubicBezTo>
                      <a:cubicBezTo>
                        <a:pt x="83" y="239"/>
                        <a:pt x="83" y="239"/>
                        <a:pt x="83" y="239"/>
                      </a:cubicBezTo>
                      <a:cubicBezTo>
                        <a:pt x="84" y="234"/>
                        <a:pt x="84" y="234"/>
                        <a:pt x="84" y="234"/>
                      </a:cubicBezTo>
                      <a:cubicBezTo>
                        <a:pt x="82" y="231"/>
                        <a:pt x="82" y="231"/>
                        <a:pt x="82" y="231"/>
                      </a:cubicBezTo>
                      <a:cubicBezTo>
                        <a:pt x="77" y="233"/>
                        <a:pt x="77" y="233"/>
                        <a:pt x="77" y="233"/>
                      </a:cubicBezTo>
                      <a:cubicBezTo>
                        <a:pt x="72" y="216"/>
                        <a:pt x="72" y="216"/>
                        <a:pt x="72" y="216"/>
                      </a:cubicBezTo>
                      <a:cubicBezTo>
                        <a:pt x="79" y="221"/>
                        <a:pt x="79" y="221"/>
                        <a:pt x="79" y="221"/>
                      </a:cubicBezTo>
                      <a:cubicBezTo>
                        <a:pt x="85" y="221"/>
                        <a:pt x="85" y="221"/>
                        <a:pt x="85" y="221"/>
                      </a:cubicBezTo>
                      <a:cubicBezTo>
                        <a:pt x="92" y="217"/>
                        <a:pt x="92" y="217"/>
                        <a:pt x="92" y="217"/>
                      </a:cubicBezTo>
                      <a:cubicBezTo>
                        <a:pt x="92" y="215"/>
                        <a:pt x="92" y="213"/>
                        <a:pt x="92" y="213"/>
                      </a:cubicBezTo>
                      <a:cubicBezTo>
                        <a:pt x="93" y="212"/>
                        <a:pt x="94" y="210"/>
                        <a:pt x="96" y="205"/>
                      </a:cubicBezTo>
                      <a:cubicBezTo>
                        <a:pt x="94" y="199"/>
                        <a:pt x="94" y="199"/>
                        <a:pt x="94" y="199"/>
                      </a:cubicBezTo>
                      <a:cubicBezTo>
                        <a:pt x="95" y="196"/>
                        <a:pt x="95" y="196"/>
                        <a:pt x="95" y="196"/>
                      </a:cubicBezTo>
                      <a:cubicBezTo>
                        <a:pt x="99" y="200"/>
                        <a:pt x="99" y="200"/>
                        <a:pt x="99" y="200"/>
                      </a:cubicBezTo>
                      <a:cubicBezTo>
                        <a:pt x="108" y="199"/>
                        <a:pt x="108" y="199"/>
                        <a:pt x="108" y="199"/>
                      </a:cubicBezTo>
                      <a:cubicBezTo>
                        <a:pt x="121" y="196"/>
                        <a:pt x="121" y="196"/>
                        <a:pt x="121" y="196"/>
                      </a:cubicBezTo>
                      <a:cubicBezTo>
                        <a:pt x="132" y="189"/>
                        <a:pt x="132" y="189"/>
                        <a:pt x="132" y="189"/>
                      </a:cubicBezTo>
                      <a:cubicBezTo>
                        <a:pt x="140" y="182"/>
                        <a:pt x="140" y="182"/>
                        <a:pt x="140" y="182"/>
                      </a:cubicBezTo>
                      <a:cubicBezTo>
                        <a:pt x="144" y="171"/>
                        <a:pt x="144" y="171"/>
                        <a:pt x="144" y="171"/>
                      </a:cubicBezTo>
                      <a:cubicBezTo>
                        <a:pt x="144" y="166"/>
                        <a:pt x="144" y="166"/>
                        <a:pt x="144" y="166"/>
                      </a:cubicBezTo>
                      <a:cubicBezTo>
                        <a:pt x="139" y="166"/>
                        <a:pt x="139" y="166"/>
                        <a:pt x="139" y="166"/>
                      </a:cubicBezTo>
                      <a:cubicBezTo>
                        <a:pt x="138" y="163"/>
                        <a:pt x="138" y="163"/>
                        <a:pt x="138" y="163"/>
                      </a:cubicBezTo>
                      <a:cubicBezTo>
                        <a:pt x="141" y="158"/>
                        <a:pt x="141" y="158"/>
                        <a:pt x="141" y="158"/>
                      </a:cubicBezTo>
                      <a:cubicBezTo>
                        <a:pt x="138" y="154"/>
                        <a:pt x="138" y="154"/>
                        <a:pt x="138" y="154"/>
                      </a:cubicBezTo>
                      <a:cubicBezTo>
                        <a:pt x="131" y="146"/>
                        <a:pt x="131" y="146"/>
                        <a:pt x="131" y="146"/>
                      </a:cubicBezTo>
                      <a:cubicBezTo>
                        <a:pt x="130" y="140"/>
                        <a:pt x="130" y="140"/>
                        <a:pt x="130" y="140"/>
                      </a:cubicBezTo>
                      <a:cubicBezTo>
                        <a:pt x="131" y="137"/>
                        <a:pt x="131" y="137"/>
                        <a:pt x="131" y="137"/>
                      </a:cubicBezTo>
                      <a:cubicBezTo>
                        <a:pt x="132" y="135"/>
                        <a:pt x="132" y="135"/>
                        <a:pt x="132" y="135"/>
                      </a:cubicBezTo>
                      <a:cubicBezTo>
                        <a:pt x="130" y="130"/>
                        <a:pt x="130" y="130"/>
                        <a:pt x="130" y="130"/>
                      </a:cubicBezTo>
                      <a:lnTo>
                        <a:pt x="132" y="12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84" name="Google Shape;654;p50">
                  <a:extLst>
                    <a:ext uri="{FF2B5EF4-FFF2-40B4-BE49-F238E27FC236}">
                      <a16:creationId xmlns:a16="http://schemas.microsoft.com/office/drawing/2014/main" id="{0C1D7276-B6E7-4889-A31D-3DD3574AF87A}"/>
                    </a:ext>
                  </a:extLst>
                </p:cNvPr>
                <p:cNvSpPr/>
                <p:nvPr/>
              </p:nvSpPr>
              <p:spPr>
                <a:xfrm>
                  <a:off x="2540000" y="5781675"/>
                  <a:ext cx="2857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" h="12" extrusionOk="0">
                      <a:moveTo>
                        <a:pt x="0" y="2"/>
                      </a:moveTo>
                      <a:lnTo>
                        <a:pt x="10" y="12"/>
                      </a:lnTo>
                      <a:lnTo>
                        <a:pt x="18" y="6"/>
                      </a:lnTo>
                      <a:lnTo>
                        <a:pt x="8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85" name="Google Shape;655;p50">
                  <a:extLst>
                    <a:ext uri="{FF2B5EF4-FFF2-40B4-BE49-F238E27FC236}">
                      <a16:creationId xmlns:a16="http://schemas.microsoft.com/office/drawing/2014/main" id="{4E927D32-ACD5-4E98-AAE5-D480F2854FF3}"/>
                    </a:ext>
                  </a:extLst>
                </p:cNvPr>
                <p:cNvSpPr/>
                <p:nvPr/>
              </p:nvSpPr>
              <p:spPr>
                <a:xfrm>
                  <a:off x="2633662" y="5765800"/>
                  <a:ext cx="26987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2" extrusionOk="0">
                      <a:moveTo>
                        <a:pt x="0" y="5"/>
                      </a:moveTo>
                      <a:lnTo>
                        <a:pt x="0" y="10"/>
                      </a:lnTo>
                      <a:lnTo>
                        <a:pt x="5" y="12"/>
                      </a:lnTo>
                      <a:lnTo>
                        <a:pt x="14" y="10"/>
                      </a:lnTo>
                      <a:lnTo>
                        <a:pt x="17" y="5"/>
                      </a:lnTo>
                      <a:lnTo>
                        <a:pt x="8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86" name="Google Shape;656;p50">
                  <a:extLst>
                    <a:ext uri="{FF2B5EF4-FFF2-40B4-BE49-F238E27FC236}">
                      <a16:creationId xmlns:a16="http://schemas.microsoft.com/office/drawing/2014/main" id="{2C6E6BDC-2A0E-414E-885C-5B1EDD47816E}"/>
                    </a:ext>
                  </a:extLst>
                </p:cNvPr>
                <p:cNvSpPr/>
                <p:nvPr/>
              </p:nvSpPr>
              <p:spPr>
                <a:xfrm>
                  <a:off x="2533650" y="5729288"/>
                  <a:ext cx="80962" cy="5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0" extrusionOk="0">
                      <a:moveTo>
                        <a:pt x="3" y="0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10" y="16"/>
                        <a:pt x="16" y="17"/>
                        <a:pt x="21" y="20"/>
                      </a:cubicBezTo>
                      <a:cubicBezTo>
                        <a:pt x="28" y="17"/>
                        <a:pt x="28" y="17"/>
                        <a:pt x="28" y="17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24" y="11"/>
                        <a:pt x="19" y="8"/>
                        <a:pt x="14" y="5"/>
                      </a:cubicBezTo>
                      <a:cubicBezTo>
                        <a:pt x="11" y="4"/>
                        <a:pt x="7" y="2"/>
                        <a:pt x="3" y="0"/>
                      </a:cubicBez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732" name="Google Shape;657;p50">
                <a:extLst>
                  <a:ext uri="{FF2B5EF4-FFF2-40B4-BE49-F238E27FC236}">
                    <a16:creationId xmlns:a16="http://schemas.microsoft.com/office/drawing/2014/main" id="{25991FC4-CF8D-43BD-A2D7-36342240EC5C}"/>
                  </a:ext>
                </a:extLst>
              </p:cNvPr>
              <p:cNvSpPr/>
              <p:nvPr/>
            </p:nvSpPr>
            <p:spPr>
              <a:xfrm>
                <a:off x="4622097" y="3408456"/>
                <a:ext cx="68090" cy="59871"/>
              </a:xfrm>
              <a:custGeom>
                <a:avLst/>
                <a:gdLst/>
                <a:ahLst/>
                <a:cxnLst/>
                <a:rect l="l" t="t" r="r" b="b"/>
                <a:pathLst>
                  <a:path w="34" h="30" extrusionOk="0">
                    <a:moveTo>
                      <a:pt x="24" y="6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8" y="23"/>
                      <a:pt x="21" y="23"/>
                      <a:pt x="24" y="23"/>
                    </a:cubicBezTo>
                    <a:cubicBezTo>
                      <a:pt x="26" y="23"/>
                      <a:pt x="29" y="24"/>
                      <a:pt x="32" y="24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23" y="10"/>
                      <a:pt x="23" y="10"/>
                      <a:pt x="23" y="10"/>
                    </a:cubicBezTo>
                    <a:lnTo>
                      <a:pt x="24" y="6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3" name="Google Shape;658;p50">
                <a:extLst>
                  <a:ext uri="{FF2B5EF4-FFF2-40B4-BE49-F238E27FC236}">
                    <a16:creationId xmlns:a16="http://schemas.microsoft.com/office/drawing/2014/main" id="{D7019D92-E44A-4DC5-A351-84B73B30A1B0}"/>
                  </a:ext>
                </a:extLst>
              </p:cNvPr>
              <p:cNvSpPr/>
              <p:nvPr/>
            </p:nvSpPr>
            <p:spPr>
              <a:xfrm>
                <a:off x="4707796" y="3446023"/>
                <a:ext cx="34044" cy="11740"/>
              </a:xfrm>
              <a:custGeom>
                <a:avLst/>
                <a:gdLst/>
                <a:ahLst/>
                <a:cxnLst/>
                <a:rect l="l" t="t" r="r" b="b"/>
                <a:pathLst>
                  <a:path w="29" h="10" extrusionOk="0">
                    <a:moveTo>
                      <a:pt x="0" y="0"/>
                    </a:moveTo>
                    <a:lnTo>
                      <a:pt x="0" y="9"/>
                    </a:lnTo>
                    <a:lnTo>
                      <a:pt x="15" y="7"/>
                    </a:lnTo>
                    <a:lnTo>
                      <a:pt x="26" y="10"/>
                    </a:lnTo>
                    <a:lnTo>
                      <a:pt x="29" y="0"/>
                    </a:lnTo>
                    <a:lnTo>
                      <a:pt x="14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4" name="Google Shape;659;p50">
                <a:extLst>
                  <a:ext uri="{FF2B5EF4-FFF2-40B4-BE49-F238E27FC236}">
                    <a16:creationId xmlns:a16="http://schemas.microsoft.com/office/drawing/2014/main" id="{FE68DE0C-1112-43C8-9085-E1B206F62A71}"/>
                  </a:ext>
                </a:extLst>
              </p:cNvPr>
              <p:cNvSpPr/>
              <p:nvPr/>
            </p:nvSpPr>
            <p:spPr>
              <a:xfrm>
                <a:off x="4426046" y="3626812"/>
                <a:ext cx="109178" cy="59871"/>
              </a:xfrm>
              <a:custGeom>
                <a:avLst/>
                <a:gdLst/>
                <a:ahLst/>
                <a:cxnLst/>
                <a:rect l="l" t="t" r="r" b="b"/>
                <a:pathLst>
                  <a:path w="55" h="30" extrusionOk="0">
                    <a:moveTo>
                      <a:pt x="52" y="17"/>
                    </a:moveTo>
                    <a:cubicBezTo>
                      <a:pt x="52" y="15"/>
                      <a:pt x="52" y="15"/>
                      <a:pt x="52" y="15"/>
                    </a:cubicBezTo>
                    <a:cubicBezTo>
                      <a:pt x="52" y="14"/>
                      <a:pt x="52" y="12"/>
                      <a:pt x="51" y="11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2"/>
                      <a:pt x="43" y="2"/>
                      <a:pt x="43" y="2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18" y="4"/>
                      <a:pt x="11" y="3"/>
                      <a:pt x="4" y="2"/>
                    </a:cubicBezTo>
                    <a:cubicBezTo>
                      <a:pt x="3" y="2"/>
                      <a:pt x="2" y="1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8" y="10"/>
                      <a:pt x="38" y="10"/>
                      <a:pt x="38" y="10"/>
                    </a:cubicBezTo>
                    <a:cubicBezTo>
                      <a:pt x="41" y="22"/>
                      <a:pt x="41" y="22"/>
                      <a:pt x="41" y="22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50" y="26"/>
                      <a:pt x="50" y="26"/>
                      <a:pt x="50" y="26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2" y="18"/>
                      <a:pt x="52" y="17"/>
                      <a:pt x="52" y="17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5" name="Google Shape;660;p50">
                <a:extLst>
                  <a:ext uri="{FF2B5EF4-FFF2-40B4-BE49-F238E27FC236}">
                    <a16:creationId xmlns:a16="http://schemas.microsoft.com/office/drawing/2014/main" id="{3350EF17-4BF2-4973-9106-DC25764E4997}"/>
                  </a:ext>
                </a:extLst>
              </p:cNvPr>
              <p:cNvSpPr/>
              <p:nvPr/>
            </p:nvSpPr>
            <p:spPr>
              <a:xfrm>
                <a:off x="4352087" y="3511764"/>
                <a:ext cx="65742" cy="86873"/>
              </a:xfrm>
              <a:custGeom>
                <a:avLst/>
                <a:gdLst/>
                <a:ahLst/>
                <a:cxnLst/>
                <a:rect l="l" t="t" r="r" b="b"/>
                <a:pathLst>
                  <a:path w="33" h="44" extrusionOk="0">
                    <a:moveTo>
                      <a:pt x="29" y="44"/>
                    </a:moveTo>
                    <a:cubicBezTo>
                      <a:pt x="27" y="42"/>
                      <a:pt x="27" y="42"/>
                      <a:pt x="27" y="42"/>
                    </a:cubicBezTo>
                    <a:cubicBezTo>
                      <a:pt x="29" y="30"/>
                      <a:pt x="31" y="18"/>
                      <a:pt x="32" y="6"/>
                    </a:cubicBezTo>
                    <a:cubicBezTo>
                      <a:pt x="32" y="4"/>
                      <a:pt x="32" y="2"/>
                      <a:pt x="33" y="0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8" y="15"/>
                      <a:pt x="5" y="17"/>
                      <a:pt x="3" y="20"/>
                    </a:cubicBezTo>
                    <a:cubicBezTo>
                      <a:pt x="1" y="20"/>
                      <a:pt x="0" y="21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2" y="43"/>
                      <a:pt x="12" y="43"/>
                      <a:pt x="12" y="43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22" y="43"/>
                      <a:pt x="25" y="44"/>
                      <a:pt x="29" y="44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6" name="Google Shape;661;p50">
                <a:extLst>
                  <a:ext uri="{FF2B5EF4-FFF2-40B4-BE49-F238E27FC236}">
                    <a16:creationId xmlns:a16="http://schemas.microsoft.com/office/drawing/2014/main" id="{B4A00419-1E5B-458D-8009-CA3B56376FFA}"/>
                  </a:ext>
                </a:extLst>
              </p:cNvPr>
              <p:cNvSpPr/>
              <p:nvPr/>
            </p:nvSpPr>
            <p:spPr>
              <a:xfrm>
                <a:off x="3830850" y="3118490"/>
                <a:ext cx="537673" cy="387407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95" extrusionOk="0">
                    <a:moveTo>
                      <a:pt x="232" y="187"/>
                    </a:moveTo>
                    <a:cubicBezTo>
                      <a:pt x="232" y="185"/>
                      <a:pt x="232" y="185"/>
                      <a:pt x="232" y="185"/>
                    </a:cubicBezTo>
                    <a:cubicBezTo>
                      <a:pt x="225" y="176"/>
                      <a:pt x="225" y="176"/>
                      <a:pt x="225" y="176"/>
                    </a:cubicBezTo>
                    <a:cubicBezTo>
                      <a:pt x="228" y="176"/>
                      <a:pt x="228" y="176"/>
                      <a:pt x="228" y="176"/>
                    </a:cubicBezTo>
                    <a:cubicBezTo>
                      <a:pt x="228" y="170"/>
                      <a:pt x="228" y="170"/>
                      <a:pt x="228" y="170"/>
                    </a:cubicBezTo>
                    <a:cubicBezTo>
                      <a:pt x="244" y="170"/>
                      <a:pt x="244" y="170"/>
                      <a:pt x="244" y="170"/>
                    </a:cubicBezTo>
                    <a:cubicBezTo>
                      <a:pt x="246" y="166"/>
                      <a:pt x="246" y="166"/>
                      <a:pt x="246" y="166"/>
                    </a:cubicBezTo>
                    <a:cubicBezTo>
                      <a:pt x="249" y="166"/>
                      <a:pt x="249" y="166"/>
                      <a:pt x="249" y="166"/>
                    </a:cubicBezTo>
                    <a:cubicBezTo>
                      <a:pt x="252" y="158"/>
                      <a:pt x="252" y="158"/>
                      <a:pt x="252" y="158"/>
                    </a:cubicBezTo>
                    <a:cubicBezTo>
                      <a:pt x="258" y="160"/>
                      <a:pt x="258" y="160"/>
                      <a:pt x="258" y="160"/>
                    </a:cubicBezTo>
                    <a:cubicBezTo>
                      <a:pt x="258" y="157"/>
                      <a:pt x="258" y="157"/>
                      <a:pt x="258" y="157"/>
                    </a:cubicBezTo>
                    <a:cubicBezTo>
                      <a:pt x="261" y="162"/>
                      <a:pt x="261" y="162"/>
                      <a:pt x="261" y="162"/>
                    </a:cubicBezTo>
                    <a:cubicBezTo>
                      <a:pt x="262" y="160"/>
                      <a:pt x="262" y="159"/>
                      <a:pt x="263" y="157"/>
                    </a:cubicBezTo>
                    <a:cubicBezTo>
                      <a:pt x="263" y="153"/>
                      <a:pt x="264" y="149"/>
                      <a:pt x="266" y="144"/>
                    </a:cubicBezTo>
                    <a:cubicBezTo>
                      <a:pt x="267" y="140"/>
                      <a:pt x="268" y="137"/>
                      <a:pt x="271" y="134"/>
                    </a:cubicBezTo>
                    <a:cubicBezTo>
                      <a:pt x="270" y="129"/>
                      <a:pt x="270" y="129"/>
                      <a:pt x="270" y="129"/>
                    </a:cubicBezTo>
                    <a:cubicBezTo>
                      <a:pt x="267" y="129"/>
                      <a:pt x="263" y="129"/>
                      <a:pt x="260" y="130"/>
                    </a:cubicBezTo>
                    <a:cubicBezTo>
                      <a:pt x="257" y="130"/>
                      <a:pt x="254" y="131"/>
                      <a:pt x="251" y="132"/>
                    </a:cubicBezTo>
                    <a:cubicBezTo>
                      <a:pt x="239" y="131"/>
                      <a:pt x="239" y="131"/>
                      <a:pt x="239" y="131"/>
                    </a:cubicBezTo>
                    <a:cubicBezTo>
                      <a:pt x="235" y="134"/>
                      <a:pt x="235" y="134"/>
                      <a:pt x="235" y="134"/>
                    </a:cubicBezTo>
                    <a:cubicBezTo>
                      <a:pt x="234" y="138"/>
                      <a:pt x="233" y="141"/>
                      <a:pt x="232" y="145"/>
                    </a:cubicBezTo>
                    <a:cubicBezTo>
                      <a:pt x="231" y="148"/>
                      <a:pt x="231" y="151"/>
                      <a:pt x="230" y="153"/>
                    </a:cubicBezTo>
                    <a:cubicBezTo>
                      <a:pt x="229" y="156"/>
                      <a:pt x="228" y="158"/>
                      <a:pt x="227" y="160"/>
                    </a:cubicBezTo>
                    <a:cubicBezTo>
                      <a:pt x="225" y="161"/>
                      <a:pt x="222" y="161"/>
                      <a:pt x="219" y="162"/>
                    </a:cubicBezTo>
                    <a:cubicBezTo>
                      <a:pt x="213" y="162"/>
                      <a:pt x="213" y="162"/>
                      <a:pt x="213" y="162"/>
                    </a:cubicBezTo>
                    <a:cubicBezTo>
                      <a:pt x="208" y="166"/>
                      <a:pt x="208" y="166"/>
                      <a:pt x="208" y="166"/>
                    </a:cubicBezTo>
                    <a:cubicBezTo>
                      <a:pt x="200" y="166"/>
                      <a:pt x="200" y="166"/>
                      <a:pt x="200" y="166"/>
                    </a:cubicBezTo>
                    <a:cubicBezTo>
                      <a:pt x="198" y="163"/>
                      <a:pt x="195" y="160"/>
                      <a:pt x="192" y="158"/>
                    </a:cubicBezTo>
                    <a:cubicBezTo>
                      <a:pt x="190" y="156"/>
                      <a:pt x="187" y="154"/>
                      <a:pt x="184" y="152"/>
                    </a:cubicBezTo>
                    <a:cubicBezTo>
                      <a:pt x="179" y="143"/>
                      <a:pt x="176" y="134"/>
                      <a:pt x="173" y="125"/>
                    </a:cubicBezTo>
                    <a:cubicBezTo>
                      <a:pt x="171" y="115"/>
                      <a:pt x="169" y="105"/>
                      <a:pt x="169" y="94"/>
                    </a:cubicBezTo>
                    <a:cubicBezTo>
                      <a:pt x="175" y="86"/>
                      <a:pt x="175" y="86"/>
                      <a:pt x="175" y="86"/>
                    </a:cubicBezTo>
                    <a:cubicBezTo>
                      <a:pt x="175" y="82"/>
                      <a:pt x="175" y="82"/>
                      <a:pt x="175" y="82"/>
                    </a:cubicBezTo>
                    <a:cubicBezTo>
                      <a:pt x="172" y="80"/>
                      <a:pt x="172" y="80"/>
                      <a:pt x="172" y="80"/>
                    </a:cubicBezTo>
                    <a:cubicBezTo>
                      <a:pt x="167" y="78"/>
                      <a:pt x="163" y="75"/>
                      <a:pt x="158" y="72"/>
                    </a:cubicBezTo>
                    <a:cubicBezTo>
                      <a:pt x="156" y="70"/>
                      <a:pt x="154" y="68"/>
                      <a:pt x="151" y="66"/>
                    </a:cubicBezTo>
                    <a:cubicBezTo>
                      <a:pt x="151" y="65"/>
                      <a:pt x="151" y="65"/>
                      <a:pt x="151" y="65"/>
                    </a:cubicBezTo>
                    <a:cubicBezTo>
                      <a:pt x="150" y="65"/>
                      <a:pt x="150" y="65"/>
                      <a:pt x="150" y="65"/>
                    </a:cubicBezTo>
                    <a:cubicBezTo>
                      <a:pt x="146" y="56"/>
                      <a:pt x="142" y="46"/>
                      <a:pt x="138" y="38"/>
                    </a:cubicBezTo>
                    <a:cubicBezTo>
                      <a:pt x="136" y="36"/>
                      <a:pt x="135" y="35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25" y="33"/>
                      <a:pt x="125" y="33"/>
                      <a:pt x="125" y="33"/>
                    </a:cubicBezTo>
                    <a:cubicBezTo>
                      <a:pt x="119" y="42"/>
                      <a:pt x="119" y="42"/>
                      <a:pt x="119" y="42"/>
                    </a:cubicBezTo>
                    <a:cubicBezTo>
                      <a:pt x="108" y="33"/>
                      <a:pt x="108" y="33"/>
                      <a:pt x="108" y="33"/>
                    </a:cubicBezTo>
                    <a:cubicBezTo>
                      <a:pt x="107" y="25"/>
                      <a:pt x="107" y="25"/>
                      <a:pt x="107" y="25"/>
                    </a:cubicBezTo>
                    <a:cubicBezTo>
                      <a:pt x="93" y="13"/>
                      <a:pt x="93" y="13"/>
                      <a:pt x="93" y="13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60" y="12"/>
                      <a:pt x="44" y="8"/>
                      <a:pt x="28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2" y="10"/>
                      <a:pt x="4" y="17"/>
                      <a:pt x="6" y="24"/>
                    </a:cubicBezTo>
                    <a:cubicBezTo>
                      <a:pt x="7" y="26"/>
                      <a:pt x="7" y="29"/>
                      <a:pt x="7" y="31"/>
                    </a:cubicBezTo>
                    <a:cubicBezTo>
                      <a:pt x="25" y="54"/>
                      <a:pt x="25" y="54"/>
                      <a:pt x="25" y="54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26" y="66"/>
                      <a:pt x="34" y="73"/>
                      <a:pt x="43" y="81"/>
                    </a:cubicBezTo>
                    <a:cubicBezTo>
                      <a:pt x="43" y="94"/>
                      <a:pt x="43" y="94"/>
                      <a:pt x="43" y="94"/>
                    </a:cubicBezTo>
                    <a:cubicBezTo>
                      <a:pt x="46" y="96"/>
                      <a:pt x="49" y="97"/>
                      <a:pt x="52" y="99"/>
                    </a:cubicBezTo>
                    <a:cubicBezTo>
                      <a:pt x="57" y="102"/>
                      <a:pt x="60" y="105"/>
                      <a:pt x="64" y="108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7"/>
                      <a:pt x="66" y="97"/>
                      <a:pt x="66" y="97"/>
                    </a:cubicBezTo>
                    <a:cubicBezTo>
                      <a:pt x="58" y="97"/>
                      <a:pt x="58" y="97"/>
                      <a:pt x="58" y="97"/>
                    </a:cubicBezTo>
                    <a:cubicBezTo>
                      <a:pt x="53" y="87"/>
                      <a:pt x="48" y="77"/>
                      <a:pt x="42" y="68"/>
                    </a:cubicBezTo>
                    <a:cubicBezTo>
                      <a:pt x="35" y="56"/>
                      <a:pt x="28" y="43"/>
                      <a:pt x="21" y="31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30"/>
                      <a:pt x="46" y="41"/>
                      <a:pt x="52" y="51"/>
                    </a:cubicBezTo>
                    <a:cubicBezTo>
                      <a:pt x="57" y="60"/>
                      <a:pt x="64" y="69"/>
                      <a:pt x="71" y="77"/>
                    </a:cubicBezTo>
                    <a:cubicBezTo>
                      <a:pt x="70" y="86"/>
                      <a:pt x="70" y="86"/>
                      <a:pt x="70" y="86"/>
                    </a:cubicBezTo>
                    <a:cubicBezTo>
                      <a:pt x="102" y="118"/>
                      <a:pt x="102" y="118"/>
                      <a:pt x="102" y="118"/>
                    </a:cubicBezTo>
                    <a:cubicBezTo>
                      <a:pt x="104" y="129"/>
                      <a:pt x="104" y="129"/>
                      <a:pt x="104" y="129"/>
                    </a:cubicBezTo>
                    <a:cubicBezTo>
                      <a:pt x="98" y="135"/>
                      <a:pt x="98" y="135"/>
                      <a:pt x="98" y="135"/>
                    </a:cubicBezTo>
                    <a:cubicBezTo>
                      <a:pt x="101" y="143"/>
                      <a:pt x="101" y="143"/>
                      <a:pt x="101" y="143"/>
                    </a:cubicBezTo>
                    <a:cubicBezTo>
                      <a:pt x="129" y="168"/>
                      <a:pt x="129" y="168"/>
                      <a:pt x="129" y="168"/>
                    </a:cubicBezTo>
                    <a:cubicBezTo>
                      <a:pt x="135" y="168"/>
                      <a:pt x="135" y="168"/>
                      <a:pt x="135" y="168"/>
                    </a:cubicBezTo>
                    <a:cubicBezTo>
                      <a:pt x="142" y="175"/>
                      <a:pt x="142" y="175"/>
                      <a:pt x="142" y="175"/>
                    </a:cubicBezTo>
                    <a:cubicBezTo>
                      <a:pt x="176" y="192"/>
                      <a:pt x="176" y="192"/>
                      <a:pt x="176" y="192"/>
                    </a:cubicBezTo>
                    <a:cubicBezTo>
                      <a:pt x="181" y="192"/>
                      <a:pt x="186" y="192"/>
                      <a:pt x="191" y="191"/>
                    </a:cubicBezTo>
                    <a:cubicBezTo>
                      <a:pt x="195" y="190"/>
                      <a:pt x="198" y="189"/>
                      <a:pt x="202" y="188"/>
                    </a:cubicBezTo>
                    <a:cubicBezTo>
                      <a:pt x="212" y="195"/>
                      <a:pt x="212" y="195"/>
                      <a:pt x="212" y="195"/>
                    </a:cubicBezTo>
                    <a:cubicBezTo>
                      <a:pt x="221" y="187"/>
                      <a:pt x="221" y="187"/>
                      <a:pt x="221" y="187"/>
                    </a:cubicBezTo>
                    <a:lnTo>
                      <a:pt x="232" y="18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7" name="Google Shape;662;p50">
                <a:extLst>
                  <a:ext uri="{FF2B5EF4-FFF2-40B4-BE49-F238E27FC236}">
                    <a16:creationId xmlns:a16="http://schemas.microsoft.com/office/drawing/2014/main" id="{9AA15C2A-C11D-4DB5-A26D-3A0EF5380741}"/>
                  </a:ext>
                </a:extLst>
              </p:cNvPr>
              <p:cNvSpPr/>
              <p:nvPr/>
            </p:nvSpPr>
            <p:spPr>
              <a:xfrm>
                <a:off x="4500006" y="3442502"/>
                <a:ext cx="44610" cy="15261"/>
              </a:xfrm>
              <a:custGeom>
                <a:avLst/>
                <a:gdLst/>
                <a:ahLst/>
                <a:cxnLst/>
                <a:rect l="l" t="t" r="r" b="b"/>
                <a:pathLst>
                  <a:path w="38" h="13" extrusionOk="0">
                    <a:moveTo>
                      <a:pt x="28" y="0"/>
                    </a:moveTo>
                    <a:lnTo>
                      <a:pt x="6" y="0"/>
                    </a:lnTo>
                    <a:lnTo>
                      <a:pt x="0" y="7"/>
                    </a:lnTo>
                    <a:lnTo>
                      <a:pt x="3" y="10"/>
                    </a:lnTo>
                    <a:lnTo>
                      <a:pt x="11" y="8"/>
                    </a:lnTo>
                    <a:lnTo>
                      <a:pt x="16" y="13"/>
                    </a:lnTo>
                    <a:lnTo>
                      <a:pt x="38" y="12"/>
                    </a:lnTo>
                    <a:lnTo>
                      <a:pt x="38" y="5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8" name="Google Shape;663;p50">
                <a:extLst>
                  <a:ext uri="{FF2B5EF4-FFF2-40B4-BE49-F238E27FC236}">
                    <a16:creationId xmlns:a16="http://schemas.microsoft.com/office/drawing/2014/main" id="{C311AF77-2251-4D6C-BC0D-F1E071699953}"/>
                  </a:ext>
                </a:extLst>
              </p:cNvPr>
              <p:cNvSpPr/>
              <p:nvPr/>
            </p:nvSpPr>
            <p:spPr>
              <a:xfrm>
                <a:off x="4566922" y="3406109"/>
                <a:ext cx="62219" cy="51654"/>
              </a:xfrm>
              <a:custGeom>
                <a:avLst/>
                <a:gdLst/>
                <a:ahLst/>
                <a:cxnLst/>
                <a:rect l="l" t="t" r="r" b="b"/>
                <a:pathLst>
                  <a:path w="31" h="26" extrusionOk="0">
                    <a:moveTo>
                      <a:pt x="30" y="4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3"/>
                      <a:pt x="19" y="24"/>
                      <a:pt x="28" y="26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31" y="4"/>
                      <a:pt x="31" y="4"/>
                      <a:pt x="31" y="4"/>
                    </a:cubicBezTo>
                    <a:lnTo>
                      <a:pt x="30" y="4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9" name="Google Shape;664;p50">
                <a:extLst>
                  <a:ext uri="{FF2B5EF4-FFF2-40B4-BE49-F238E27FC236}">
                    <a16:creationId xmlns:a16="http://schemas.microsoft.com/office/drawing/2014/main" id="{9797EB3F-CB5A-4294-A0F7-59A921B04354}"/>
                  </a:ext>
                </a:extLst>
              </p:cNvPr>
              <p:cNvSpPr/>
              <p:nvPr/>
            </p:nvSpPr>
            <p:spPr>
              <a:xfrm>
                <a:off x="4251127" y="3456589"/>
                <a:ext cx="89221" cy="78655"/>
              </a:xfrm>
              <a:custGeom>
                <a:avLst/>
                <a:gdLst/>
                <a:ahLst/>
                <a:cxnLst/>
                <a:rect l="l" t="t" r="r" b="b"/>
                <a:pathLst>
                  <a:path w="45" h="40" extrusionOk="0">
                    <a:moveTo>
                      <a:pt x="27" y="34"/>
                    </a:moveTo>
                    <a:cubicBezTo>
                      <a:pt x="29" y="33"/>
                      <a:pt x="29" y="33"/>
                      <a:pt x="29" y="33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1" y="29"/>
                      <a:pt x="31" y="29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6" y="26"/>
                      <a:pt x="40" y="25"/>
                      <a:pt x="45" y="24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3" y="19"/>
                      <a:pt x="43" y="19"/>
                      <a:pt x="43" y="19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2" y="38"/>
                      <a:pt x="25" y="36"/>
                      <a:pt x="27" y="34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40" name="Google Shape;665;p50">
                <a:extLst>
                  <a:ext uri="{FF2B5EF4-FFF2-40B4-BE49-F238E27FC236}">
                    <a16:creationId xmlns:a16="http://schemas.microsoft.com/office/drawing/2014/main" id="{0B4D6B4F-15EA-41BE-8EBF-E23143FCC2C1}"/>
                  </a:ext>
                </a:extLst>
              </p:cNvPr>
              <p:cNvSpPr/>
              <p:nvPr/>
            </p:nvSpPr>
            <p:spPr>
              <a:xfrm>
                <a:off x="4308651" y="3494155"/>
                <a:ext cx="109178" cy="61046"/>
              </a:xfrm>
              <a:custGeom>
                <a:avLst/>
                <a:gdLst/>
                <a:ahLst/>
                <a:cxnLst/>
                <a:rect l="l" t="t" r="r" b="b"/>
                <a:pathLst>
                  <a:path w="55" h="31" extrusionOk="0">
                    <a:moveTo>
                      <a:pt x="50" y="4"/>
                    </a:moveTo>
                    <a:cubicBezTo>
                      <a:pt x="48" y="4"/>
                      <a:pt x="46" y="3"/>
                      <a:pt x="44" y="3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4" y="1"/>
                      <a:pt x="28" y="2"/>
                      <a:pt x="22" y="3"/>
                    </a:cubicBezTo>
                    <a:cubicBezTo>
                      <a:pt x="20" y="4"/>
                      <a:pt x="18" y="4"/>
                      <a:pt x="16" y="5"/>
                    </a:cubicBezTo>
                    <a:cubicBezTo>
                      <a:pt x="11" y="6"/>
                      <a:pt x="7" y="7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3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7" y="30"/>
                      <a:pt x="17" y="31"/>
                      <a:pt x="17" y="31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2" y="30"/>
                      <a:pt x="23" y="29"/>
                      <a:pt x="25" y="29"/>
                    </a:cubicBezTo>
                    <a:cubicBezTo>
                      <a:pt x="27" y="26"/>
                      <a:pt x="30" y="24"/>
                      <a:pt x="32" y="22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5" y="9"/>
                      <a:pt x="55" y="9"/>
                      <a:pt x="55" y="9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3" y="5"/>
                      <a:pt x="51" y="4"/>
                      <a:pt x="50" y="4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41" name="Google Shape;666;p50">
                <a:extLst>
                  <a:ext uri="{FF2B5EF4-FFF2-40B4-BE49-F238E27FC236}">
                    <a16:creationId xmlns:a16="http://schemas.microsoft.com/office/drawing/2014/main" id="{93A101D9-F199-4016-8C01-4A59037E6A22}"/>
                  </a:ext>
                </a:extLst>
              </p:cNvPr>
              <p:cNvSpPr/>
              <p:nvPr/>
            </p:nvSpPr>
            <p:spPr>
              <a:xfrm>
                <a:off x="4288693" y="3522330"/>
                <a:ext cx="57524" cy="32871"/>
              </a:xfrm>
              <a:custGeom>
                <a:avLst/>
                <a:gdLst/>
                <a:ahLst/>
                <a:cxnLst/>
                <a:rect l="l" t="t" r="r" b="b"/>
                <a:pathLst>
                  <a:path w="29" h="17" extrusionOk="0">
                    <a:moveTo>
                      <a:pt x="29" y="7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9" y="0"/>
                      <a:pt x="8" y="1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17"/>
                      <a:pt x="27" y="16"/>
                      <a:pt x="27" y="16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9" y="8"/>
                      <a:pt x="29" y="8"/>
                      <a:pt x="29" y="8"/>
                    </a:cubicBezTo>
                    <a:lnTo>
                      <a:pt x="29" y="7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42" name="Google Shape;667;p50">
                <a:extLst>
                  <a:ext uri="{FF2B5EF4-FFF2-40B4-BE49-F238E27FC236}">
                    <a16:creationId xmlns:a16="http://schemas.microsoft.com/office/drawing/2014/main" id="{C850387B-127E-48A0-AD2B-9581593DBB78}"/>
                  </a:ext>
                </a:extLst>
              </p:cNvPr>
              <p:cNvSpPr/>
              <p:nvPr/>
            </p:nvSpPr>
            <p:spPr>
              <a:xfrm>
                <a:off x="4396697" y="3342714"/>
                <a:ext cx="190181" cy="65742"/>
              </a:xfrm>
              <a:custGeom>
                <a:avLst/>
                <a:gdLst/>
                <a:ahLst/>
                <a:cxnLst/>
                <a:rect l="l" t="t" r="r" b="b"/>
                <a:pathLst>
                  <a:path w="96" h="33" extrusionOk="0">
                    <a:moveTo>
                      <a:pt x="22" y="6"/>
                    </a:moveTo>
                    <a:cubicBezTo>
                      <a:pt x="24" y="5"/>
                      <a:pt x="25" y="5"/>
                      <a:pt x="27" y="5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8" y="11"/>
                      <a:pt x="38" y="11"/>
                      <a:pt x="38" y="11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8" y="24"/>
                      <a:pt x="58" y="24"/>
                      <a:pt x="58" y="24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7" y="27"/>
                      <a:pt x="67" y="27"/>
                      <a:pt x="67" y="27"/>
                    </a:cubicBezTo>
                    <a:cubicBezTo>
                      <a:pt x="60" y="29"/>
                      <a:pt x="60" y="29"/>
                      <a:pt x="60" y="29"/>
                    </a:cubicBezTo>
                    <a:cubicBezTo>
                      <a:pt x="58" y="31"/>
                      <a:pt x="58" y="31"/>
                      <a:pt x="58" y="31"/>
                    </a:cubicBezTo>
                    <a:cubicBezTo>
                      <a:pt x="70" y="32"/>
                      <a:pt x="82" y="33"/>
                      <a:pt x="93" y="33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3" y="30"/>
                      <a:pt x="93" y="30"/>
                      <a:pt x="93" y="30"/>
                    </a:cubicBezTo>
                    <a:cubicBezTo>
                      <a:pt x="89" y="27"/>
                      <a:pt x="89" y="27"/>
                      <a:pt x="89" y="27"/>
                    </a:cubicBezTo>
                    <a:cubicBezTo>
                      <a:pt x="83" y="27"/>
                      <a:pt x="83" y="27"/>
                      <a:pt x="83" y="27"/>
                    </a:cubicBezTo>
                    <a:cubicBezTo>
                      <a:pt x="83" y="23"/>
                      <a:pt x="83" y="23"/>
                      <a:pt x="83" y="23"/>
                    </a:cubicBezTo>
                    <a:cubicBezTo>
                      <a:pt x="77" y="23"/>
                      <a:pt x="77" y="23"/>
                      <a:pt x="77" y="23"/>
                    </a:cubicBezTo>
                    <a:cubicBezTo>
                      <a:pt x="70" y="19"/>
                      <a:pt x="63" y="15"/>
                      <a:pt x="56" y="11"/>
                    </a:cubicBezTo>
                    <a:cubicBezTo>
                      <a:pt x="50" y="7"/>
                      <a:pt x="44" y="4"/>
                      <a:pt x="38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14" y="10"/>
                      <a:pt x="18" y="8"/>
                      <a:pt x="22" y="6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43" name="Google Shape;668;p50">
                <a:extLst>
                  <a:ext uri="{FF2B5EF4-FFF2-40B4-BE49-F238E27FC236}">
                    <a16:creationId xmlns:a16="http://schemas.microsoft.com/office/drawing/2014/main" id="{CFD245A9-4B00-4FE8-99A3-DE425E55C0ED}"/>
                  </a:ext>
                </a:extLst>
              </p:cNvPr>
              <p:cNvSpPr/>
              <p:nvPr/>
            </p:nvSpPr>
            <p:spPr>
              <a:xfrm>
                <a:off x="4368522" y="3597464"/>
                <a:ext cx="59871" cy="57524"/>
              </a:xfrm>
              <a:custGeom>
                <a:avLst/>
                <a:gdLst/>
                <a:ahLst/>
                <a:cxnLst/>
                <a:rect l="l" t="t" r="r" b="b"/>
                <a:pathLst>
                  <a:path w="30" h="29" extrusionOk="0">
                    <a:moveTo>
                      <a:pt x="30" y="15"/>
                    </a:moveTo>
                    <a:cubicBezTo>
                      <a:pt x="27" y="11"/>
                      <a:pt x="24" y="6"/>
                      <a:pt x="21" y="1"/>
                    </a:cubicBezTo>
                    <a:cubicBezTo>
                      <a:pt x="17" y="1"/>
                      <a:pt x="14" y="0"/>
                      <a:pt x="1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5" y="16"/>
                      <a:pt x="20" y="22"/>
                      <a:pt x="25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29" y="16"/>
                      <a:pt x="29" y="16"/>
                      <a:pt x="29" y="16"/>
                    </a:cubicBezTo>
                    <a:lnTo>
                      <a:pt x="30" y="15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44" name="Google Shape;669;p50">
                <a:extLst>
                  <a:ext uri="{FF2B5EF4-FFF2-40B4-BE49-F238E27FC236}">
                    <a16:creationId xmlns:a16="http://schemas.microsoft.com/office/drawing/2014/main" id="{043934ED-8E65-4175-907E-E95533F210FC}"/>
                  </a:ext>
                </a:extLst>
              </p:cNvPr>
              <p:cNvSpPr/>
              <p:nvPr/>
            </p:nvSpPr>
            <p:spPr>
              <a:xfrm>
                <a:off x="4313346" y="3431935"/>
                <a:ext cx="29349" cy="59871"/>
              </a:xfrm>
              <a:custGeom>
                <a:avLst/>
                <a:gdLst/>
                <a:ahLst/>
                <a:cxnLst/>
                <a:rect l="l" t="t" r="r" b="b"/>
                <a:pathLst>
                  <a:path w="15" h="30" extrusionOk="0">
                    <a:moveTo>
                      <a:pt x="6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0" y="30"/>
                      <a:pt x="0" y="30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4" y="20"/>
                      <a:pt x="14" y="11"/>
                      <a:pt x="15" y="2"/>
                    </a:cubicBezTo>
                    <a:cubicBezTo>
                      <a:pt x="9" y="0"/>
                      <a:pt x="9" y="0"/>
                      <a:pt x="9" y="0"/>
                    </a:cubicBezTo>
                    <a:lnTo>
                      <a:pt x="6" y="8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745" name="Google Shape;670;p50">
                <a:extLst>
                  <a:ext uri="{FF2B5EF4-FFF2-40B4-BE49-F238E27FC236}">
                    <a16:creationId xmlns:a16="http://schemas.microsoft.com/office/drawing/2014/main" id="{3A28DAE2-EEE9-4870-90B3-EC3A98934099}"/>
                  </a:ext>
                </a:extLst>
              </p:cNvPr>
              <p:cNvGrpSpPr/>
              <p:nvPr/>
            </p:nvGrpSpPr>
            <p:grpSpPr>
              <a:xfrm>
                <a:off x="3174607" y="2489247"/>
                <a:ext cx="1539058" cy="813553"/>
                <a:chOff x="506412" y="2262188"/>
                <a:chExt cx="2081212" cy="1100137"/>
              </a:xfrm>
              <a:grpFill/>
            </p:grpSpPr>
            <p:sp>
              <p:nvSpPr>
                <p:cNvPr id="777" name="Google Shape;671;p50">
                  <a:extLst>
                    <a:ext uri="{FF2B5EF4-FFF2-40B4-BE49-F238E27FC236}">
                      <a16:creationId xmlns:a16="http://schemas.microsoft.com/office/drawing/2014/main" id="{D511C311-DA2B-4C5C-B542-851B81ED2B56}"/>
                    </a:ext>
                  </a:extLst>
                </p:cNvPr>
                <p:cNvSpPr/>
                <p:nvPr/>
              </p:nvSpPr>
              <p:spPr>
                <a:xfrm>
                  <a:off x="506412" y="2266950"/>
                  <a:ext cx="50800" cy="46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29" extrusionOk="0">
                      <a:moveTo>
                        <a:pt x="0" y="12"/>
                      </a:moveTo>
                      <a:lnTo>
                        <a:pt x="4" y="29"/>
                      </a:lnTo>
                      <a:lnTo>
                        <a:pt x="19" y="22"/>
                      </a:lnTo>
                      <a:lnTo>
                        <a:pt x="29" y="14"/>
                      </a:lnTo>
                      <a:lnTo>
                        <a:pt x="32" y="2"/>
                      </a:lnTo>
                      <a:lnTo>
                        <a:pt x="19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78" name="Google Shape;672;p50">
                  <a:extLst>
                    <a:ext uri="{FF2B5EF4-FFF2-40B4-BE49-F238E27FC236}">
                      <a16:creationId xmlns:a16="http://schemas.microsoft.com/office/drawing/2014/main" id="{4EBEA235-8A72-4AB7-8B7B-064107E7423E}"/>
                    </a:ext>
                  </a:extLst>
                </p:cNvPr>
                <p:cNvSpPr/>
                <p:nvPr/>
              </p:nvSpPr>
              <p:spPr>
                <a:xfrm>
                  <a:off x="966787" y="2262188"/>
                  <a:ext cx="20637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22" extrusionOk="0">
                      <a:moveTo>
                        <a:pt x="0" y="12"/>
                      </a:moveTo>
                      <a:lnTo>
                        <a:pt x="8" y="22"/>
                      </a:lnTo>
                      <a:lnTo>
                        <a:pt x="13" y="17"/>
                      </a:lnTo>
                      <a:lnTo>
                        <a:pt x="1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79" name="Google Shape;673;p50">
                  <a:extLst>
                    <a:ext uri="{FF2B5EF4-FFF2-40B4-BE49-F238E27FC236}">
                      <a16:creationId xmlns:a16="http://schemas.microsoft.com/office/drawing/2014/main" id="{B5C3AE2D-1AED-4E71-AA6B-E72DD4EF209B}"/>
                    </a:ext>
                  </a:extLst>
                </p:cNvPr>
                <p:cNvSpPr/>
                <p:nvPr/>
              </p:nvSpPr>
              <p:spPr>
                <a:xfrm>
                  <a:off x="990600" y="2336800"/>
                  <a:ext cx="42862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2" extrusionOk="0">
                      <a:moveTo>
                        <a:pt x="27" y="26"/>
                      </a:moveTo>
                      <a:lnTo>
                        <a:pt x="22" y="16"/>
                      </a:lnTo>
                      <a:lnTo>
                        <a:pt x="7" y="0"/>
                      </a:lnTo>
                      <a:lnTo>
                        <a:pt x="0" y="5"/>
                      </a:lnTo>
                      <a:lnTo>
                        <a:pt x="7" y="24"/>
                      </a:lnTo>
                      <a:lnTo>
                        <a:pt x="23" y="32"/>
                      </a:lnTo>
                      <a:lnTo>
                        <a:pt x="27" y="26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80" name="Google Shape;674;p50">
                  <a:extLst>
                    <a:ext uri="{FF2B5EF4-FFF2-40B4-BE49-F238E27FC236}">
                      <a16:creationId xmlns:a16="http://schemas.microsoft.com/office/drawing/2014/main" id="{DCA5B4CC-24AC-4251-9F7E-7D6C267DC163}"/>
                    </a:ext>
                  </a:extLst>
                </p:cNvPr>
                <p:cNvSpPr/>
                <p:nvPr/>
              </p:nvSpPr>
              <p:spPr>
                <a:xfrm>
                  <a:off x="1014412" y="2401888"/>
                  <a:ext cx="26987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22" extrusionOk="0">
                      <a:moveTo>
                        <a:pt x="17" y="0"/>
                      </a:moveTo>
                      <a:lnTo>
                        <a:pt x="12" y="7"/>
                      </a:lnTo>
                      <a:lnTo>
                        <a:pt x="0" y="0"/>
                      </a:lnTo>
                      <a:lnTo>
                        <a:pt x="0" y="15"/>
                      </a:lnTo>
                      <a:lnTo>
                        <a:pt x="8" y="22"/>
                      </a:lnTo>
                      <a:lnTo>
                        <a:pt x="17" y="17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81" name="Google Shape;675;p50">
                  <a:extLst>
                    <a:ext uri="{FF2B5EF4-FFF2-40B4-BE49-F238E27FC236}">
                      <a16:creationId xmlns:a16="http://schemas.microsoft.com/office/drawing/2014/main" id="{F2AFC821-B718-4C45-BFD1-2644C87EF393}"/>
                    </a:ext>
                  </a:extLst>
                </p:cNvPr>
                <p:cNvSpPr/>
                <p:nvPr/>
              </p:nvSpPr>
              <p:spPr>
                <a:xfrm>
                  <a:off x="1033462" y="2444750"/>
                  <a:ext cx="26987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24" extrusionOk="0">
                      <a:moveTo>
                        <a:pt x="8" y="0"/>
                      </a:moveTo>
                      <a:lnTo>
                        <a:pt x="0" y="2"/>
                      </a:lnTo>
                      <a:lnTo>
                        <a:pt x="0" y="15"/>
                      </a:lnTo>
                      <a:lnTo>
                        <a:pt x="12" y="24"/>
                      </a:lnTo>
                      <a:lnTo>
                        <a:pt x="17" y="22"/>
                      </a:lnTo>
                      <a:lnTo>
                        <a:pt x="12" y="1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82" name="Google Shape;676;p50">
                  <a:extLst>
                    <a:ext uri="{FF2B5EF4-FFF2-40B4-BE49-F238E27FC236}">
                      <a16:creationId xmlns:a16="http://schemas.microsoft.com/office/drawing/2014/main" id="{2A32EFA5-0539-4E12-999D-8AE904AC15DA}"/>
                    </a:ext>
                  </a:extLst>
                </p:cNvPr>
                <p:cNvSpPr/>
                <p:nvPr/>
              </p:nvSpPr>
              <p:spPr>
                <a:xfrm>
                  <a:off x="1204912" y="2570163"/>
                  <a:ext cx="1382712" cy="792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" h="295" extrusionOk="0">
                      <a:moveTo>
                        <a:pt x="513" y="44"/>
                      </a:moveTo>
                      <a:cubicBezTo>
                        <a:pt x="508" y="38"/>
                        <a:pt x="508" y="38"/>
                        <a:pt x="508" y="38"/>
                      </a:cubicBezTo>
                      <a:cubicBezTo>
                        <a:pt x="503" y="29"/>
                        <a:pt x="503" y="29"/>
                        <a:pt x="503" y="29"/>
                      </a:cubicBezTo>
                      <a:cubicBezTo>
                        <a:pt x="488" y="37"/>
                        <a:pt x="488" y="37"/>
                        <a:pt x="488" y="37"/>
                      </a:cubicBezTo>
                      <a:cubicBezTo>
                        <a:pt x="474" y="51"/>
                        <a:pt x="474" y="51"/>
                        <a:pt x="474" y="51"/>
                      </a:cubicBezTo>
                      <a:cubicBezTo>
                        <a:pt x="439" y="52"/>
                        <a:pt x="439" y="52"/>
                        <a:pt x="439" y="52"/>
                      </a:cubicBezTo>
                      <a:cubicBezTo>
                        <a:pt x="429" y="67"/>
                        <a:pt x="429" y="67"/>
                        <a:pt x="429" y="67"/>
                      </a:cubicBezTo>
                      <a:cubicBezTo>
                        <a:pt x="432" y="66"/>
                        <a:pt x="432" y="66"/>
                        <a:pt x="432" y="66"/>
                      </a:cubicBezTo>
                      <a:cubicBezTo>
                        <a:pt x="431" y="70"/>
                        <a:pt x="431" y="70"/>
                        <a:pt x="431" y="70"/>
                      </a:cubicBezTo>
                      <a:cubicBezTo>
                        <a:pt x="431" y="73"/>
                        <a:pt x="431" y="73"/>
                        <a:pt x="431" y="73"/>
                      </a:cubicBezTo>
                      <a:cubicBezTo>
                        <a:pt x="428" y="78"/>
                        <a:pt x="428" y="78"/>
                        <a:pt x="428" y="78"/>
                      </a:cubicBezTo>
                      <a:cubicBezTo>
                        <a:pt x="406" y="80"/>
                        <a:pt x="406" y="80"/>
                        <a:pt x="406" y="80"/>
                      </a:cubicBezTo>
                      <a:cubicBezTo>
                        <a:pt x="402" y="84"/>
                        <a:pt x="402" y="84"/>
                        <a:pt x="402" y="84"/>
                      </a:cubicBezTo>
                      <a:cubicBezTo>
                        <a:pt x="404" y="84"/>
                        <a:pt x="404" y="84"/>
                        <a:pt x="404" y="84"/>
                      </a:cubicBezTo>
                      <a:cubicBezTo>
                        <a:pt x="408" y="85"/>
                        <a:pt x="408" y="85"/>
                        <a:pt x="408" y="85"/>
                      </a:cubicBezTo>
                      <a:cubicBezTo>
                        <a:pt x="405" y="88"/>
                        <a:pt x="405" y="88"/>
                        <a:pt x="405" y="88"/>
                      </a:cubicBezTo>
                      <a:cubicBezTo>
                        <a:pt x="399" y="89"/>
                        <a:pt x="399" y="89"/>
                        <a:pt x="399" y="89"/>
                      </a:cubicBezTo>
                      <a:cubicBezTo>
                        <a:pt x="393" y="95"/>
                        <a:pt x="393" y="95"/>
                        <a:pt x="393" y="95"/>
                      </a:cubicBezTo>
                      <a:cubicBezTo>
                        <a:pt x="376" y="102"/>
                        <a:pt x="376" y="102"/>
                        <a:pt x="376" y="102"/>
                      </a:cubicBezTo>
                      <a:cubicBezTo>
                        <a:pt x="370" y="99"/>
                        <a:pt x="370" y="99"/>
                        <a:pt x="370" y="99"/>
                      </a:cubicBezTo>
                      <a:cubicBezTo>
                        <a:pt x="372" y="95"/>
                        <a:pt x="372" y="95"/>
                        <a:pt x="372" y="95"/>
                      </a:cubicBezTo>
                      <a:cubicBezTo>
                        <a:pt x="370" y="93"/>
                        <a:pt x="370" y="93"/>
                        <a:pt x="370" y="93"/>
                      </a:cubicBezTo>
                      <a:cubicBezTo>
                        <a:pt x="368" y="88"/>
                        <a:pt x="368" y="88"/>
                        <a:pt x="368" y="88"/>
                      </a:cubicBezTo>
                      <a:cubicBezTo>
                        <a:pt x="373" y="82"/>
                        <a:pt x="373" y="82"/>
                        <a:pt x="373" y="82"/>
                      </a:cubicBezTo>
                      <a:cubicBezTo>
                        <a:pt x="373" y="69"/>
                        <a:pt x="373" y="69"/>
                        <a:pt x="373" y="69"/>
                      </a:cubicBezTo>
                      <a:cubicBezTo>
                        <a:pt x="368" y="71"/>
                        <a:pt x="368" y="71"/>
                        <a:pt x="368" y="71"/>
                      </a:cubicBezTo>
                      <a:cubicBezTo>
                        <a:pt x="363" y="77"/>
                        <a:pt x="363" y="77"/>
                        <a:pt x="363" y="77"/>
                      </a:cubicBezTo>
                      <a:cubicBezTo>
                        <a:pt x="361" y="76"/>
                        <a:pt x="360" y="75"/>
                        <a:pt x="360" y="74"/>
                      </a:cubicBezTo>
                      <a:cubicBezTo>
                        <a:pt x="360" y="73"/>
                        <a:pt x="362" y="71"/>
                        <a:pt x="366" y="67"/>
                      </a:cubicBezTo>
                      <a:cubicBezTo>
                        <a:pt x="369" y="60"/>
                        <a:pt x="369" y="60"/>
                        <a:pt x="369" y="60"/>
                      </a:cubicBezTo>
                      <a:cubicBezTo>
                        <a:pt x="366" y="50"/>
                        <a:pt x="366" y="50"/>
                        <a:pt x="366" y="50"/>
                      </a:cubicBezTo>
                      <a:cubicBezTo>
                        <a:pt x="362" y="48"/>
                        <a:pt x="362" y="48"/>
                        <a:pt x="362" y="48"/>
                      </a:cubicBezTo>
                      <a:cubicBezTo>
                        <a:pt x="356" y="49"/>
                        <a:pt x="356" y="49"/>
                        <a:pt x="356" y="49"/>
                      </a:cubicBezTo>
                      <a:cubicBezTo>
                        <a:pt x="352" y="54"/>
                        <a:pt x="352" y="54"/>
                        <a:pt x="352" y="54"/>
                      </a:cubicBezTo>
                      <a:cubicBezTo>
                        <a:pt x="349" y="52"/>
                        <a:pt x="349" y="52"/>
                        <a:pt x="349" y="52"/>
                      </a:cubicBezTo>
                      <a:cubicBezTo>
                        <a:pt x="342" y="65"/>
                        <a:pt x="342" y="65"/>
                        <a:pt x="342" y="65"/>
                      </a:cubicBezTo>
                      <a:cubicBezTo>
                        <a:pt x="344" y="78"/>
                        <a:pt x="344" y="78"/>
                        <a:pt x="344" y="78"/>
                      </a:cubicBezTo>
                      <a:cubicBezTo>
                        <a:pt x="342" y="88"/>
                        <a:pt x="342" y="88"/>
                        <a:pt x="342" y="88"/>
                      </a:cubicBezTo>
                      <a:cubicBezTo>
                        <a:pt x="337" y="93"/>
                        <a:pt x="337" y="93"/>
                        <a:pt x="337" y="93"/>
                      </a:cubicBezTo>
                      <a:cubicBezTo>
                        <a:pt x="333" y="92"/>
                        <a:pt x="333" y="92"/>
                        <a:pt x="333" y="92"/>
                      </a:cubicBezTo>
                      <a:cubicBezTo>
                        <a:pt x="330" y="87"/>
                        <a:pt x="330" y="87"/>
                        <a:pt x="330" y="87"/>
                      </a:cubicBezTo>
                      <a:cubicBezTo>
                        <a:pt x="330" y="70"/>
                        <a:pt x="330" y="70"/>
                        <a:pt x="330" y="70"/>
                      </a:cubicBezTo>
                      <a:cubicBezTo>
                        <a:pt x="331" y="62"/>
                        <a:pt x="331" y="62"/>
                        <a:pt x="331" y="62"/>
                      </a:cubicBezTo>
                      <a:cubicBezTo>
                        <a:pt x="335" y="54"/>
                        <a:pt x="335" y="54"/>
                        <a:pt x="335" y="54"/>
                      </a:cubicBezTo>
                      <a:cubicBezTo>
                        <a:pt x="331" y="56"/>
                        <a:pt x="331" y="56"/>
                        <a:pt x="331" y="56"/>
                      </a:cubicBezTo>
                      <a:cubicBezTo>
                        <a:pt x="327" y="61"/>
                        <a:pt x="327" y="61"/>
                        <a:pt x="327" y="61"/>
                      </a:cubicBezTo>
                      <a:cubicBezTo>
                        <a:pt x="329" y="53"/>
                        <a:pt x="329" y="53"/>
                        <a:pt x="329" y="53"/>
                      </a:cubicBezTo>
                      <a:cubicBezTo>
                        <a:pt x="332" y="48"/>
                        <a:pt x="332" y="48"/>
                        <a:pt x="332" y="48"/>
                      </a:cubicBezTo>
                      <a:cubicBezTo>
                        <a:pt x="340" y="45"/>
                        <a:pt x="340" y="45"/>
                        <a:pt x="340" y="45"/>
                      </a:cubicBezTo>
                      <a:cubicBezTo>
                        <a:pt x="345" y="47"/>
                        <a:pt x="345" y="47"/>
                        <a:pt x="345" y="47"/>
                      </a:cubicBezTo>
                      <a:cubicBezTo>
                        <a:pt x="350" y="42"/>
                        <a:pt x="350" y="42"/>
                        <a:pt x="350" y="42"/>
                      </a:cubicBezTo>
                      <a:cubicBezTo>
                        <a:pt x="359" y="42"/>
                        <a:pt x="359" y="42"/>
                        <a:pt x="359" y="42"/>
                      </a:cubicBezTo>
                      <a:cubicBezTo>
                        <a:pt x="353" y="37"/>
                        <a:pt x="353" y="37"/>
                        <a:pt x="353" y="37"/>
                      </a:cubicBezTo>
                      <a:cubicBezTo>
                        <a:pt x="352" y="32"/>
                        <a:pt x="352" y="32"/>
                        <a:pt x="352" y="32"/>
                      </a:cubicBezTo>
                      <a:cubicBezTo>
                        <a:pt x="343" y="36"/>
                        <a:pt x="343" y="36"/>
                        <a:pt x="343" y="36"/>
                      </a:cubicBezTo>
                      <a:cubicBezTo>
                        <a:pt x="337" y="37"/>
                        <a:pt x="337" y="37"/>
                        <a:pt x="337" y="37"/>
                      </a:cubicBezTo>
                      <a:cubicBezTo>
                        <a:pt x="334" y="32"/>
                        <a:pt x="334" y="32"/>
                        <a:pt x="334" y="32"/>
                      </a:cubicBezTo>
                      <a:cubicBezTo>
                        <a:pt x="325" y="31"/>
                        <a:pt x="325" y="31"/>
                        <a:pt x="325" y="31"/>
                      </a:cubicBezTo>
                      <a:cubicBezTo>
                        <a:pt x="331" y="24"/>
                        <a:pt x="331" y="24"/>
                        <a:pt x="331" y="24"/>
                      </a:cubicBezTo>
                      <a:cubicBezTo>
                        <a:pt x="311" y="35"/>
                        <a:pt x="311" y="35"/>
                        <a:pt x="311" y="35"/>
                      </a:cubicBezTo>
                      <a:cubicBezTo>
                        <a:pt x="307" y="35"/>
                        <a:pt x="307" y="35"/>
                        <a:pt x="307" y="35"/>
                      </a:cubicBezTo>
                      <a:cubicBezTo>
                        <a:pt x="306" y="31"/>
                        <a:pt x="306" y="31"/>
                        <a:pt x="306" y="31"/>
                      </a:cubicBezTo>
                      <a:cubicBezTo>
                        <a:pt x="301" y="31"/>
                        <a:pt x="301" y="31"/>
                        <a:pt x="301" y="31"/>
                      </a:cubicBezTo>
                      <a:cubicBezTo>
                        <a:pt x="298" y="34"/>
                        <a:pt x="298" y="34"/>
                        <a:pt x="298" y="34"/>
                      </a:cubicBezTo>
                      <a:cubicBezTo>
                        <a:pt x="293" y="32"/>
                        <a:pt x="293" y="32"/>
                        <a:pt x="293" y="32"/>
                      </a:cubicBezTo>
                      <a:cubicBezTo>
                        <a:pt x="297" y="27"/>
                        <a:pt x="297" y="27"/>
                        <a:pt x="297" y="27"/>
                      </a:cubicBezTo>
                      <a:cubicBezTo>
                        <a:pt x="307" y="23"/>
                        <a:pt x="307" y="23"/>
                        <a:pt x="307" y="23"/>
                      </a:cubicBezTo>
                      <a:cubicBezTo>
                        <a:pt x="308" y="22"/>
                        <a:pt x="308" y="22"/>
                        <a:pt x="308" y="22"/>
                      </a:cubicBezTo>
                      <a:cubicBezTo>
                        <a:pt x="293" y="15"/>
                        <a:pt x="293" y="15"/>
                        <a:pt x="293" y="15"/>
                      </a:cubicBezTo>
                      <a:cubicBezTo>
                        <a:pt x="286" y="15"/>
                        <a:pt x="286" y="15"/>
                        <a:pt x="286" y="15"/>
                      </a:cubicBezTo>
                      <a:cubicBezTo>
                        <a:pt x="276" y="9"/>
                        <a:pt x="276" y="9"/>
                        <a:pt x="276" y="9"/>
                      </a:cubicBezTo>
                      <a:cubicBezTo>
                        <a:pt x="272" y="1"/>
                        <a:pt x="272" y="1"/>
                        <a:pt x="272" y="1"/>
                      </a:cubicBezTo>
                      <a:cubicBezTo>
                        <a:pt x="266" y="0"/>
                        <a:pt x="266" y="0"/>
                        <a:pt x="266" y="0"/>
                      </a:cubicBezTo>
                      <a:cubicBezTo>
                        <a:pt x="264" y="3"/>
                        <a:pt x="264" y="3"/>
                        <a:pt x="264" y="3"/>
                      </a:cubicBezTo>
                      <a:cubicBezTo>
                        <a:pt x="17" y="3"/>
                        <a:pt x="17" y="3"/>
                        <a:pt x="17" y="3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3" y="21"/>
                        <a:pt x="23" y="21"/>
                        <a:pt x="23" y="21"/>
                      </a:cubicBezTo>
                      <a:cubicBezTo>
                        <a:pt x="18" y="16"/>
                        <a:pt x="18" y="16"/>
                        <a:pt x="18" y="16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7" y="35"/>
                        <a:pt x="7" y="35"/>
                        <a:pt x="7" y="35"/>
                      </a:cubicBezTo>
                      <a:cubicBezTo>
                        <a:pt x="13" y="39"/>
                        <a:pt x="13" y="39"/>
                        <a:pt x="13" y="39"/>
                      </a:cubicBezTo>
                      <a:cubicBezTo>
                        <a:pt x="8" y="41"/>
                        <a:pt x="8" y="41"/>
                        <a:pt x="8" y="41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3" y="84"/>
                        <a:pt x="3" y="84"/>
                        <a:pt x="3" y="84"/>
                      </a:cubicBezTo>
                      <a:cubicBezTo>
                        <a:pt x="8" y="97"/>
                        <a:pt x="8" y="97"/>
                        <a:pt x="8" y="97"/>
                      </a:cubicBezTo>
                      <a:cubicBezTo>
                        <a:pt x="8" y="105"/>
                        <a:pt x="8" y="105"/>
                        <a:pt x="8" y="105"/>
                      </a:cubicBezTo>
                      <a:cubicBezTo>
                        <a:pt x="5" y="112"/>
                        <a:pt x="5" y="112"/>
                        <a:pt x="5" y="112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27" y="161"/>
                        <a:pt x="27" y="161"/>
                        <a:pt x="27" y="161"/>
                      </a:cubicBezTo>
                      <a:cubicBezTo>
                        <a:pt x="37" y="170"/>
                        <a:pt x="37" y="170"/>
                        <a:pt x="37" y="170"/>
                      </a:cubicBezTo>
                      <a:cubicBezTo>
                        <a:pt x="38" y="179"/>
                        <a:pt x="38" y="179"/>
                        <a:pt x="38" y="179"/>
                      </a:cubicBezTo>
                      <a:cubicBezTo>
                        <a:pt x="57" y="187"/>
                        <a:pt x="57" y="187"/>
                        <a:pt x="57" y="187"/>
                      </a:cubicBezTo>
                      <a:cubicBezTo>
                        <a:pt x="66" y="194"/>
                        <a:pt x="66" y="194"/>
                        <a:pt x="66" y="194"/>
                      </a:cubicBezTo>
                      <a:cubicBezTo>
                        <a:pt x="70" y="206"/>
                        <a:pt x="70" y="206"/>
                        <a:pt x="70" y="206"/>
                      </a:cubicBezTo>
                      <a:cubicBezTo>
                        <a:pt x="98" y="202"/>
                        <a:pt x="98" y="202"/>
                        <a:pt x="98" y="202"/>
                      </a:cubicBezTo>
                      <a:cubicBezTo>
                        <a:pt x="98" y="206"/>
                        <a:pt x="98" y="206"/>
                        <a:pt x="98" y="206"/>
                      </a:cubicBezTo>
                      <a:cubicBezTo>
                        <a:pt x="114" y="210"/>
                        <a:pt x="130" y="214"/>
                        <a:pt x="145" y="218"/>
                      </a:cubicBezTo>
                      <a:cubicBezTo>
                        <a:pt x="145" y="215"/>
                        <a:pt x="145" y="215"/>
                        <a:pt x="145" y="215"/>
                      </a:cubicBezTo>
                      <a:cubicBezTo>
                        <a:pt x="163" y="215"/>
                        <a:pt x="163" y="215"/>
                        <a:pt x="163" y="215"/>
                      </a:cubicBezTo>
                      <a:cubicBezTo>
                        <a:pt x="177" y="227"/>
                        <a:pt x="177" y="227"/>
                        <a:pt x="177" y="227"/>
                      </a:cubicBezTo>
                      <a:cubicBezTo>
                        <a:pt x="178" y="235"/>
                        <a:pt x="178" y="235"/>
                        <a:pt x="178" y="235"/>
                      </a:cubicBezTo>
                      <a:cubicBezTo>
                        <a:pt x="189" y="244"/>
                        <a:pt x="189" y="244"/>
                        <a:pt x="189" y="244"/>
                      </a:cubicBezTo>
                      <a:cubicBezTo>
                        <a:pt x="195" y="235"/>
                        <a:pt x="195" y="235"/>
                        <a:pt x="195" y="235"/>
                      </a:cubicBezTo>
                      <a:cubicBezTo>
                        <a:pt x="203" y="235"/>
                        <a:pt x="203" y="235"/>
                        <a:pt x="203" y="235"/>
                      </a:cubicBezTo>
                      <a:cubicBezTo>
                        <a:pt x="203" y="235"/>
                        <a:pt x="203" y="235"/>
                        <a:pt x="203" y="235"/>
                      </a:cubicBezTo>
                      <a:cubicBezTo>
                        <a:pt x="208" y="240"/>
                        <a:pt x="208" y="240"/>
                        <a:pt x="208" y="240"/>
                      </a:cubicBezTo>
                      <a:cubicBezTo>
                        <a:pt x="220" y="267"/>
                        <a:pt x="220" y="267"/>
                        <a:pt x="220" y="267"/>
                      </a:cubicBezTo>
                      <a:cubicBezTo>
                        <a:pt x="221" y="267"/>
                        <a:pt x="221" y="267"/>
                        <a:pt x="221" y="267"/>
                      </a:cubicBezTo>
                      <a:cubicBezTo>
                        <a:pt x="221" y="268"/>
                        <a:pt x="221" y="268"/>
                        <a:pt x="221" y="268"/>
                      </a:cubicBezTo>
                      <a:cubicBezTo>
                        <a:pt x="224" y="270"/>
                        <a:pt x="226" y="272"/>
                        <a:pt x="228" y="274"/>
                      </a:cubicBezTo>
                      <a:cubicBezTo>
                        <a:pt x="233" y="277"/>
                        <a:pt x="237" y="280"/>
                        <a:pt x="242" y="282"/>
                      </a:cubicBezTo>
                      <a:cubicBezTo>
                        <a:pt x="245" y="284"/>
                        <a:pt x="245" y="284"/>
                        <a:pt x="245" y="284"/>
                      </a:cubicBezTo>
                      <a:cubicBezTo>
                        <a:pt x="246" y="265"/>
                        <a:pt x="246" y="265"/>
                        <a:pt x="246" y="265"/>
                      </a:cubicBezTo>
                      <a:cubicBezTo>
                        <a:pt x="250" y="259"/>
                        <a:pt x="250" y="259"/>
                        <a:pt x="250" y="259"/>
                      </a:cubicBezTo>
                      <a:cubicBezTo>
                        <a:pt x="265" y="246"/>
                        <a:pt x="265" y="246"/>
                        <a:pt x="265" y="246"/>
                      </a:cubicBezTo>
                      <a:cubicBezTo>
                        <a:pt x="271" y="244"/>
                        <a:pt x="271" y="244"/>
                        <a:pt x="271" y="244"/>
                      </a:cubicBezTo>
                      <a:cubicBezTo>
                        <a:pt x="277" y="239"/>
                        <a:pt x="277" y="239"/>
                        <a:pt x="277" y="239"/>
                      </a:cubicBezTo>
                      <a:cubicBezTo>
                        <a:pt x="288" y="235"/>
                        <a:pt x="288" y="235"/>
                        <a:pt x="288" y="235"/>
                      </a:cubicBezTo>
                      <a:cubicBezTo>
                        <a:pt x="298" y="238"/>
                        <a:pt x="298" y="238"/>
                        <a:pt x="298" y="238"/>
                      </a:cubicBezTo>
                      <a:cubicBezTo>
                        <a:pt x="303" y="243"/>
                        <a:pt x="303" y="243"/>
                        <a:pt x="303" y="243"/>
                      </a:cubicBezTo>
                      <a:cubicBezTo>
                        <a:pt x="308" y="243"/>
                        <a:pt x="308" y="243"/>
                        <a:pt x="308" y="243"/>
                      </a:cubicBezTo>
                      <a:cubicBezTo>
                        <a:pt x="309" y="239"/>
                        <a:pt x="309" y="239"/>
                        <a:pt x="309" y="239"/>
                      </a:cubicBezTo>
                      <a:cubicBezTo>
                        <a:pt x="313" y="240"/>
                        <a:pt x="313" y="240"/>
                        <a:pt x="313" y="240"/>
                      </a:cubicBezTo>
                      <a:cubicBezTo>
                        <a:pt x="318" y="243"/>
                        <a:pt x="318" y="243"/>
                        <a:pt x="318" y="243"/>
                      </a:cubicBezTo>
                      <a:cubicBezTo>
                        <a:pt x="319" y="240"/>
                        <a:pt x="319" y="240"/>
                        <a:pt x="319" y="240"/>
                      </a:cubicBezTo>
                      <a:cubicBezTo>
                        <a:pt x="316" y="238"/>
                        <a:pt x="316" y="238"/>
                        <a:pt x="316" y="238"/>
                      </a:cubicBezTo>
                      <a:cubicBezTo>
                        <a:pt x="317" y="235"/>
                        <a:pt x="317" y="235"/>
                        <a:pt x="317" y="235"/>
                      </a:cubicBezTo>
                      <a:cubicBezTo>
                        <a:pt x="310" y="231"/>
                        <a:pt x="310" y="231"/>
                        <a:pt x="310" y="231"/>
                      </a:cubicBezTo>
                      <a:cubicBezTo>
                        <a:pt x="307" y="227"/>
                        <a:pt x="307" y="227"/>
                        <a:pt x="307" y="227"/>
                      </a:cubicBezTo>
                      <a:cubicBezTo>
                        <a:pt x="306" y="224"/>
                        <a:pt x="306" y="224"/>
                        <a:pt x="306" y="224"/>
                      </a:cubicBezTo>
                      <a:cubicBezTo>
                        <a:pt x="311" y="226"/>
                        <a:pt x="311" y="226"/>
                        <a:pt x="311" y="226"/>
                      </a:cubicBezTo>
                      <a:cubicBezTo>
                        <a:pt x="314" y="229"/>
                        <a:pt x="314" y="229"/>
                        <a:pt x="314" y="229"/>
                      </a:cubicBezTo>
                      <a:cubicBezTo>
                        <a:pt x="321" y="231"/>
                        <a:pt x="321" y="231"/>
                        <a:pt x="321" y="231"/>
                      </a:cubicBezTo>
                      <a:cubicBezTo>
                        <a:pt x="327" y="229"/>
                        <a:pt x="327" y="229"/>
                        <a:pt x="327" y="229"/>
                      </a:cubicBezTo>
                      <a:cubicBezTo>
                        <a:pt x="333" y="229"/>
                        <a:pt x="333" y="229"/>
                        <a:pt x="333" y="229"/>
                      </a:cubicBezTo>
                      <a:cubicBezTo>
                        <a:pt x="337" y="231"/>
                        <a:pt x="337" y="231"/>
                        <a:pt x="337" y="231"/>
                      </a:cubicBezTo>
                      <a:cubicBezTo>
                        <a:pt x="341" y="230"/>
                        <a:pt x="341" y="230"/>
                        <a:pt x="341" y="230"/>
                      </a:cubicBezTo>
                      <a:cubicBezTo>
                        <a:pt x="345" y="228"/>
                        <a:pt x="345" y="228"/>
                        <a:pt x="345" y="228"/>
                      </a:cubicBezTo>
                      <a:cubicBezTo>
                        <a:pt x="351" y="230"/>
                        <a:pt x="351" y="230"/>
                        <a:pt x="351" y="230"/>
                      </a:cubicBezTo>
                      <a:cubicBezTo>
                        <a:pt x="353" y="236"/>
                        <a:pt x="353" y="236"/>
                        <a:pt x="353" y="236"/>
                      </a:cubicBezTo>
                      <a:cubicBezTo>
                        <a:pt x="356" y="238"/>
                        <a:pt x="356" y="238"/>
                        <a:pt x="356" y="238"/>
                      </a:cubicBezTo>
                      <a:cubicBezTo>
                        <a:pt x="364" y="234"/>
                        <a:pt x="364" y="234"/>
                        <a:pt x="364" y="234"/>
                      </a:cubicBezTo>
                      <a:cubicBezTo>
                        <a:pt x="366" y="234"/>
                        <a:pt x="366" y="234"/>
                        <a:pt x="366" y="234"/>
                      </a:cubicBezTo>
                      <a:cubicBezTo>
                        <a:pt x="372" y="243"/>
                        <a:pt x="372" y="243"/>
                        <a:pt x="372" y="243"/>
                      </a:cubicBezTo>
                      <a:cubicBezTo>
                        <a:pt x="373" y="250"/>
                        <a:pt x="373" y="250"/>
                        <a:pt x="373" y="250"/>
                      </a:cubicBezTo>
                      <a:cubicBezTo>
                        <a:pt x="371" y="261"/>
                        <a:pt x="371" y="261"/>
                        <a:pt x="371" y="261"/>
                      </a:cubicBezTo>
                      <a:cubicBezTo>
                        <a:pt x="373" y="268"/>
                        <a:pt x="373" y="268"/>
                        <a:pt x="373" y="268"/>
                      </a:cubicBezTo>
                      <a:cubicBezTo>
                        <a:pt x="378" y="271"/>
                        <a:pt x="378" y="271"/>
                        <a:pt x="378" y="271"/>
                      </a:cubicBezTo>
                      <a:cubicBezTo>
                        <a:pt x="385" y="285"/>
                        <a:pt x="385" y="285"/>
                        <a:pt x="385" y="285"/>
                      </a:cubicBezTo>
                      <a:cubicBezTo>
                        <a:pt x="391" y="288"/>
                        <a:pt x="391" y="288"/>
                        <a:pt x="391" y="288"/>
                      </a:cubicBezTo>
                      <a:cubicBezTo>
                        <a:pt x="392" y="290"/>
                        <a:pt x="392" y="290"/>
                        <a:pt x="392" y="290"/>
                      </a:cubicBezTo>
                      <a:cubicBezTo>
                        <a:pt x="389" y="295"/>
                        <a:pt x="389" y="295"/>
                        <a:pt x="389" y="295"/>
                      </a:cubicBezTo>
                      <a:cubicBezTo>
                        <a:pt x="395" y="289"/>
                        <a:pt x="395" y="289"/>
                        <a:pt x="395" y="289"/>
                      </a:cubicBezTo>
                      <a:cubicBezTo>
                        <a:pt x="398" y="279"/>
                        <a:pt x="398" y="279"/>
                        <a:pt x="398" y="279"/>
                      </a:cubicBezTo>
                      <a:cubicBezTo>
                        <a:pt x="397" y="261"/>
                        <a:pt x="397" y="261"/>
                        <a:pt x="397" y="261"/>
                      </a:cubicBezTo>
                      <a:cubicBezTo>
                        <a:pt x="387" y="232"/>
                        <a:pt x="387" y="232"/>
                        <a:pt x="387" y="232"/>
                      </a:cubicBezTo>
                      <a:cubicBezTo>
                        <a:pt x="387" y="221"/>
                        <a:pt x="387" y="221"/>
                        <a:pt x="387" y="221"/>
                      </a:cubicBezTo>
                      <a:cubicBezTo>
                        <a:pt x="391" y="206"/>
                        <a:pt x="391" y="206"/>
                        <a:pt x="391" y="206"/>
                      </a:cubicBezTo>
                      <a:cubicBezTo>
                        <a:pt x="401" y="201"/>
                        <a:pt x="401" y="201"/>
                        <a:pt x="401" y="201"/>
                      </a:cubicBezTo>
                      <a:cubicBezTo>
                        <a:pt x="415" y="191"/>
                        <a:pt x="415" y="191"/>
                        <a:pt x="415" y="191"/>
                      </a:cubicBezTo>
                      <a:cubicBezTo>
                        <a:pt x="433" y="170"/>
                        <a:pt x="433" y="170"/>
                        <a:pt x="433" y="170"/>
                      </a:cubicBezTo>
                      <a:cubicBezTo>
                        <a:pt x="434" y="156"/>
                        <a:pt x="434" y="156"/>
                        <a:pt x="434" y="156"/>
                      </a:cubicBezTo>
                      <a:cubicBezTo>
                        <a:pt x="428" y="152"/>
                        <a:pt x="428" y="152"/>
                        <a:pt x="428" y="152"/>
                      </a:cubicBezTo>
                      <a:cubicBezTo>
                        <a:pt x="426" y="147"/>
                        <a:pt x="426" y="147"/>
                        <a:pt x="426" y="147"/>
                      </a:cubicBezTo>
                      <a:cubicBezTo>
                        <a:pt x="426" y="133"/>
                        <a:pt x="426" y="133"/>
                        <a:pt x="426" y="133"/>
                      </a:cubicBezTo>
                      <a:cubicBezTo>
                        <a:pt x="431" y="122"/>
                        <a:pt x="431" y="122"/>
                        <a:pt x="431" y="122"/>
                      </a:cubicBezTo>
                      <a:cubicBezTo>
                        <a:pt x="431" y="130"/>
                        <a:pt x="431" y="130"/>
                        <a:pt x="431" y="130"/>
                      </a:cubicBezTo>
                      <a:cubicBezTo>
                        <a:pt x="432" y="133"/>
                        <a:pt x="432" y="133"/>
                        <a:pt x="432" y="133"/>
                      </a:cubicBezTo>
                      <a:cubicBezTo>
                        <a:pt x="431" y="137"/>
                        <a:pt x="431" y="137"/>
                        <a:pt x="431" y="137"/>
                      </a:cubicBezTo>
                      <a:cubicBezTo>
                        <a:pt x="435" y="143"/>
                        <a:pt x="435" y="143"/>
                        <a:pt x="435" y="143"/>
                      </a:cubicBezTo>
                      <a:cubicBezTo>
                        <a:pt x="434" y="150"/>
                        <a:pt x="434" y="150"/>
                        <a:pt x="434" y="150"/>
                      </a:cubicBezTo>
                      <a:cubicBezTo>
                        <a:pt x="442" y="136"/>
                        <a:pt x="442" y="136"/>
                        <a:pt x="442" y="136"/>
                      </a:cubicBezTo>
                      <a:cubicBezTo>
                        <a:pt x="443" y="130"/>
                        <a:pt x="443" y="130"/>
                        <a:pt x="443" y="130"/>
                      </a:cubicBezTo>
                      <a:cubicBezTo>
                        <a:pt x="438" y="125"/>
                        <a:pt x="438" y="125"/>
                        <a:pt x="438" y="125"/>
                      </a:cubicBezTo>
                      <a:cubicBezTo>
                        <a:pt x="439" y="115"/>
                        <a:pt x="439" y="115"/>
                        <a:pt x="439" y="115"/>
                      </a:cubicBezTo>
                      <a:cubicBezTo>
                        <a:pt x="443" y="121"/>
                        <a:pt x="443" y="121"/>
                        <a:pt x="443" y="121"/>
                      </a:cubicBezTo>
                      <a:cubicBezTo>
                        <a:pt x="445" y="127"/>
                        <a:pt x="445" y="127"/>
                        <a:pt x="445" y="127"/>
                      </a:cubicBezTo>
                      <a:cubicBezTo>
                        <a:pt x="455" y="108"/>
                        <a:pt x="455" y="108"/>
                        <a:pt x="455" y="108"/>
                      </a:cubicBezTo>
                      <a:cubicBezTo>
                        <a:pt x="451" y="107"/>
                        <a:pt x="451" y="107"/>
                        <a:pt x="451" y="107"/>
                      </a:cubicBezTo>
                      <a:cubicBezTo>
                        <a:pt x="452" y="104"/>
                        <a:pt x="452" y="104"/>
                        <a:pt x="452" y="104"/>
                      </a:cubicBezTo>
                      <a:cubicBezTo>
                        <a:pt x="458" y="97"/>
                        <a:pt x="458" y="97"/>
                        <a:pt x="458" y="97"/>
                      </a:cubicBezTo>
                      <a:cubicBezTo>
                        <a:pt x="473" y="93"/>
                        <a:pt x="473" y="93"/>
                        <a:pt x="473" y="93"/>
                      </a:cubicBezTo>
                      <a:cubicBezTo>
                        <a:pt x="484" y="91"/>
                        <a:pt x="484" y="91"/>
                        <a:pt x="484" y="91"/>
                      </a:cubicBezTo>
                      <a:cubicBezTo>
                        <a:pt x="485" y="88"/>
                        <a:pt x="485" y="88"/>
                        <a:pt x="485" y="88"/>
                      </a:cubicBezTo>
                      <a:cubicBezTo>
                        <a:pt x="481" y="84"/>
                        <a:pt x="481" y="84"/>
                        <a:pt x="481" y="84"/>
                      </a:cubicBezTo>
                      <a:cubicBezTo>
                        <a:pt x="482" y="77"/>
                        <a:pt x="482" y="77"/>
                        <a:pt x="482" y="77"/>
                      </a:cubicBezTo>
                      <a:cubicBezTo>
                        <a:pt x="494" y="69"/>
                        <a:pt x="494" y="69"/>
                        <a:pt x="494" y="69"/>
                      </a:cubicBezTo>
                      <a:cubicBezTo>
                        <a:pt x="496" y="64"/>
                        <a:pt x="496" y="64"/>
                        <a:pt x="496" y="64"/>
                      </a:cubicBezTo>
                      <a:cubicBezTo>
                        <a:pt x="498" y="66"/>
                        <a:pt x="498" y="66"/>
                        <a:pt x="498" y="66"/>
                      </a:cubicBezTo>
                      <a:cubicBezTo>
                        <a:pt x="498" y="69"/>
                        <a:pt x="498" y="69"/>
                        <a:pt x="498" y="69"/>
                      </a:cubicBezTo>
                      <a:cubicBezTo>
                        <a:pt x="511" y="61"/>
                        <a:pt x="511" y="61"/>
                        <a:pt x="511" y="61"/>
                      </a:cubicBezTo>
                      <a:cubicBezTo>
                        <a:pt x="511" y="54"/>
                        <a:pt x="511" y="54"/>
                        <a:pt x="511" y="54"/>
                      </a:cubicBezTo>
                      <a:cubicBezTo>
                        <a:pt x="515" y="54"/>
                        <a:pt x="515" y="54"/>
                        <a:pt x="515" y="54"/>
                      </a:cubicBezTo>
                      <a:lnTo>
                        <a:pt x="513" y="44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sp>
            <p:nvSpPr>
              <p:cNvPr id="746" name="Google Shape;677;p50">
                <a:extLst>
                  <a:ext uri="{FF2B5EF4-FFF2-40B4-BE49-F238E27FC236}">
                    <a16:creationId xmlns:a16="http://schemas.microsoft.com/office/drawing/2014/main" id="{336BCFB0-CE21-4D85-8B3F-9E440E0C884A}"/>
                  </a:ext>
                </a:extLst>
              </p:cNvPr>
              <p:cNvSpPr/>
              <p:nvPr/>
            </p:nvSpPr>
            <p:spPr>
              <a:xfrm>
                <a:off x="2936294" y="2026707"/>
                <a:ext cx="649198" cy="543543"/>
              </a:xfrm>
              <a:custGeom>
                <a:avLst/>
                <a:gdLst/>
                <a:ahLst/>
                <a:cxnLst/>
                <a:rect l="l" t="t" r="r" b="b"/>
                <a:pathLst>
                  <a:path w="327" h="274" extrusionOk="0">
                    <a:moveTo>
                      <a:pt x="321" y="240"/>
                    </a:moveTo>
                    <a:cubicBezTo>
                      <a:pt x="314" y="227"/>
                      <a:pt x="314" y="227"/>
                      <a:pt x="314" y="227"/>
                    </a:cubicBezTo>
                    <a:cubicBezTo>
                      <a:pt x="307" y="215"/>
                      <a:pt x="307" y="215"/>
                      <a:pt x="307" y="215"/>
                    </a:cubicBezTo>
                    <a:cubicBezTo>
                      <a:pt x="273" y="206"/>
                      <a:pt x="273" y="206"/>
                      <a:pt x="273" y="206"/>
                    </a:cubicBezTo>
                    <a:cubicBezTo>
                      <a:pt x="255" y="194"/>
                      <a:pt x="255" y="194"/>
                      <a:pt x="255" y="194"/>
                    </a:cubicBezTo>
                    <a:cubicBezTo>
                      <a:pt x="243" y="194"/>
                      <a:pt x="243" y="194"/>
                      <a:pt x="243" y="194"/>
                    </a:cubicBezTo>
                    <a:cubicBezTo>
                      <a:pt x="235" y="188"/>
                      <a:pt x="235" y="188"/>
                      <a:pt x="235" y="188"/>
                    </a:cubicBezTo>
                    <a:cubicBezTo>
                      <a:pt x="235" y="35"/>
                      <a:pt x="235" y="35"/>
                      <a:pt x="235" y="35"/>
                    </a:cubicBezTo>
                    <a:cubicBezTo>
                      <a:pt x="233" y="35"/>
                      <a:pt x="230" y="35"/>
                      <a:pt x="227" y="34"/>
                    </a:cubicBezTo>
                    <a:cubicBezTo>
                      <a:pt x="218" y="33"/>
                      <a:pt x="209" y="30"/>
                      <a:pt x="200" y="28"/>
                    </a:cubicBezTo>
                    <a:cubicBezTo>
                      <a:pt x="200" y="23"/>
                      <a:pt x="200" y="23"/>
                      <a:pt x="200" y="23"/>
                    </a:cubicBezTo>
                    <a:cubicBezTo>
                      <a:pt x="197" y="21"/>
                      <a:pt x="195" y="21"/>
                      <a:pt x="193" y="20"/>
                    </a:cubicBezTo>
                    <a:cubicBezTo>
                      <a:pt x="188" y="19"/>
                      <a:pt x="184" y="18"/>
                      <a:pt x="180" y="18"/>
                    </a:cubicBezTo>
                    <a:cubicBezTo>
                      <a:pt x="179" y="11"/>
                      <a:pt x="179" y="11"/>
                      <a:pt x="179" y="11"/>
                    </a:cubicBezTo>
                    <a:cubicBezTo>
                      <a:pt x="160" y="10"/>
                      <a:pt x="160" y="10"/>
                      <a:pt x="160" y="1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37" y="4"/>
                      <a:pt x="137" y="4"/>
                      <a:pt x="137" y="4"/>
                    </a:cubicBezTo>
                    <a:cubicBezTo>
                      <a:pt x="134" y="4"/>
                      <a:pt x="131" y="3"/>
                      <a:pt x="129" y="3"/>
                    </a:cubicBezTo>
                    <a:cubicBezTo>
                      <a:pt x="122" y="3"/>
                      <a:pt x="116" y="3"/>
                      <a:pt x="110" y="4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59" y="39"/>
                      <a:pt x="59" y="39"/>
                      <a:pt x="59" y="39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29" y="56"/>
                      <a:pt x="29" y="56"/>
                      <a:pt x="29" y="56"/>
                    </a:cubicBezTo>
                    <a:cubicBezTo>
                      <a:pt x="35" y="60"/>
                      <a:pt x="35" y="60"/>
                      <a:pt x="35" y="60"/>
                    </a:cubicBezTo>
                    <a:cubicBezTo>
                      <a:pt x="35" y="63"/>
                      <a:pt x="36" y="66"/>
                      <a:pt x="38" y="68"/>
                    </a:cubicBezTo>
                    <a:cubicBezTo>
                      <a:pt x="42" y="76"/>
                      <a:pt x="46" y="82"/>
                      <a:pt x="50" y="89"/>
                    </a:cubicBezTo>
                    <a:cubicBezTo>
                      <a:pt x="63" y="100"/>
                      <a:pt x="63" y="100"/>
                      <a:pt x="63" y="100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4" y="104"/>
                      <a:pt x="54" y="104"/>
                      <a:pt x="54" y="104"/>
                    </a:cubicBezTo>
                    <a:cubicBezTo>
                      <a:pt x="59" y="109"/>
                      <a:pt x="59" y="109"/>
                      <a:pt x="59" y="109"/>
                    </a:cubicBezTo>
                    <a:cubicBezTo>
                      <a:pt x="55" y="109"/>
                      <a:pt x="51" y="110"/>
                      <a:pt x="47" y="109"/>
                    </a:cubicBezTo>
                    <a:cubicBezTo>
                      <a:pt x="44" y="109"/>
                      <a:pt x="40" y="108"/>
                      <a:pt x="37" y="10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0" y="119"/>
                      <a:pt x="0" y="119"/>
                      <a:pt x="0" y="119"/>
                    </a:cubicBezTo>
                    <a:cubicBezTo>
                      <a:pt x="2" y="123"/>
                      <a:pt x="2" y="123"/>
                      <a:pt x="2" y="123"/>
                    </a:cubicBezTo>
                    <a:cubicBezTo>
                      <a:pt x="14" y="124"/>
                      <a:pt x="14" y="124"/>
                      <a:pt x="14" y="124"/>
                    </a:cubicBezTo>
                    <a:cubicBezTo>
                      <a:pt x="11" y="128"/>
                      <a:pt x="11" y="128"/>
                      <a:pt x="11" y="128"/>
                    </a:cubicBezTo>
                    <a:cubicBezTo>
                      <a:pt x="23" y="136"/>
                      <a:pt x="23" y="136"/>
                      <a:pt x="23" y="136"/>
                    </a:cubicBezTo>
                    <a:cubicBezTo>
                      <a:pt x="34" y="135"/>
                      <a:pt x="34" y="135"/>
                      <a:pt x="34" y="135"/>
                    </a:cubicBezTo>
                    <a:cubicBezTo>
                      <a:pt x="36" y="140"/>
                      <a:pt x="36" y="140"/>
                      <a:pt x="36" y="140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54" y="131"/>
                      <a:pt x="54" y="131"/>
                      <a:pt x="54" y="131"/>
                    </a:cubicBezTo>
                    <a:cubicBezTo>
                      <a:pt x="62" y="125"/>
                      <a:pt x="62" y="125"/>
                      <a:pt x="62" y="125"/>
                    </a:cubicBezTo>
                    <a:cubicBezTo>
                      <a:pt x="67" y="128"/>
                      <a:pt x="67" y="128"/>
                      <a:pt x="67" y="128"/>
                    </a:cubicBezTo>
                    <a:cubicBezTo>
                      <a:pt x="59" y="137"/>
                      <a:pt x="59" y="137"/>
                      <a:pt x="59" y="137"/>
                    </a:cubicBezTo>
                    <a:cubicBezTo>
                      <a:pt x="63" y="138"/>
                      <a:pt x="63" y="138"/>
                      <a:pt x="63" y="138"/>
                    </a:cubicBezTo>
                    <a:cubicBezTo>
                      <a:pt x="63" y="150"/>
                      <a:pt x="63" y="150"/>
                      <a:pt x="63" y="150"/>
                    </a:cubicBezTo>
                    <a:cubicBezTo>
                      <a:pt x="45" y="158"/>
                      <a:pt x="45" y="158"/>
                      <a:pt x="45" y="158"/>
                    </a:cubicBezTo>
                    <a:cubicBezTo>
                      <a:pt x="40" y="157"/>
                      <a:pt x="40" y="157"/>
                      <a:pt x="40" y="157"/>
                    </a:cubicBezTo>
                    <a:cubicBezTo>
                      <a:pt x="37" y="162"/>
                      <a:pt x="33" y="166"/>
                      <a:pt x="31" y="171"/>
                    </a:cubicBezTo>
                    <a:cubicBezTo>
                      <a:pt x="29" y="173"/>
                      <a:pt x="28" y="176"/>
                      <a:pt x="27" y="179"/>
                    </a:cubicBezTo>
                    <a:cubicBezTo>
                      <a:pt x="20" y="182"/>
                      <a:pt x="20" y="182"/>
                      <a:pt x="20" y="182"/>
                    </a:cubicBezTo>
                    <a:cubicBezTo>
                      <a:pt x="20" y="187"/>
                      <a:pt x="20" y="187"/>
                      <a:pt x="20" y="187"/>
                    </a:cubicBezTo>
                    <a:cubicBezTo>
                      <a:pt x="28" y="189"/>
                      <a:pt x="28" y="189"/>
                      <a:pt x="28" y="189"/>
                    </a:cubicBezTo>
                    <a:cubicBezTo>
                      <a:pt x="32" y="194"/>
                      <a:pt x="32" y="194"/>
                      <a:pt x="32" y="194"/>
                    </a:cubicBezTo>
                    <a:cubicBezTo>
                      <a:pt x="32" y="201"/>
                      <a:pt x="32" y="201"/>
                      <a:pt x="32" y="201"/>
                    </a:cubicBezTo>
                    <a:cubicBezTo>
                      <a:pt x="42" y="211"/>
                      <a:pt x="42" y="211"/>
                      <a:pt x="42" y="211"/>
                    </a:cubicBezTo>
                    <a:cubicBezTo>
                      <a:pt x="47" y="212"/>
                      <a:pt x="47" y="212"/>
                      <a:pt x="47" y="212"/>
                    </a:cubicBezTo>
                    <a:cubicBezTo>
                      <a:pt x="53" y="201"/>
                      <a:pt x="53" y="201"/>
                      <a:pt x="53" y="201"/>
                    </a:cubicBezTo>
                    <a:cubicBezTo>
                      <a:pt x="59" y="213"/>
                      <a:pt x="59" y="213"/>
                      <a:pt x="59" y="213"/>
                    </a:cubicBezTo>
                    <a:cubicBezTo>
                      <a:pt x="54" y="224"/>
                      <a:pt x="54" y="224"/>
                      <a:pt x="54" y="224"/>
                    </a:cubicBezTo>
                    <a:cubicBezTo>
                      <a:pt x="59" y="227"/>
                      <a:pt x="59" y="227"/>
                      <a:pt x="59" y="227"/>
                    </a:cubicBezTo>
                    <a:cubicBezTo>
                      <a:pt x="71" y="218"/>
                      <a:pt x="71" y="218"/>
                      <a:pt x="71" y="218"/>
                    </a:cubicBezTo>
                    <a:cubicBezTo>
                      <a:pt x="83" y="229"/>
                      <a:pt x="83" y="229"/>
                      <a:pt x="83" y="229"/>
                    </a:cubicBezTo>
                    <a:cubicBezTo>
                      <a:pt x="87" y="219"/>
                      <a:pt x="87" y="219"/>
                      <a:pt x="87" y="219"/>
                    </a:cubicBezTo>
                    <a:cubicBezTo>
                      <a:pt x="90" y="221"/>
                      <a:pt x="90" y="221"/>
                      <a:pt x="90" y="221"/>
                    </a:cubicBezTo>
                    <a:cubicBezTo>
                      <a:pt x="103" y="217"/>
                      <a:pt x="103" y="217"/>
                      <a:pt x="103" y="217"/>
                    </a:cubicBezTo>
                    <a:cubicBezTo>
                      <a:pt x="100" y="220"/>
                      <a:pt x="97" y="223"/>
                      <a:pt x="95" y="227"/>
                    </a:cubicBezTo>
                    <a:cubicBezTo>
                      <a:pt x="91" y="232"/>
                      <a:pt x="88" y="238"/>
                      <a:pt x="85" y="244"/>
                    </a:cubicBezTo>
                    <a:cubicBezTo>
                      <a:pt x="70" y="253"/>
                      <a:pt x="70" y="253"/>
                      <a:pt x="70" y="253"/>
                    </a:cubicBezTo>
                    <a:cubicBezTo>
                      <a:pt x="65" y="261"/>
                      <a:pt x="65" y="261"/>
                      <a:pt x="65" y="261"/>
                    </a:cubicBezTo>
                    <a:cubicBezTo>
                      <a:pt x="61" y="257"/>
                      <a:pt x="61" y="257"/>
                      <a:pt x="61" y="257"/>
                    </a:cubicBezTo>
                    <a:cubicBezTo>
                      <a:pt x="54" y="260"/>
                      <a:pt x="54" y="260"/>
                      <a:pt x="54" y="260"/>
                    </a:cubicBezTo>
                    <a:cubicBezTo>
                      <a:pt x="51" y="266"/>
                      <a:pt x="51" y="266"/>
                      <a:pt x="51" y="266"/>
                    </a:cubicBezTo>
                    <a:cubicBezTo>
                      <a:pt x="44" y="269"/>
                      <a:pt x="44" y="269"/>
                      <a:pt x="44" y="269"/>
                    </a:cubicBezTo>
                    <a:cubicBezTo>
                      <a:pt x="44" y="274"/>
                      <a:pt x="44" y="274"/>
                      <a:pt x="44" y="274"/>
                    </a:cubicBezTo>
                    <a:cubicBezTo>
                      <a:pt x="53" y="271"/>
                      <a:pt x="53" y="271"/>
                      <a:pt x="53" y="271"/>
                    </a:cubicBezTo>
                    <a:cubicBezTo>
                      <a:pt x="57" y="266"/>
                      <a:pt x="57" y="266"/>
                      <a:pt x="57" y="266"/>
                    </a:cubicBezTo>
                    <a:cubicBezTo>
                      <a:pt x="59" y="270"/>
                      <a:pt x="59" y="270"/>
                      <a:pt x="59" y="270"/>
                    </a:cubicBezTo>
                    <a:cubicBezTo>
                      <a:pt x="89" y="257"/>
                      <a:pt x="89" y="257"/>
                      <a:pt x="89" y="257"/>
                    </a:cubicBezTo>
                    <a:cubicBezTo>
                      <a:pt x="88" y="251"/>
                      <a:pt x="88" y="251"/>
                      <a:pt x="88" y="251"/>
                    </a:cubicBezTo>
                    <a:cubicBezTo>
                      <a:pt x="97" y="252"/>
                      <a:pt x="97" y="252"/>
                      <a:pt x="97" y="252"/>
                    </a:cubicBezTo>
                    <a:cubicBezTo>
                      <a:pt x="130" y="221"/>
                      <a:pt x="130" y="221"/>
                      <a:pt x="130" y="221"/>
                    </a:cubicBezTo>
                    <a:cubicBezTo>
                      <a:pt x="124" y="218"/>
                      <a:pt x="124" y="218"/>
                      <a:pt x="124" y="218"/>
                    </a:cubicBezTo>
                    <a:cubicBezTo>
                      <a:pt x="135" y="204"/>
                      <a:pt x="135" y="204"/>
                      <a:pt x="135" y="204"/>
                    </a:cubicBezTo>
                    <a:cubicBezTo>
                      <a:pt x="139" y="203"/>
                      <a:pt x="139" y="203"/>
                      <a:pt x="139" y="203"/>
                    </a:cubicBezTo>
                    <a:cubicBezTo>
                      <a:pt x="154" y="186"/>
                      <a:pt x="154" y="186"/>
                      <a:pt x="154" y="186"/>
                    </a:cubicBezTo>
                    <a:cubicBezTo>
                      <a:pt x="164" y="184"/>
                      <a:pt x="164" y="184"/>
                      <a:pt x="164" y="184"/>
                    </a:cubicBezTo>
                    <a:cubicBezTo>
                      <a:pt x="164" y="192"/>
                      <a:pt x="164" y="192"/>
                      <a:pt x="164" y="192"/>
                    </a:cubicBezTo>
                    <a:cubicBezTo>
                      <a:pt x="157" y="192"/>
                      <a:pt x="157" y="192"/>
                      <a:pt x="157" y="192"/>
                    </a:cubicBezTo>
                    <a:cubicBezTo>
                      <a:pt x="145" y="207"/>
                      <a:pt x="145" y="207"/>
                      <a:pt x="145" y="207"/>
                    </a:cubicBezTo>
                    <a:cubicBezTo>
                      <a:pt x="147" y="212"/>
                      <a:pt x="147" y="212"/>
                      <a:pt x="147" y="212"/>
                    </a:cubicBezTo>
                    <a:cubicBezTo>
                      <a:pt x="143" y="218"/>
                      <a:pt x="143" y="218"/>
                      <a:pt x="143" y="218"/>
                    </a:cubicBezTo>
                    <a:cubicBezTo>
                      <a:pt x="149" y="220"/>
                      <a:pt x="149" y="220"/>
                      <a:pt x="149" y="220"/>
                    </a:cubicBezTo>
                    <a:cubicBezTo>
                      <a:pt x="168" y="207"/>
                      <a:pt x="168" y="207"/>
                      <a:pt x="168" y="207"/>
                    </a:cubicBezTo>
                    <a:cubicBezTo>
                      <a:pt x="177" y="207"/>
                      <a:pt x="177" y="207"/>
                      <a:pt x="177" y="207"/>
                    </a:cubicBezTo>
                    <a:cubicBezTo>
                      <a:pt x="175" y="196"/>
                      <a:pt x="175" y="196"/>
                      <a:pt x="175" y="196"/>
                    </a:cubicBezTo>
                    <a:cubicBezTo>
                      <a:pt x="180" y="192"/>
                      <a:pt x="180" y="192"/>
                      <a:pt x="180" y="192"/>
                    </a:cubicBezTo>
                    <a:cubicBezTo>
                      <a:pt x="186" y="193"/>
                      <a:pt x="186" y="193"/>
                      <a:pt x="186" y="193"/>
                    </a:cubicBezTo>
                    <a:cubicBezTo>
                      <a:pt x="193" y="190"/>
                      <a:pt x="193" y="190"/>
                      <a:pt x="193" y="190"/>
                    </a:cubicBezTo>
                    <a:cubicBezTo>
                      <a:pt x="192" y="196"/>
                      <a:pt x="192" y="196"/>
                      <a:pt x="192" y="196"/>
                    </a:cubicBezTo>
                    <a:cubicBezTo>
                      <a:pt x="194" y="198"/>
                      <a:pt x="196" y="199"/>
                      <a:pt x="197" y="200"/>
                    </a:cubicBezTo>
                    <a:cubicBezTo>
                      <a:pt x="199" y="201"/>
                      <a:pt x="201" y="202"/>
                      <a:pt x="203" y="202"/>
                    </a:cubicBezTo>
                    <a:cubicBezTo>
                      <a:pt x="207" y="204"/>
                      <a:pt x="212" y="206"/>
                      <a:pt x="216" y="207"/>
                    </a:cubicBezTo>
                    <a:cubicBezTo>
                      <a:pt x="222" y="204"/>
                      <a:pt x="222" y="204"/>
                      <a:pt x="222" y="204"/>
                    </a:cubicBezTo>
                    <a:cubicBezTo>
                      <a:pt x="224" y="210"/>
                      <a:pt x="224" y="210"/>
                      <a:pt x="224" y="210"/>
                    </a:cubicBezTo>
                    <a:cubicBezTo>
                      <a:pt x="235" y="209"/>
                      <a:pt x="235" y="209"/>
                      <a:pt x="235" y="209"/>
                    </a:cubicBezTo>
                    <a:cubicBezTo>
                      <a:pt x="237" y="209"/>
                      <a:pt x="237" y="209"/>
                      <a:pt x="237" y="209"/>
                    </a:cubicBezTo>
                    <a:cubicBezTo>
                      <a:pt x="248" y="218"/>
                      <a:pt x="248" y="218"/>
                      <a:pt x="248" y="218"/>
                    </a:cubicBezTo>
                    <a:cubicBezTo>
                      <a:pt x="257" y="215"/>
                      <a:pt x="257" y="215"/>
                      <a:pt x="257" y="215"/>
                    </a:cubicBezTo>
                    <a:cubicBezTo>
                      <a:pt x="258" y="223"/>
                      <a:pt x="258" y="223"/>
                      <a:pt x="258" y="223"/>
                    </a:cubicBezTo>
                    <a:cubicBezTo>
                      <a:pt x="276" y="232"/>
                      <a:pt x="276" y="232"/>
                      <a:pt x="276" y="232"/>
                    </a:cubicBezTo>
                    <a:cubicBezTo>
                      <a:pt x="279" y="229"/>
                      <a:pt x="279" y="229"/>
                      <a:pt x="279" y="229"/>
                    </a:cubicBezTo>
                    <a:cubicBezTo>
                      <a:pt x="287" y="228"/>
                      <a:pt x="287" y="228"/>
                      <a:pt x="287" y="228"/>
                    </a:cubicBezTo>
                    <a:cubicBezTo>
                      <a:pt x="290" y="223"/>
                      <a:pt x="290" y="223"/>
                      <a:pt x="290" y="223"/>
                    </a:cubicBezTo>
                    <a:cubicBezTo>
                      <a:pt x="302" y="235"/>
                      <a:pt x="302" y="235"/>
                      <a:pt x="302" y="235"/>
                    </a:cubicBezTo>
                    <a:cubicBezTo>
                      <a:pt x="304" y="242"/>
                      <a:pt x="304" y="242"/>
                      <a:pt x="304" y="242"/>
                    </a:cubicBezTo>
                    <a:cubicBezTo>
                      <a:pt x="309" y="249"/>
                      <a:pt x="309" y="249"/>
                      <a:pt x="309" y="249"/>
                    </a:cubicBezTo>
                    <a:cubicBezTo>
                      <a:pt x="316" y="261"/>
                      <a:pt x="316" y="261"/>
                      <a:pt x="316" y="261"/>
                    </a:cubicBezTo>
                    <a:cubicBezTo>
                      <a:pt x="320" y="267"/>
                      <a:pt x="320" y="267"/>
                      <a:pt x="320" y="267"/>
                    </a:cubicBezTo>
                    <a:cubicBezTo>
                      <a:pt x="327" y="263"/>
                      <a:pt x="327" y="263"/>
                      <a:pt x="327" y="263"/>
                    </a:cubicBezTo>
                    <a:cubicBezTo>
                      <a:pt x="321" y="252"/>
                      <a:pt x="321" y="252"/>
                      <a:pt x="321" y="252"/>
                    </a:cubicBezTo>
                    <a:lnTo>
                      <a:pt x="321" y="240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rgbClr val="FFFC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lang="en-GB" sz="900" b="0" i="0" u="none" strike="noStrike" cap="non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747" name="Google Shape;678;p50">
                <a:extLst>
                  <a:ext uri="{FF2B5EF4-FFF2-40B4-BE49-F238E27FC236}">
                    <a16:creationId xmlns:a16="http://schemas.microsoft.com/office/drawing/2014/main" id="{DF0C5363-A527-4CE4-B753-82EE2B4E35E8}"/>
                  </a:ext>
                </a:extLst>
              </p:cNvPr>
              <p:cNvGrpSpPr/>
              <p:nvPr/>
            </p:nvGrpSpPr>
            <p:grpSpPr>
              <a:xfrm>
                <a:off x="3403529" y="1783698"/>
                <a:ext cx="1562537" cy="1122304"/>
                <a:chOff x="815975" y="1308100"/>
                <a:chExt cx="2112962" cy="1517650"/>
              </a:xfrm>
              <a:grpFill/>
            </p:grpSpPr>
            <p:sp>
              <p:nvSpPr>
                <p:cNvPr id="748" name="Google Shape;679;p50">
                  <a:extLst>
                    <a:ext uri="{FF2B5EF4-FFF2-40B4-BE49-F238E27FC236}">
                      <a16:creationId xmlns:a16="http://schemas.microsoft.com/office/drawing/2014/main" id="{B0361CAB-39BD-45E5-8DF1-552355630123}"/>
                    </a:ext>
                  </a:extLst>
                </p:cNvPr>
                <p:cNvSpPr/>
                <p:nvPr/>
              </p:nvSpPr>
              <p:spPr>
                <a:xfrm>
                  <a:off x="1123950" y="2522538"/>
                  <a:ext cx="115887" cy="7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28" extrusionOk="0">
                      <a:moveTo>
                        <a:pt x="37" y="17"/>
                      </a:move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16" y="4"/>
                        <a:pt x="16" y="4"/>
                        <a:pt x="16" y="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9" y="11"/>
                        <a:pt x="19" y="18"/>
                        <a:pt x="29" y="24"/>
                      </a:cubicBezTo>
                      <a:cubicBezTo>
                        <a:pt x="33" y="26"/>
                        <a:pt x="38" y="27"/>
                        <a:pt x="43" y="28"/>
                      </a:cubicBezTo>
                      <a:lnTo>
                        <a:pt x="37" y="1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49" name="Google Shape;680;p50">
                  <a:extLst>
                    <a:ext uri="{FF2B5EF4-FFF2-40B4-BE49-F238E27FC236}">
                      <a16:creationId xmlns:a16="http://schemas.microsoft.com/office/drawing/2014/main" id="{98F0AC34-BCF9-4A00-A4B5-831198775A64}"/>
                    </a:ext>
                  </a:extLst>
                </p:cNvPr>
                <p:cNvSpPr/>
                <p:nvPr/>
              </p:nvSpPr>
              <p:spPr>
                <a:xfrm>
                  <a:off x="2074862" y="1354138"/>
                  <a:ext cx="1238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47" extrusionOk="0">
                      <a:moveTo>
                        <a:pt x="2" y="40"/>
                      </a:move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9" y="47"/>
                        <a:pt x="9" y="47"/>
                        <a:pt x="9" y="47"/>
                      </a:cubicBezTo>
                      <a:cubicBezTo>
                        <a:pt x="21" y="41"/>
                        <a:pt x="34" y="36"/>
                        <a:pt x="46" y="30"/>
                      </a:cubicBezTo>
                      <a:cubicBezTo>
                        <a:pt x="43" y="26"/>
                        <a:pt x="43" y="26"/>
                        <a:pt x="43" y="26"/>
                      </a:cubicBezTo>
                      <a:cubicBezTo>
                        <a:pt x="36" y="26"/>
                        <a:pt x="36" y="26"/>
                        <a:pt x="36" y="26"/>
                      </a:cubicBezTo>
                      <a:cubicBezTo>
                        <a:pt x="42" y="18"/>
                        <a:pt x="42" y="18"/>
                        <a:pt x="42" y="18"/>
                      </a:cubicBezTo>
                      <a:cubicBezTo>
                        <a:pt x="26" y="8"/>
                        <a:pt x="26" y="8"/>
                        <a:pt x="26" y="8"/>
                      </a:cubicBezTo>
                      <a:cubicBezTo>
                        <a:pt x="26" y="1"/>
                        <a:pt x="26" y="1"/>
                        <a:pt x="26" y="1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9" y="11"/>
                        <a:pt x="9" y="11"/>
                        <a:pt x="9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9" y="34"/>
                        <a:pt x="9" y="34"/>
                        <a:pt x="9" y="34"/>
                      </a:cubicBezTo>
                      <a:cubicBezTo>
                        <a:pt x="5" y="39"/>
                        <a:pt x="5" y="39"/>
                        <a:pt x="5" y="39"/>
                      </a:cubicBezTo>
                      <a:lnTo>
                        <a:pt x="2" y="4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0" name="Google Shape;681;p50">
                  <a:extLst>
                    <a:ext uri="{FF2B5EF4-FFF2-40B4-BE49-F238E27FC236}">
                      <a16:creationId xmlns:a16="http://schemas.microsoft.com/office/drawing/2014/main" id="{254695AA-4488-462D-8D98-C836F1F3CA16}"/>
                    </a:ext>
                  </a:extLst>
                </p:cNvPr>
                <p:cNvSpPr/>
                <p:nvPr/>
              </p:nvSpPr>
              <p:spPr>
                <a:xfrm>
                  <a:off x="1997075" y="1408113"/>
                  <a:ext cx="31750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9" extrusionOk="0">
                      <a:moveTo>
                        <a:pt x="20" y="17"/>
                      </a:moveTo>
                      <a:lnTo>
                        <a:pt x="17" y="8"/>
                      </a:lnTo>
                      <a:lnTo>
                        <a:pt x="20" y="2"/>
                      </a:lnTo>
                      <a:lnTo>
                        <a:pt x="7" y="0"/>
                      </a:lnTo>
                      <a:lnTo>
                        <a:pt x="0" y="7"/>
                      </a:lnTo>
                      <a:lnTo>
                        <a:pt x="10" y="19"/>
                      </a:lnTo>
                      <a:lnTo>
                        <a:pt x="20" y="1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1" name="Google Shape;682;p50">
                  <a:extLst>
                    <a:ext uri="{FF2B5EF4-FFF2-40B4-BE49-F238E27FC236}">
                      <a16:creationId xmlns:a16="http://schemas.microsoft.com/office/drawing/2014/main" id="{3DC0DA5A-0528-43DE-A4E5-6E03461AD499}"/>
                    </a:ext>
                  </a:extLst>
                </p:cNvPr>
                <p:cNvSpPr/>
                <p:nvPr/>
              </p:nvSpPr>
              <p:spPr>
                <a:xfrm>
                  <a:off x="1903412" y="1447800"/>
                  <a:ext cx="69850" cy="5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3" extrusionOk="0">
                      <a:moveTo>
                        <a:pt x="12" y="22"/>
                      </a:moveTo>
                      <a:lnTo>
                        <a:pt x="19" y="17"/>
                      </a:lnTo>
                      <a:lnTo>
                        <a:pt x="25" y="17"/>
                      </a:lnTo>
                      <a:lnTo>
                        <a:pt x="22" y="26"/>
                      </a:lnTo>
                      <a:lnTo>
                        <a:pt x="24" y="33"/>
                      </a:lnTo>
                      <a:lnTo>
                        <a:pt x="35" y="29"/>
                      </a:lnTo>
                      <a:lnTo>
                        <a:pt x="35" y="17"/>
                      </a:lnTo>
                      <a:lnTo>
                        <a:pt x="44" y="11"/>
                      </a:lnTo>
                      <a:lnTo>
                        <a:pt x="44" y="2"/>
                      </a:lnTo>
                      <a:lnTo>
                        <a:pt x="20" y="9"/>
                      </a:lnTo>
                      <a:lnTo>
                        <a:pt x="19" y="0"/>
                      </a:lnTo>
                      <a:lnTo>
                        <a:pt x="0" y="12"/>
                      </a:lnTo>
                      <a:lnTo>
                        <a:pt x="7" y="14"/>
                      </a:lnTo>
                      <a:lnTo>
                        <a:pt x="12" y="2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2" name="Google Shape;683;p50">
                  <a:extLst>
                    <a:ext uri="{FF2B5EF4-FFF2-40B4-BE49-F238E27FC236}">
                      <a16:creationId xmlns:a16="http://schemas.microsoft.com/office/drawing/2014/main" id="{81FDDC56-1514-46AA-A5AC-84151C63A221}"/>
                    </a:ext>
                  </a:extLst>
                </p:cNvPr>
                <p:cNvSpPr/>
                <p:nvPr/>
              </p:nvSpPr>
              <p:spPr>
                <a:xfrm>
                  <a:off x="1985962" y="1508125"/>
                  <a:ext cx="312737" cy="109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" h="41" extrusionOk="0">
                      <a:moveTo>
                        <a:pt x="6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5" y="37"/>
                        <a:pt x="25" y="37"/>
                        <a:pt x="25" y="37"/>
                      </a:cubicBezTo>
                      <a:cubicBezTo>
                        <a:pt x="37" y="41"/>
                        <a:pt x="37" y="41"/>
                        <a:pt x="37" y="41"/>
                      </a:cubicBezTo>
                      <a:cubicBezTo>
                        <a:pt x="76" y="41"/>
                        <a:pt x="76" y="41"/>
                        <a:pt x="76" y="41"/>
                      </a:cubicBezTo>
                      <a:cubicBezTo>
                        <a:pt x="83" y="33"/>
                        <a:pt x="83" y="33"/>
                        <a:pt x="83" y="33"/>
                      </a:cubicBezTo>
                      <a:cubicBezTo>
                        <a:pt x="89" y="37"/>
                        <a:pt x="89" y="37"/>
                        <a:pt x="89" y="37"/>
                      </a:cubicBezTo>
                      <a:cubicBezTo>
                        <a:pt x="94" y="36"/>
                        <a:pt x="98" y="35"/>
                        <a:pt x="102" y="35"/>
                      </a:cubicBezTo>
                      <a:cubicBezTo>
                        <a:pt x="105" y="35"/>
                        <a:pt x="109" y="35"/>
                        <a:pt x="112" y="35"/>
                      </a:cubicBezTo>
                      <a:cubicBezTo>
                        <a:pt x="116" y="25"/>
                        <a:pt x="116" y="25"/>
                        <a:pt x="116" y="25"/>
                      </a:cubicBezTo>
                      <a:cubicBezTo>
                        <a:pt x="103" y="24"/>
                        <a:pt x="91" y="24"/>
                        <a:pt x="78" y="26"/>
                      </a:cubicBezTo>
                      <a:cubicBezTo>
                        <a:pt x="75" y="26"/>
                        <a:pt x="71" y="27"/>
                        <a:pt x="68" y="29"/>
                      </a:cubicBezTo>
                      <a:cubicBezTo>
                        <a:pt x="59" y="28"/>
                        <a:pt x="49" y="26"/>
                        <a:pt x="39" y="25"/>
                      </a:cubicBezTo>
                      <a:cubicBezTo>
                        <a:pt x="37" y="20"/>
                        <a:pt x="37" y="20"/>
                        <a:pt x="37" y="20"/>
                      </a:cubicBezTo>
                      <a:cubicBezTo>
                        <a:pt x="45" y="16"/>
                        <a:pt x="45" y="16"/>
                        <a:pt x="45" y="16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32" y="11"/>
                        <a:pt x="32" y="11"/>
                        <a:pt x="32" y="11"/>
                      </a:cubicBezTo>
                      <a:cubicBezTo>
                        <a:pt x="32" y="6"/>
                        <a:pt x="32" y="6"/>
                        <a:pt x="32" y="6"/>
                      </a:cubicBezTo>
                      <a:cubicBezTo>
                        <a:pt x="11" y="4"/>
                        <a:pt x="11" y="4"/>
                        <a:pt x="11" y="4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3" name="Google Shape;684;p50">
                  <a:extLst>
                    <a:ext uri="{FF2B5EF4-FFF2-40B4-BE49-F238E27FC236}">
                      <a16:creationId xmlns:a16="http://schemas.microsoft.com/office/drawing/2014/main" id="{BBD4056B-3649-4C6F-802A-70CD8C673E09}"/>
                    </a:ext>
                  </a:extLst>
                </p:cNvPr>
                <p:cNvSpPr/>
                <p:nvPr/>
              </p:nvSpPr>
              <p:spPr>
                <a:xfrm>
                  <a:off x="1981200" y="1455738"/>
                  <a:ext cx="42862" cy="46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17" extrusionOk="0">
                      <a:moveTo>
                        <a:pt x="13" y="17"/>
                      </a:move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5"/>
                        <a:pt x="1" y="9"/>
                        <a:pt x="0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lnTo>
                        <a:pt x="13" y="1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4" name="Google Shape;685;p50">
                  <a:extLst>
                    <a:ext uri="{FF2B5EF4-FFF2-40B4-BE49-F238E27FC236}">
                      <a16:creationId xmlns:a16="http://schemas.microsoft.com/office/drawing/2014/main" id="{0264DE9E-DF94-441D-87F4-A1772A73D5A9}"/>
                    </a:ext>
                  </a:extLst>
                </p:cNvPr>
                <p:cNvSpPr/>
                <p:nvPr/>
              </p:nvSpPr>
              <p:spPr>
                <a:xfrm>
                  <a:off x="1949450" y="1571625"/>
                  <a:ext cx="63500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26" extrusionOk="0">
                      <a:moveTo>
                        <a:pt x="0" y="9"/>
                      </a:moveTo>
                      <a:lnTo>
                        <a:pt x="3" y="12"/>
                      </a:lnTo>
                      <a:lnTo>
                        <a:pt x="10" y="10"/>
                      </a:lnTo>
                      <a:lnTo>
                        <a:pt x="5" y="22"/>
                      </a:lnTo>
                      <a:lnTo>
                        <a:pt x="34" y="26"/>
                      </a:lnTo>
                      <a:lnTo>
                        <a:pt x="40" y="19"/>
                      </a:lnTo>
                      <a:lnTo>
                        <a:pt x="37" y="12"/>
                      </a:lnTo>
                      <a:lnTo>
                        <a:pt x="20" y="0"/>
                      </a:lnTo>
                      <a:lnTo>
                        <a:pt x="5" y="2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5" name="Google Shape;686;p50">
                  <a:extLst>
                    <a:ext uri="{FF2B5EF4-FFF2-40B4-BE49-F238E27FC236}">
                      <a16:creationId xmlns:a16="http://schemas.microsoft.com/office/drawing/2014/main" id="{56F908FF-CB4D-40DE-89CF-93533BF427FB}"/>
                    </a:ext>
                  </a:extLst>
                </p:cNvPr>
                <p:cNvSpPr/>
                <p:nvPr/>
              </p:nvSpPr>
              <p:spPr>
                <a:xfrm>
                  <a:off x="1943100" y="1630363"/>
                  <a:ext cx="115887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38" extrusionOk="0">
                      <a:moveTo>
                        <a:pt x="10" y="0"/>
                      </a:moveTo>
                      <a:lnTo>
                        <a:pt x="0" y="26"/>
                      </a:lnTo>
                      <a:lnTo>
                        <a:pt x="10" y="36"/>
                      </a:lnTo>
                      <a:lnTo>
                        <a:pt x="26" y="38"/>
                      </a:lnTo>
                      <a:lnTo>
                        <a:pt x="26" y="31"/>
                      </a:lnTo>
                      <a:lnTo>
                        <a:pt x="21" y="26"/>
                      </a:lnTo>
                      <a:lnTo>
                        <a:pt x="34" y="21"/>
                      </a:lnTo>
                      <a:lnTo>
                        <a:pt x="56" y="27"/>
                      </a:lnTo>
                      <a:lnTo>
                        <a:pt x="66" y="24"/>
                      </a:lnTo>
                      <a:lnTo>
                        <a:pt x="66" y="12"/>
                      </a:lnTo>
                      <a:lnTo>
                        <a:pt x="73" y="4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6" name="Google Shape;687;p50">
                  <a:extLst>
                    <a:ext uri="{FF2B5EF4-FFF2-40B4-BE49-F238E27FC236}">
                      <a16:creationId xmlns:a16="http://schemas.microsoft.com/office/drawing/2014/main" id="{5B392FB3-05CE-4FDA-994A-3B3E7CFF62E3}"/>
                    </a:ext>
                  </a:extLst>
                </p:cNvPr>
                <p:cNvSpPr/>
                <p:nvPr/>
              </p:nvSpPr>
              <p:spPr>
                <a:xfrm>
                  <a:off x="2265362" y="1625600"/>
                  <a:ext cx="889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14" extrusionOk="0">
                      <a:moveTo>
                        <a:pt x="33" y="8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5" y="1"/>
                        <a:pt x="9" y="2"/>
                        <a:pt x="4" y="3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14" y="14"/>
                        <a:pt x="22" y="13"/>
                        <a:pt x="29" y="12"/>
                      </a:cubicBezTo>
                      <a:lnTo>
                        <a:pt x="33" y="8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7" name="Google Shape;688;p50">
                  <a:extLst>
                    <a:ext uri="{FF2B5EF4-FFF2-40B4-BE49-F238E27FC236}">
                      <a16:creationId xmlns:a16="http://schemas.microsoft.com/office/drawing/2014/main" id="{9E5CB33E-71FA-4171-9249-8B6AAD4973D1}"/>
                    </a:ext>
                  </a:extLst>
                </p:cNvPr>
                <p:cNvSpPr/>
                <p:nvPr/>
              </p:nvSpPr>
              <p:spPr>
                <a:xfrm>
                  <a:off x="2109787" y="1944688"/>
                  <a:ext cx="147637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41" extrusionOk="0">
                      <a:moveTo>
                        <a:pt x="55" y="30"/>
                      </a:moveTo>
                      <a:cubicBezTo>
                        <a:pt x="50" y="27"/>
                        <a:pt x="45" y="24"/>
                        <a:pt x="41" y="20"/>
                      </a:cubicBezTo>
                      <a:cubicBezTo>
                        <a:pt x="38" y="18"/>
                        <a:pt x="35" y="14"/>
                        <a:pt x="32" y="11"/>
                      </a:cubicBezTo>
                      <a:cubicBezTo>
                        <a:pt x="29" y="11"/>
                        <a:pt x="27" y="11"/>
                        <a:pt x="24" y="10"/>
                      </a:cubicBezTo>
                      <a:cubicBezTo>
                        <a:pt x="22" y="10"/>
                        <a:pt x="20" y="9"/>
                        <a:pt x="18" y="8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1" y="28"/>
                        <a:pt x="1" y="28"/>
                        <a:pt x="1" y="28"/>
                      </a:cubicBezTo>
                      <a:cubicBezTo>
                        <a:pt x="0" y="37"/>
                        <a:pt x="0" y="37"/>
                        <a:pt x="0" y="37"/>
                      </a:cubicBezTo>
                      <a:cubicBezTo>
                        <a:pt x="11" y="34"/>
                        <a:pt x="11" y="34"/>
                        <a:pt x="11" y="34"/>
                      </a:cubicBezTo>
                      <a:cubicBezTo>
                        <a:pt x="13" y="41"/>
                        <a:pt x="13" y="41"/>
                        <a:pt x="13" y="41"/>
                      </a:cubicBezTo>
                      <a:cubicBezTo>
                        <a:pt x="23" y="39"/>
                        <a:pt x="23" y="39"/>
                        <a:pt x="23" y="39"/>
                      </a:cubicBezTo>
                      <a:cubicBezTo>
                        <a:pt x="25" y="36"/>
                        <a:pt x="28" y="33"/>
                        <a:pt x="30" y="30"/>
                      </a:cubicBezTo>
                      <a:cubicBezTo>
                        <a:pt x="32" y="28"/>
                        <a:pt x="33" y="28"/>
                        <a:pt x="35" y="27"/>
                      </a:cubicBezTo>
                      <a:cubicBezTo>
                        <a:pt x="36" y="33"/>
                        <a:pt x="36" y="33"/>
                        <a:pt x="36" y="33"/>
                      </a:cubicBezTo>
                      <a:cubicBezTo>
                        <a:pt x="42" y="32"/>
                        <a:pt x="42" y="32"/>
                        <a:pt x="42" y="32"/>
                      </a:cubicBezTo>
                      <a:cubicBezTo>
                        <a:pt x="52" y="36"/>
                        <a:pt x="52" y="36"/>
                        <a:pt x="52" y="36"/>
                      </a:cubicBezTo>
                      <a:lnTo>
                        <a:pt x="55" y="3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8" name="Google Shape;689;p50">
                  <a:extLst>
                    <a:ext uri="{FF2B5EF4-FFF2-40B4-BE49-F238E27FC236}">
                      <a16:creationId xmlns:a16="http://schemas.microsoft.com/office/drawing/2014/main" id="{D9FC377B-244C-4C84-97F3-E5D0FFD5568F}"/>
                    </a:ext>
                  </a:extLst>
                </p:cNvPr>
                <p:cNvSpPr/>
                <p:nvPr/>
              </p:nvSpPr>
              <p:spPr>
                <a:xfrm>
                  <a:off x="2190750" y="2055813"/>
                  <a:ext cx="539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28" extrusionOk="0">
                      <a:moveTo>
                        <a:pt x="0" y="25"/>
                      </a:moveTo>
                      <a:lnTo>
                        <a:pt x="7" y="28"/>
                      </a:lnTo>
                      <a:lnTo>
                        <a:pt x="25" y="22"/>
                      </a:lnTo>
                      <a:lnTo>
                        <a:pt x="34" y="0"/>
                      </a:lnTo>
                      <a:lnTo>
                        <a:pt x="27" y="1"/>
                      </a:lnTo>
                      <a:lnTo>
                        <a:pt x="12" y="10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59" name="Google Shape;690;p50">
                  <a:extLst>
                    <a:ext uri="{FF2B5EF4-FFF2-40B4-BE49-F238E27FC236}">
                      <a16:creationId xmlns:a16="http://schemas.microsoft.com/office/drawing/2014/main" id="{1D92421D-B4F0-439D-8FD8-DCB15BB8CE06}"/>
                    </a:ext>
                  </a:extLst>
                </p:cNvPr>
                <p:cNvSpPr/>
                <p:nvPr/>
              </p:nvSpPr>
              <p:spPr>
                <a:xfrm>
                  <a:off x="2611437" y="2111375"/>
                  <a:ext cx="26987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24" extrusionOk="0">
                      <a:moveTo>
                        <a:pt x="0" y="10"/>
                      </a:moveTo>
                      <a:lnTo>
                        <a:pt x="12" y="24"/>
                      </a:lnTo>
                      <a:lnTo>
                        <a:pt x="17" y="4"/>
                      </a:lnTo>
                      <a:lnTo>
                        <a:pt x="12" y="0"/>
                      </a:lnTo>
                      <a:lnTo>
                        <a:pt x="7" y="2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0" name="Google Shape;691;p50">
                  <a:extLst>
                    <a:ext uri="{FF2B5EF4-FFF2-40B4-BE49-F238E27FC236}">
                      <a16:creationId xmlns:a16="http://schemas.microsoft.com/office/drawing/2014/main" id="{13C67A35-BE89-42D8-8F21-79FE0AF15E87}"/>
                    </a:ext>
                  </a:extLst>
                </p:cNvPr>
                <p:cNvSpPr/>
                <p:nvPr/>
              </p:nvSpPr>
              <p:spPr>
                <a:xfrm>
                  <a:off x="1465262" y="1454150"/>
                  <a:ext cx="188912" cy="7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28" extrusionOk="0">
                      <a:moveTo>
                        <a:pt x="8" y="21"/>
                      </a:moveTo>
                      <a:cubicBezTo>
                        <a:pt x="10" y="28"/>
                        <a:pt x="10" y="28"/>
                        <a:pt x="10" y="28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8" y="27"/>
                        <a:pt x="18" y="27"/>
                        <a:pt x="18" y="27"/>
                      </a:cubicBezTo>
                      <a:cubicBezTo>
                        <a:pt x="27" y="21"/>
                        <a:pt x="37" y="15"/>
                        <a:pt x="47" y="10"/>
                      </a:cubicBezTo>
                      <a:cubicBezTo>
                        <a:pt x="43" y="16"/>
                        <a:pt x="43" y="16"/>
                        <a:pt x="43" y="16"/>
                      </a:cubicBezTo>
                      <a:cubicBezTo>
                        <a:pt x="47" y="19"/>
                        <a:pt x="47" y="19"/>
                        <a:pt x="47" y="19"/>
                      </a:cubicBezTo>
                      <a:cubicBezTo>
                        <a:pt x="55" y="14"/>
                        <a:pt x="63" y="9"/>
                        <a:pt x="70" y="5"/>
                      </a:cubicBezTo>
                      <a:cubicBezTo>
                        <a:pt x="67" y="1"/>
                        <a:pt x="67" y="1"/>
                        <a:pt x="67" y="1"/>
                      </a:cubicBezTo>
                      <a:cubicBezTo>
                        <a:pt x="62" y="2"/>
                        <a:pt x="57" y="3"/>
                        <a:pt x="53" y="4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42" y="5"/>
                        <a:pt x="31" y="8"/>
                        <a:pt x="21" y="12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4" y="23"/>
                        <a:pt x="4" y="23"/>
                        <a:pt x="4" y="23"/>
                      </a:cubicBezTo>
                      <a:lnTo>
                        <a:pt x="8" y="21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1" name="Google Shape;692;p50">
                  <a:extLst>
                    <a:ext uri="{FF2B5EF4-FFF2-40B4-BE49-F238E27FC236}">
                      <a16:creationId xmlns:a16="http://schemas.microsoft.com/office/drawing/2014/main" id="{0156FFF6-D2AC-474C-A1FB-BC64912819E0}"/>
                    </a:ext>
                  </a:extLst>
                </p:cNvPr>
                <p:cNvSpPr/>
                <p:nvPr/>
              </p:nvSpPr>
              <p:spPr>
                <a:xfrm>
                  <a:off x="1516062" y="1520825"/>
                  <a:ext cx="50800" cy="26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17" extrusionOk="0">
                      <a:moveTo>
                        <a:pt x="14" y="0"/>
                      </a:moveTo>
                      <a:lnTo>
                        <a:pt x="0" y="7"/>
                      </a:lnTo>
                      <a:lnTo>
                        <a:pt x="5" y="17"/>
                      </a:lnTo>
                      <a:lnTo>
                        <a:pt x="32" y="2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2" name="Google Shape;693;p50">
                  <a:extLst>
                    <a:ext uri="{FF2B5EF4-FFF2-40B4-BE49-F238E27FC236}">
                      <a16:creationId xmlns:a16="http://schemas.microsoft.com/office/drawing/2014/main" id="{EA7F1A56-3617-4511-B608-C20B89C32A2E}"/>
                    </a:ext>
                  </a:extLst>
                </p:cNvPr>
                <p:cNvSpPr/>
                <p:nvPr/>
              </p:nvSpPr>
              <p:spPr>
                <a:xfrm>
                  <a:off x="1290637" y="1577975"/>
                  <a:ext cx="225425" cy="147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55" extrusionOk="0">
                      <a:moveTo>
                        <a:pt x="4" y="53"/>
                      </a:moveTo>
                      <a:cubicBezTo>
                        <a:pt x="8" y="55"/>
                        <a:pt x="8" y="55"/>
                        <a:pt x="8" y="55"/>
                      </a:cubicBezTo>
                      <a:cubicBezTo>
                        <a:pt x="22" y="49"/>
                        <a:pt x="22" y="49"/>
                        <a:pt x="22" y="49"/>
                      </a:cubicBezTo>
                      <a:cubicBezTo>
                        <a:pt x="23" y="43"/>
                        <a:pt x="23" y="43"/>
                        <a:pt x="23" y="43"/>
                      </a:cubicBezTo>
                      <a:cubicBezTo>
                        <a:pt x="32" y="46"/>
                        <a:pt x="32" y="46"/>
                        <a:pt x="32" y="46"/>
                      </a:cubicBezTo>
                      <a:cubicBezTo>
                        <a:pt x="38" y="40"/>
                        <a:pt x="45" y="34"/>
                        <a:pt x="51" y="28"/>
                      </a:cubicBezTo>
                      <a:cubicBezTo>
                        <a:pt x="78" y="20"/>
                        <a:pt x="78" y="20"/>
                        <a:pt x="78" y="20"/>
                      </a:cubicBezTo>
                      <a:cubicBezTo>
                        <a:pt x="84" y="12"/>
                        <a:pt x="84" y="12"/>
                        <a:pt x="84" y="12"/>
                      </a:cubicBezTo>
                      <a:cubicBezTo>
                        <a:pt x="78" y="11"/>
                        <a:pt x="73" y="10"/>
                        <a:pt x="68" y="9"/>
                      </a:cubicBezTo>
                      <a:cubicBezTo>
                        <a:pt x="64" y="8"/>
                        <a:pt x="61" y="8"/>
                        <a:pt x="58" y="8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29" y="3"/>
                        <a:pt x="29" y="3"/>
                        <a:pt x="29" y="3"/>
                      </a:cubicBezTo>
                      <a:cubicBezTo>
                        <a:pt x="25" y="12"/>
                        <a:pt x="25" y="12"/>
                        <a:pt x="25" y="12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3" y="23"/>
                        <a:pt x="13" y="23"/>
                        <a:pt x="13" y="23"/>
                      </a:cubicBezTo>
                      <a:cubicBezTo>
                        <a:pt x="6" y="24"/>
                        <a:pt x="6" y="24"/>
                        <a:pt x="6" y="24"/>
                      </a:cubicBezTo>
                      <a:cubicBezTo>
                        <a:pt x="0" y="34"/>
                        <a:pt x="0" y="34"/>
                        <a:pt x="0" y="34"/>
                      </a:cubicBezTo>
                      <a:cubicBezTo>
                        <a:pt x="8" y="42"/>
                        <a:pt x="8" y="42"/>
                        <a:pt x="8" y="42"/>
                      </a:cubicBezTo>
                      <a:lnTo>
                        <a:pt x="4" y="5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3" name="Google Shape;694;p50">
                  <a:extLst>
                    <a:ext uri="{FF2B5EF4-FFF2-40B4-BE49-F238E27FC236}">
                      <a16:creationId xmlns:a16="http://schemas.microsoft.com/office/drawing/2014/main" id="{2993ED4D-A611-4CC1-8AC6-4DCB4104CC21}"/>
                    </a:ext>
                  </a:extLst>
                </p:cNvPr>
                <p:cNvSpPr/>
                <p:nvPr/>
              </p:nvSpPr>
              <p:spPr>
                <a:xfrm>
                  <a:off x="1725612" y="1435100"/>
                  <a:ext cx="8572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15" extrusionOk="0">
                      <a:moveTo>
                        <a:pt x="29" y="8"/>
                      </a:moveTo>
                      <a:cubicBezTo>
                        <a:pt x="32" y="3"/>
                        <a:pt x="32" y="3"/>
                        <a:pt x="32" y="3"/>
                      </a:cubicBezTo>
                      <a:cubicBezTo>
                        <a:pt x="26" y="2"/>
                        <a:pt x="18" y="1"/>
                        <a:pt x="11" y="0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18" y="5"/>
                        <a:pt x="18" y="5"/>
                        <a:pt x="18" y="5"/>
                      </a:cubicBezTo>
                      <a:cubicBezTo>
                        <a:pt x="12" y="6"/>
                        <a:pt x="7" y="7"/>
                        <a:pt x="1" y="8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lnTo>
                        <a:pt x="29" y="8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4" name="Google Shape;695;p50">
                  <a:extLst>
                    <a:ext uri="{FF2B5EF4-FFF2-40B4-BE49-F238E27FC236}">
                      <a16:creationId xmlns:a16="http://schemas.microsoft.com/office/drawing/2014/main" id="{523A94A4-AE00-481A-8488-057EC0F73BA5}"/>
                    </a:ext>
                  </a:extLst>
                </p:cNvPr>
                <p:cNvSpPr/>
                <p:nvPr/>
              </p:nvSpPr>
              <p:spPr>
                <a:xfrm>
                  <a:off x="1822450" y="1517650"/>
                  <a:ext cx="120650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" h="51" extrusionOk="0">
                      <a:moveTo>
                        <a:pt x="14" y="22"/>
                      </a:moveTo>
                      <a:lnTo>
                        <a:pt x="10" y="34"/>
                      </a:lnTo>
                      <a:lnTo>
                        <a:pt x="20" y="41"/>
                      </a:lnTo>
                      <a:lnTo>
                        <a:pt x="37" y="39"/>
                      </a:lnTo>
                      <a:lnTo>
                        <a:pt x="39" y="51"/>
                      </a:lnTo>
                      <a:lnTo>
                        <a:pt x="63" y="51"/>
                      </a:lnTo>
                      <a:lnTo>
                        <a:pt x="64" y="38"/>
                      </a:lnTo>
                      <a:lnTo>
                        <a:pt x="76" y="22"/>
                      </a:lnTo>
                      <a:lnTo>
                        <a:pt x="73" y="11"/>
                      </a:lnTo>
                      <a:lnTo>
                        <a:pt x="53" y="9"/>
                      </a:lnTo>
                      <a:lnTo>
                        <a:pt x="59" y="27"/>
                      </a:lnTo>
                      <a:lnTo>
                        <a:pt x="49" y="29"/>
                      </a:lnTo>
                      <a:lnTo>
                        <a:pt x="37" y="12"/>
                      </a:lnTo>
                      <a:lnTo>
                        <a:pt x="29" y="22"/>
                      </a:lnTo>
                      <a:lnTo>
                        <a:pt x="15" y="0"/>
                      </a:lnTo>
                      <a:lnTo>
                        <a:pt x="0" y="9"/>
                      </a:lnTo>
                      <a:lnTo>
                        <a:pt x="7" y="22"/>
                      </a:lnTo>
                      <a:lnTo>
                        <a:pt x="14" y="2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5" name="Google Shape;696;p50">
                  <a:extLst>
                    <a:ext uri="{FF2B5EF4-FFF2-40B4-BE49-F238E27FC236}">
                      <a16:creationId xmlns:a16="http://schemas.microsoft.com/office/drawing/2014/main" id="{144BA8D3-EFB1-413F-BB7F-550CA5127EE9}"/>
                    </a:ext>
                  </a:extLst>
                </p:cNvPr>
                <p:cNvSpPr/>
                <p:nvPr/>
              </p:nvSpPr>
              <p:spPr>
                <a:xfrm>
                  <a:off x="1782762" y="1630363"/>
                  <a:ext cx="1333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" h="41" extrusionOk="0">
                      <a:moveTo>
                        <a:pt x="5" y="9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5" y="31"/>
                        <a:pt x="5" y="31"/>
                        <a:pt x="5" y="31"/>
                      </a:cubicBezTo>
                      <a:cubicBezTo>
                        <a:pt x="11" y="32"/>
                        <a:pt x="11" y="32"/>
                        <a:pt x="11" y="32"/>
                      </a:cubicBezTo>
                      <a:cubicBezTo>
                        <a:pt x="16" y="27"/>
                        <a:pt x="16" y="27"/>
                        <a:pt x="16" y="27"/>
                      </a:cubicBezTo>
                      <a:cubicBezTo>
                        <a:pt x="26" y="41"/>
                        <a:pt x="26" y="41"/>
                        <a:pt x="26" y="41"/>
                      </a:cubicBezTo>
                      <a:cubicBezTo>
                        <a:pt x="33" y="38"/>
                        <a:pt x="40" y="34"/>
                        <a:pt x="48" y="31"/>
                      </a:cubicBezTo>
                      <a:cubicBezTo>
                        <a:pt x="50" y="20"/>
                        <a:pt x="50" y="20"/>
                        <a:pt x="50" y="20"/>
                      </a:cubicBezTo>
                      <a:cubicBezTo>
                        <a:pt x="44" y="18"/>
                        <a:pt x="44" y="18"/>
                        <a:pt x="44" y="18"/>
                      </a:cubicBezTo>
                      <a:cubicBezTo>
                        <a:pt x="38" y="20"/>
                        <a:pt x="38" y="20"/>
                        <a:pt x="38" y="20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48" y="12"/>
                        <a:pt x="48" y="12"/>
                        <a:pt x="48" y="12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39" y="0"/>
                        <a:pt x="31" y="0"/>
                        <a:pt x="22" y="0"/>
                      </a:cubicBez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12" y="15"/>
                        <a:pt x="12" y="15"/>
                        <a:pt x="12" y="15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lnTo>
                        <a:pt x="5" y="9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6" name="Google Shape;697;p50">
                  <a:extLst>
                    <a:ext uri="{FF2B5EF4-FFF2-40B4-BE49-F238E27FC236}">
                      <a16:creationId xmlns:a16="http://schemas.microsoft.com/office/drawing/2014/main" id="{E095D44E-6A33-40C4-9E92-F678818D5F9E}"/>
                    </a:ext>
                  </a:extLst>
                </p:cNvPr>
                <p:cNvSpPr/>
                <p:nvPr/>
              </p:nvSpPr>
              <p:spPr>
                <a:xfrm>
                  <a:off x="1814512" y="1770063"/>
                  <a:ext cx="101600" cy="84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53" extrusionOk="0">
                      <a:moveTo>
                        <a:pt x="32" y="2"/>
                      </a:moveTo>
                      <a:lnTo>
                        <a:pt x="0" y="34"/>
                      </a:lnTo>
                      <a:lnTo>
                        <a:pt x="3" y="39"/>
                      </a:lnTo>
                      <a:lnTo>
                        <a:pt x="17" y="39"/>
                      </a:lnTo>
                      <a:lnTo>
                        <a:pt x="27" y="51"/>
                      </a:lnTo>
                      <a:lnTo>
                        <a:pt x="46" y="53"/>
                      </a:lnTo>
                      <a:lnTo>
                        <a:pt x="64" y="36"/>
                      </a:lnTo>
                      <a:lnTo>
                        <a:pt x="51" y="17"/>
                      </a:lnTo>
                      <a:lnTo>
                        <a:pt x="42" y="19"/>
                      </a:lnTo>
                      <a:lnTo>
                        <a:pt x="37" y="0"/>
                      </a:lnTo>
                      <a:lnTo>
                        <a:pt x="32" y="2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7" name="Google Shape;698;p50">
                  <a:extLst>
                    <a:ext uri="{FF2B5EF4-FFF2-40B4-BE49-F238E27FC236}">
                      <a16:creationId xmlns:a16="http://schemas.microsoft.com/office/drawing/2014/main" id="{5C99F27F-F5BB-4B1D-9995-2C40D513054B}"/>
                    </a:ext>
                  </a:extLst>
                </p:cNvPr>
                <p:cNvSpPr/>
                <p:nvPr/>
              </p:nvSpPr>
              <p:spPr>
                <a:xfrm>
                  <a:off x="2714625" y="2659063"/>
                  <a:ext cx="31750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16" extrusionOk="0">
                      <a:moveTo>
                        <a:pt x="10" y="0"/>
                      </a:move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4" y="5"/>
                        <a:pt x="2" y="8"/>
                        <a:pt x="0" y="11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2" y="2"/>
                        <a:pt x="12" y="2"/>
                        <a:pt x="12" y="2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8" name="Google Shape;699;p50">
                  <a:extLst>
                    <a:ext uri="{FF2B5EF4-FFF2-40B4-BE49-F238E27FC236}">
                      <a16:creationId xmlns:a16="http://schemas.microsoft.com/office/drawing/2014/main" id="{E70762A2-A843-4DD0-8F78-CF7811092512}"/>
                    </a:ext>
                  </a:extLst>
                </p:cNvPr>
                <p:cNvSpPr/>
                <p:nvPr/>
              </p:nvSpPr>
              <p:spPr>
                <a:xfrm>
                  <a:off x="2738437" y="2681288"/>
                  <a:ext cx="1270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8" extrusionOk="0">
                      <a:moveTo>
                        <a:pt x="3" y="5"/>
                      </a:moveTo>
                      <a:lnTo>
                        <a:pt x="0" y="13"/>
                      </a:lnTo>
                      <a:lnTo>
                        <a:pt x="3" y="18"/>
                      </a:lnTo>
                      <a:lnTo>
                        <a:pt x="8" y="7"/>
                      </a:lnTo>
                      <a:lnTo>
                        <a:pt x="7" y="0"/>
                      </a:lnTo>
                      <a:lnTo>
                        <a:pt x="3" y="5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69" name="Google Shape;700;p50">
                  <a:extLst>
                    <a:ext uri="{FF2B5EF4-FFF2-40B4-BE49-F238E27FC236}">
                      <a16:creationId xmlns:a16="http://schemas.microsoft.com/office/drawing/2014/main" id="{FC49DE16-6FA7-419E-970C-4DCA82BBDAC2}"/>
                    </a:ext>
                  </a:extLst>
                </p:cNvPr>
                <p:cNvSpPr/>
                <p:nvPr/>
              </p:nvSpPr>
              <p:spPr>
                <a:xfrm>
                  <a:off x="2655887" y="2657475"/>
                  <a:ext cx="4762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5" extrusionOk="0">
                      <a:moveTo>
                        <a:pt x="16" y="13"/>
                      </a:moveTo>
                      <a:lnTo>
                        <a:pt x="11" y="11"/>
                      </a:lnTo>
                      <a:lnTo>
                        <a:pt x="8" y="1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5" y="18"/>
                      </a:lnTo>
                      <a:lnTo>
                        <a:pt x="13" y="18"/>
                      </a:lnTo>
                      <a:lnTo>
                        <a:pt x="15" y="25"/>
                      </a:lnTo>
                      <a:lnTo>
                        <a:pt x="20" y="25"/>
                      </a:lnTo>
                      <a:lnTo>
                        <a:pt x="30" y="13"/>
                      </a:lnTo>
                      <a:lnTo>
                        <a:pt x="25" y="10"/>
                      </a:lnTo>
                      <a:lnTo>
                        <a:pt x="16" y="13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70" name="Google Shape;701;p50">
                  <a:extLst>
                    <a:ext uri="{FF2B5EF4-FFF2-40B4-BE49-F238E27FC236}">
                      <a16:creationId xmlns:a16="http://schemas.microsoft.com/office/drawing/2014/main" id="{A3BF8997-457D-460A-8052-86B7719F4974}"/>
                    </a:ext>
                  </a:extLst>
                </p:cNvPr>
                <p:cNvSpPr/>
                <p:nvPr/>
              </p:nvSpPr>
              <p:spPr>
                <a:xfrm>
                  <a:off x="2768600" y="2479675"/>
                  <a:ext cx="160337" cy="195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" h="73" extrusionOk="0">
                      <a:moveTo>
                        <a:pt x="56" y="61"/>
                      </a:moveTo>
                      <a:cubicBezTo>
                        <a:pt x="56" y="56"/>
                        <a:pt x="56" y="56"/>
                        <a:pt x="56" y="56"/>
                      </a:cubicBezTo>
                      <a:cubicBezTo>
                        <a:pt x="50" y="60"/>
                        <a:pt x="50" y="60"/>
                        <a:pt x="50" y="60"/>
                      </a:cubicBezTo>
                      <a:cubicBezTo>
                        <a:pt x="48" y="53"/>
                        <a:pt x="48" y="53"/>
                        <a:pt x="48" y="53"/>
                      </a:cubicBezTo>
                      <a:cubicBezTo>
                        <a:pt x="56" y="43"/>
                        <a:pt x="56" y="43"/>
                        <a:pt x="56" y="43"/>
                      </a:cubicBezTo>
                      <a:cubicBezTo>
                        <a:pt x="54" y="43"/>
                        <a:pt x="54" y="43"/>
                        <a:pt x="54" y="43"/>
                      </a:cubicBezTo>
                      <a:cubicBezTo>
                        <a:pt x="48" y="46"/>
                        <a:pt x="48" y="46"/>
                        <a:pt x="48" y="46"/>
                      </a:cubicBezTo>
                      <a:cubicBezTo>
                        <a:pt x="47" y="42"/>
                        <a:pt x="47" y="42"/>
                        <a:pt x="47" y="42"/>
                      </a:cubicBezTo>
                      <a:cubicBezTo>
                        <a:pt x="49" y="37"/>
                        <a:pt x="49" y="37"/>
                        <a:pt x="49" y="37"/>
                      </a:cubicBezTo>
                      <a:cubicBezTo>
                        <a:pt x="48" y="36"/>
                        <a:pt x="48" y="36"/>
                        <a:pt x="48" y="36"/>
                      </a:cubicBezTo>
                      <a:cubicBezTo>
                        <a:pt x="37" y="39"/>
                        <a:pt x="37" y="39"/>
                        <a:pt x="37" y="39"/>
                      </a:cubicBezTo>
                      <a:cubicBezTo>
                        <a:pt x="32" y="35"/>
                        <a:pt x="32" y="35"/>
                        <a:pt x="32" y="35"/>
                      </a:cubicBezTo>
                      <a:cubicBezTo>
                        <a:pt x="35" y="29"/>
                        <a:pt x="35" y="29"/>
                        <a:pt x="35" y="29"/>
                      </a:cubicBezTo>
                      <a:cubicBezTo>
                        <a:pt x="31" y="28"/>
                        <a:pt x="31" y="28"/>
                        <a:pt x="31" y="28"/>
                      </a:cubicBezTo>
                      <a:cubicBezTo>
                        <a:pt x="23" y="34"/>
                        <a:pt x="23" y="34"/>
                        <a:pt x="23" y="34"/>
                      </a:cubicBezTo>
                      <a:cubicBezTo>
                        <a:pt x="23" y="30"/>
                        <a:pt x="23" y="30"/>
                        <a:pt x="23" y="30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2" y="9"/>
                        <a:pt x="32" y="9"/>
                        <a:pt x="32" y="9"/>
                      </a:cubicBezTo>
                      <a:cubicBezTo>
                        <a:pt x="37" y="7"/>
                        <a:pt x="37" y="7"/>
                        <a:pt x="37" y="7"/>
                      </a:cubicBez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29" y="5"/>
                        <a:pt x="29" y="5"/>
                        <a:pt x="29" y="5"/>
                      </a:cubicBezTo>
                      <a:cubicBezTo>
                        <a:pt x="20" y="22"/>
                        <a:pt x="14" y="31"/>
                        <a:pt x="14" y="31"/>
                      </a:cubicBezTo>
                      <a:cubicBezTo>
                        <a:pt x="13" y="32"/>
                        <a:pt x="10" y="37"/>
                        <a:pt x="5" y="45"/>
                      </a:cubicBezTo>
                      <a:cubicBezTo>
                        <a:pt x="5" y="47"/>
                        <a:pt x="5" y="47"/>
                        <a:pt x="5" y="47"/>
                      </a:cubicBezTo>
                      <a:cubicBezTo>
                        <a:pt x="9" y="50"/>
                        <a:pt x="9" y="50"/>
                        <a:pt x="9" y="50"/>
                      </a:cubicBezTo>
                      <a:cubicBezTo>
                        <a:pt x="5" y="53"/>
                        <a:pt x="5" y="53"/>
                        <a:pt x="5" y="53"/>
                      </a:cubicBezTo>
                      <a:cubicBezTo>
                        <a:pt x="0" y="61"/>
                        <a:pt x="0" y="61"/>
                        <a:pt x="0" y="61"/>
                      </a:cubicBezTo>
                      <a:cubicBezTo>
                        <a:pt x="2" y="65"/>
                        <a:pt x="2" y="65"/>
                        <a:pt x="2" y="65"/>
                      </a:cubicBezTo>
                      <a:cubicBezTo>
                        <a:pt x="10" y="59"/>
                        <a:pt x="10" y="59"/>
                        <a:pt x="10" y="59"/>
                      </a:cubicBezTo>
                      <a:cubicBezTo>
                        <a:pt x="19" y="59"/>
                        <a:pt x="19" y="59"/>
                        <a:pt x="19" y="59"/>
                      </a:cubicBezTo>
                      <a:cubicBezTo>
                        <a:pt x="24" y="61"/>
                        <a:pt x="24" y="61"/>
                        <a:pt x="24" y="61"/>
                      </a:cubicBezTo>
                      <a:cubicBezTo>
                        <a:pt x="29" y="59"/>
                        <a:pt x="29" y="59"/>
                        <a:pt x="29" y="59"/>
                      </a:cubicBezTo>
                      <a:cubicBezTo>
                        <a:pt x="30" y="61"/>
                        <a:pt x="30" y="61"/>
                        <a:pt x="30" y="61"/>
                      </a:cubicBezTo>
                      <a:cubicBezTo>
                        <a:pt x="37" y="59"/>
                        <a:pt x="37" y="59"/>
                        <a:pt x="37" y="59"/>
                      </a:cubicBezTo>
                      <a:cubicBezTo>
                        <a:pt x="37" y="62"/>
                        <a:pt x="37" y="62"/>
                        <a:pt x="37" y="62"/>
                      </a:cubicBezTo>
                      <a:cubicBezTo>
                        <a:pt x="28" y="69"/>
                        <a:pt x="28" y="69"/>
                        <a:pt x="28" y="69"/>
                      </a:cubicBezTo>
                      <a:cubicBezTo>
                        <a:pt x="30" y="70"/>
                        <a:pt x="30" y="70"/>
                        <a:pt x="30" y="70"/>
                      </a:cubicBezTo>
                      <a:cubicBezTo>
                        <a:pt x="39" y="66"/>
                        <a:pt x="39" y="66"/>
                        <a:pt x="39" y="66"/>
                      </a:cubicBezTo>
                      <a:cubicBezTo>
                        <a:pt x="44" y="58"/>
                        <a:pt x="44" y="58"/>
                        <a:pt x="44" y="58"/>
                      </a:cubicBezTo>
                      <a:cubicBezTo>
                        <a:pt x="46" y="62"/>
                        <a:pt x="46" y="62"/>
                        <a:pt x="46" y="62"/>
                      </a:cubicBezTo>
                      <a:cubicBezTo>
                        <a:pt x="45" y="69"/>
                        <a:pt x="45" y="69"/>
                        <a:pt x="45" y="69"/>
                      </a:cubicBezTo>
                      <a:cubicBezTo>
                        <a:pt x="46" y="71"/>
                        <a:pt x="46" y="71"/>
                        <a:pt x="46" y="71"/>
                      </a:cubicBezTo>
                      <a:cubicBezTo>
                        <a:pt x="50" y="67"/>
                        <a:pt x="50" y="67"/>
                        <a:pt x="50" y="67"/>
                      </a:cubicBezTo>
                      <a:cubicBezTo>
                        <a:pt x="51" y="73"/>
                        <a:pt x="51" y="73"/>
                        <a:pt x="51" y="73"/>
                      </a:cubicBezTo>
                      <a:cubicBezTo>
                        <a:pt x="57" y="70"/>
                        <a:pt x="57" y="70"/>
                        <a:pt x="57" y="70"/>
                      </a:cubicBezTo>
                      <a:cubicBezTo>
                        <a:pt x="60" y="63"/>
                        <a:pt x="60" y="63"/>
                        <a:pt x="60" y="63"/>
                      </a:cubicBezTo>
                      <a:cubicBezTo>
                        <a:pt x="59" y="61"/>
                        <a:pt x="59" y="61"/>
                        <a:pt x="59" y="61"/>
                      </a:cubicBezTo>
                      <a:lnTo>
                        <a:pt x="56" y="61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71" name="Google Shape;702;p50">
                  <a:extLst>
                    <a:ext uri="{FF2B5EF4-FFF2-40B4-BE49-F238E27FC236}">
                      <a16:creationId xmlns:a16="http://schemas.microsoft.com/office/drawing/2014/main" id="{3F9CFB54-59A5-44B9-9F5F-151DE98767D9}"/>
                    </a:ext>
                  </a:extLst>
                </p:cNvPr>
                <p:cNvSpPr/>
                <p:nvPr/>
              </p:nvSpPr>
              <p:spPr>
                <a:xfrm>
                  <a:off x="2649537" y="2557463"/>
                  <a:ext cx="65087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12" extrusionOk="0">
                      <a:moveTo>
                        <a:pt x="21" y="8"/>
                      </a:moveTo>
                      <a:cubicBezTo>
                        <a:pt x="20" y="7"/>
                        <a:pt x="18" y="6"/>
                        <a:pt x="18" y="6"/>
                      </a:cubicBezTo>
                      <a:cubicBezTo>
                        <a:pt x="15" y="4"/>
                        <a:pt x="12" y="2"/>
                        <a:pt x="1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4"/>
                        <a:pt x="8" y="8"/>
                        <a:pt x="12" y="10"/>
                      </a:cubicBezTo>
                      <a:cubicBezTo>
                        <a:pt x="13" y="11"/>
                        <a:pt x="15" y="12"/>
                        <a:pt x="18" y="12"/>
                      </a:cubicBezTo>
                      <a:cubicBezTo>
                        <a:pt x="24" y="9"/>
                        <a:pt x="24" y="9"/>
                        <a:pt x="24" y="9"/>
                      </a:cubicBezTo>
                      <a:lnTo>
                        <a:pt x="21" y="8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72" name="Google Shape;703;p50">
                  <a:extLst>
                    <a:ext uri="{FF2B5EF4-FFF2-40B4-BE49-F238E27FC236}">
                      <a16:creationId xmlns:a16="http://schemas.microsoft.com/office/drawing/2014/main" id="{77BAAAB3-811C-41AC-819A-7DC4620789AA}"/>
                    </a:ext>
                  </a:extLst>
                </p:cNvPr>
                <p:cNvSpPr/>
                <p:nvPr/>
              </p:nvSpPr>
              <p:spPr>
                <a:xfrm>
                  <a:off x="2105025" y="1308100"/>
                  <a:ext cx="357187" cy="239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" h="89" extrusionOk="0">
                      <a:moveTo>
                        <a:pt x="36" y="30"/>
                      </a:moveTo>
                      <a:cubicBezTo>
                        <a:pt x="39" y="30"/>
                        <a:pt x="42" y="30"/>
                        <a:pt x="45" y="29"/>
                      </a:cubicBezTo>
                      <a:cubicBezTo>
                        <a:pt x="53" y="27"/>
                        <a:pt x="60" y="24"/>
                        <a:pt x="67" y="21"/>
                      </a:cubicBezTo>
                      <a:cubicBezTo>
                        <a:pt x="66" y="22"/>
                        <a:pt x="64" y="24"/>
                        <a:pt x="63" y="25"/>
                      </a:cubicBezTo>
                      <a:cubicBezTo>
                        <a:pt x="60" y="28"/>
                        <a:pt x="56" y="31"/>
                        <a:pt x="53" y="33"/>
                      </a:cubicBezTo>
                      <a:cubicBezTo>
                        <a:pt x="58" y="39"/>
                        <a:pt x="58" y="39"/>
                        <a:pt x="58" y="39"/>
                      </a:cubicBezTo>
                      <a:cubicBezTo>
                        <a:pt x="55" y="38"/>
                        <a:pt x="51" y="37"/>
                        <a:pt x="48" y="37"/>
                      </a:cubicBezTo>
                      <a:cubicBezTo>
                        <a:pt x="45" y="36"/>
                        <a:pt x="42" y="36"/>
                        <a:pt x="38" y="36"/>
                      </a:cubicBezTo>
                      <a:cubicBezTo>
                        <a:pt x="35" y="42"/>
                        <a:pt x="35" y="42"/>
                        <a:pt x="35" y="42"/>
                      </a:cubicBezTo>
                      <a:cubicBezTo>
                        <a:pt x="41" y="44"/>
                        <a:pt x="41" y="44"/>
                        <a:pt x="41" y="44"/>
                      </a:cubicBezTo>
                      <a:cubicBezTo>
                        <a:pt x="39" y="50"/>
                        <a:pt x="39" y="50"/>
                        <a:pt x="39" y="50"/>
                      </a:cubicBezTo>
                      <a:cubicBezTo>
                        <a:pt x="51" y="50"/>
                        <a:pt x="51" y="50"/>
                        <a:pt x="51" y="50"/>
                      </a:cubicBezTo>
                      <a:cubicBezTo>
                        <a:pt x="45" y="54"/>
                        <a:pt x="45" y="54"/>
                        <a:pt x="45" y="54"/>
                      </a:cubicBezTo>
                      <a:cubicBezTo>
                        <a:pt x="37" y="54"/>
                        <a:pt x="37" y="54"/>
                        <a:pt x="37" y="54"/>
                      </a:cubicBezTo>
                      <a:cubicBezTo>
                        <a:pt x="29" y="62"/>
                        <a:pt x="29" y="62"/>
                        <a:pt x="29" y="62"/>
                      </a:cubicBezTo>
                      <a:cubicBezTo>
                        <a:pt x="35" y="62"/>
                        <a:pt x="35" y="62"/>
                        <a:pt x="35" y="62"/>
                      </a:cubicBezTo>
                      <a:cubicBezTo>
                        <a:pt x="40" y="70"/>
                        <a:pt x="40" y="70"/>
                        <a:pt x="40" y="70"/>
                      </a:cubicBezTo>
                      <a:cubicBezTo>
                        <a:pt x="36" y="71"/>
                        <a:pt x="36" y="71"/>
                        <a:pt x="36" y="71"/>
                      </a:cubicBezTo>
                      <a:cubicBezTo>
                        <a:pt x="30" y="65"/>
                        <a:pt x="30" y="65"/>
                        <a:pt x="30" y="65"/>
                      </a:cubicBezTo>
                      <a:cubicBezTo>
                        <a:pt x="22" y="67"/>
                        <a:pt x="22" y="67"/>
                        <a:pt x="22" y="67"/>
                      </a:cubicBezTo>
                      <a:cubicBezTo>
                        <a:pt x="21" y="74"/>
                        <a:pt x="21" y="74"/>
                        <a:pt x="21" y="74"/>
                      </a:cubicBezTo>
                      <a:cubicBezTo>
                        <a:pt x="8" y="74"/>
                        <a:pt x="8" y="74"/>
                        <a:pt x="8" y="74"/>
                      </a:cubicBezTo>
                      <a:cubicBezTo>
                        <a:pt x="0" y="82"/>
                        <a:pt x="0" y="82"/>
                        <a:pt x="0" y="82"/>
                      </a:cubicBezTo>
                      <a:cubicBezTo>
                        <a:pt x="2" y="83"/>
                        <a:pt x="4" y="84"/>
                        <a:pt x="6" y="86"/>
                      </a:cubicBezTo>
                      <a:cubicBezTo>
                        <a:pt x="7" y="87"/>
                        <a:pt x="8" y="88"/>
                        <a:pt x="9" y="89"/>
                      </a:cubicBezTo>
                      <a:cubicBezTo>
                        <a:pt x="13" y="86"/>
                        <a:pt x="13" y="86"/>
                        <a:pt x="13" y="86"/>
                      </a:cubicBezTo>
                      <a:cubicBezTo>
                        <a:pt x="29" y="88"/>
                        <a:pt x="29" y="88"/>
                        <a:pt x="29" y="88"/>
                      </a:cubicBezTo>
                      <a:cubicBezTo>
                        <a:pt x="34" y="81"/>
                        <a:pt x="34" y="81"/>
                        <a:pt x="34" y="81"/>
                      </a:cubicBezTo>
                      <a:cubicBezTo>
                        <a:pt x="51" y="82"/>
                        <a:pt x="51" y="82"/>
                        <a:pt x="51" y="82"/>
                      </a:cubicBezTo>
                      <a:cubicBezTo>
                        <a:pt x="51" y="87"/>
                        <a:pt x="51" y="87"/>
                        <a:pt x="51" y="87"/>
                      </a:cubicBezTo>
                      <a:cubicBezTo>
                        <a:pt x="64" y="86"/>
                        <a:pt x="64" y="86"/>
                        <a:pt x="64" y="86"/>
                      </a:cubicBezTo>
                      <a:cubicBezTo>
                        <a:pt x="77" y="77"/>
                        <a:pt x="77" y="77"/>
                        <a:pt x="77" y="77"/>
                      </a:cubicBezTo>
                      <a:cubicBezTo>
                        <a:pt x="69" y="71"/>
                        <a:pt x="69" y="71"/>
                        <a:pt x="69" y="71"/>
                      </a:cubicBezTo>
                      <a:cubicBezTo>
                        <a:pt x="61" y="71"/>
                        <a:pt x="61" y="71"/>
                        <a:pt x="61" y="71"/>
                      </a:cubicBezTo>
                      <a:cubicBezTo>
                        <a:pt x="66" y="67"/>
                        <a:pt x="66" y="67"/>
                        <a:pt x="66" y="67"/>
                      </a:cubicBezTo>
                      <a:cubicBezTo>
                        <a:pt x="70" y="66"/>
                        <a:pt x="75" y="66"/>
                        <a:pt x="79" y="65"/>
                      </a:cubicBezTo>
                      <a:cubicBezTo>
                        <a:pt x="82" y="65"/>
                        <a:pt x="84" y="65"/>
                        <a:pt x="86" y="66"/>
                      </a:cubicBezTo>
                      <a:cubicBezTo>
                        <a:pt x="90" y="62"/>
                        <a:pt x="90" y="62"/>
                        <a:pt x="90" y="62"/>
                      </a:cubicBezTo>
                      <a:cubicBezTo>
                        <a:pt x="82" y="58"/>
                        <a:pt x="82" y="58"/>
                        <a:pt x="82" y="58"/>
                      </a:cubicBezTo>
                      <a:cubicBezTo>
                        <a:pt x="87" y="56"/>
                        <a:pt x="87" y="56"/>
                        <a:pt x="87" y="56"/>
                      </a:cubicBezTo>
                      <a:cubicBezTo>
                        <a:pt x="96" y="57"/>
                        <a:pt x="96" y="57"/>
                        <a:pt x="96" y="57"/>
                      </a:cubicBezTo>
                      <a:cubicBezTo>
                        <a:pt x="102" y="51"/>
                        <a:pt x="102" y="51"/>
                        <a:pt x="102" y="51"/>
                      </a:cubicBezTo>
                      <a:cubicBezTo>
                        <a:pt x="93" y="49"/>
                        <a:pt x="93" y="49"/>
                        <a:pt x="93" y="49"/>
                      </a:cubicBezTo>
                      <a:cubicBezTo>
                        <a:pt x="97" y="46"/>
                        <a:pt x="97" y="46"/>
                        <a:pt x="97" y="46"/>
                      </a:cubicBezTo>
                      <a:cubicBezTo>
                        <a:pt x="110" y="46"/>
                        <a:pt x="110" y="46"/>
                        <a:pt x="110" y="46"/>
                      </a:cubicBezTo>
                      <a:cubicBezTo>
                        <a:pt x="113" y="44"/>
                        <a:pt x="115" y="42"/>
                        <a:pt x="117" y="40"/>
                      </a:cubicBezTo>
                      <a:cubicBezTo>
                        <a:pt x="122" y="34"/>
                        <a:pt x="128" y="29"/>
                        <a:pt x="133" y="23"/>
                      </a:cubicBezTo>
                      <a:cubicBezTo>
                        <a:pt x="124" y="19"/>
                        <a:pt x="124" y="19"/>
                        <a:pt x="124" y="19"/>
                      </a:cubicBezTo>
                      <a:cubicBezTo>
                        <a:pt x="133" y="15"/>
                        <a:pt x="133" y="15"/>
                        <a:pt x="133" y="15"/>
                      </a:cubicBezTo>
                      <a:cubicBezTo>
                        <a:pt x="132" y="8"/>
                        <a:pt x="132" y="8"/>
                        <a:pt x="132" y="8"/>
                      </a:cubicBezTo>
                      <a:cubicBezTo>
                        <a:pt x="130" y="7"/>
                        <a:pt x="128" y="6"/>
                        <a:pt x="125" y="5"/>
                      </a:cubicBezTo>
                      <a:cubicBezTo>
                        <a:pt x="117" y="3"/>
                        <a:pt x="109" y="1"/>
                        <a:pt x="101" y="0"/>
                      </a:cubicBezTo>
                      <a:cubicBezTo>
                        <a:pt x="68" y="5"/>
                        <a:pt x="68" y="5"/>
                        <a:pt x="68" y="5"/>
                      </a:cubicBezTo>
                      <a:cubicBezTo>
                        <a:pt x="64" y="8"/>
                        <a:pt x="60" y="10"/>
                        <a:pt x="56" y="11"/>
                      </a:cubicBezTo>
                      <a:cubicBezTo>
                        <a:pt x="53" y="12"/>
                        <a:pt x="51" y="12"/>
                        <a:pt x="48" y="13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ubicBezTo>
                        <a:pt x="39" y="16"/>
                        <a:pt x="35" y="16"/>
                        <a:pt x="29" y="16"/>
                      </a:cubicBezTo>
                      <a:cubicBezTo>
                        <a:pt x="28" y="16"/>
                        <a:pt x="26" y="17"/>
                        <a:pt x="24" y="18"/>
                      </a:cubicBezTo>
                      <a:cubicBezTo>
                        <a:pt x="29" y="26"/>
                        <a:pt x="29" y="26"/>
                        <a:pt x="29" y="26"/>
                      </a:cubicBezTo>
                      <a:lnTo>
                        <a:pt x="36" y="30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73" name="Google Shape;704;p50">
                  <a:extLst>
                    <a:ext uri="{FF2B5EF4-FFF2-40B4-BE49-F238E27FC236}">
                      <a16:creationId xmlns:a16="http://schemas.microsoft.com/office/drawing/2014/main" id="{BF938BE5-551D-4BED-BB62-EFF4FAD7A54F}"/>
                    </a:ext>
                  </a:extLst>
                </p:cNvPr>
                <p:cNvSpPr/>
                <p:nvPr/>
              </p:nvSpPr>
              <p:spPr>
                <a:xfrm>
                  <a:off x="2058987" y="1636713"/>
                  <a:ext cx="649287" cy="477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78" extrusionOk="0">
                      <a:moveTo>
                        <a:pt x="133" y="27"/>
                      </a:moveTo>
                      <a:cubicBezTo>
                        <a:pt x="128" y="21"/>
                        <a:pt x="128" y="21"/>
                        <a:pt x="128" y="21"/>
                      </a:cubicBezTo>
                      <a:cubicBezTo>
                        <a:pt x="123" y="22"/>
                        <a:pt x="123" y="22"/>
                        <a:pt x="123" y="22"/>
                      </a:cubicBezTo>
                      <a:cubicBezTo>
                        <a:pt x="123" y="14"/>
                        <a:pt x="123" y="14"/>
                        <a:pt x="123" y="14"/>
                      </a:cubicBezTo>
                      <a:cubicBezTo>
                        <a:pt x="118" y="10"/>
                        <a:pt x="118" y="10"/>
                        <a:pt x="118" y="10"/>
                      </a:cubicBezTo>
                      <a:cubicBezTo>
                        <a:pt x="110" y="12"/>
                        <a:pt x="101" y="13"/>
                        <a:pt x="93" y="15"/>
                      </a:cubicBezTo>
                      <a:cubicBezTo>
                        <a:pt x="96" y="19"/>
                        <a:pt x="96" y="19"/>
                        <a:pt x="96" y="19"/>
                      </a:cubicBezTo>
                      <a:cubicBezTo>
                        <a:pt x="90" y="24"/>
                        <a:pt x="90" y="24"/>
                        <a:pt x="90" y="24"/>
                      </a:cubicBezTo>
                      <a:cubicBezTo>
                        <a:pt x="77" y="22"/>
                        <a:pt x="77" y="22"/>
                        <a:pt x="77" y="22"/>
                      </a:cubicBezTo>
                      <a:cubicBezTo>
                        <a:pt x="70" y="25"/>
                        <a:pt x="70" y="25"/>
                        <a:pt x="70" y="25"/>
                      </a:cubicBezTo>
                      <a:cubicBezTo>
                        <a:pt x="72" y="21"/>
                        <a:pt x="72" y="15"/>
                        <a:pt x="72" y="10"/>
                      </a:cubicBezTo>
                      <a:cubicBezTo>
                        <a:pt x="72" y="7"/>
                        <a:pt x="71" y="4"/>
                        <a:pt x="70" y="0"/>
                      </a:cubicBezTo>
                      <a:cubicBezTo>
                        <a:pt x="62" y="0"/>
                        <a:pt x="62" y="0"/>
                        <a:pt x="62" y="0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9"/>
                        <a:pt x="39" y="19"/>
                        <a:pt x="39" y="19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43" y="30"/>
                        <a:pt x="43" y="30"/>
                        <a:pt x="43" y="30"/>
                      </a:cubicBezTo>
                      <a:cubicBezTo>
                        <a:pt x="40" y="27"/>
                        <a:pt x="38" y="23"/>
                        <a:pt x="35" y="19"/>
                      </a:cubicBezTo>
                      <a:cubicBezTo>
                        <a:pt x="34" y="18"/>
                        <a:pt x="33" y="15"/>
                        <a:pt x="32" y="13"/>
                      </a:cubicBez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28" y="4"/>
                        <a:pt x="20" y="8"/>
                        <a:pt x="12" y="13"/>
                      </a:cubicBezTo>
                      <a:cubicBezTo>
                        <a:pt x="7" y="15"/>
                        <a:pt x="4" y="18"/>
                        <a:pt x="0" y="22"/>
                      </a:cubicBezTo>
                      <a:cubicBezTo>
                        <a:pt x="11" y="33"/>
                        <a:pt x="11" y="33"/>
                        <a:pt x="11" y="33"/>
                      </a:cubicBezTo>
                      <a:cubicBezTo>
                        <a:pt x="17" y="33"/>
                        <a:pt x="17" y="33"/>
                        <a:pt x="17" y="33"/>
                      </a:cubicBezTo>
                      <a:cubicBezTo>
                        <a:pt x="17" y="38"/>
                        <a:pt x="17" y="38"/>
                        <a:pt x="17" y="38"/>
                      </a:cubicBezTo>
                      <a:cubicBezTo>
                        <a:pt x="24" y="41"/>
                        <a:pt x="32" y="44"/>
                        <a:pt x="39" y="48"/>
                      </a:cubicBezTo>
                      <a:cubicBezTo>
                        <a:pt x="41" y="50"/>
                        <a:pt x="41" y="50"/>
                        <a:pt x="41" y="50"/>
                      </a:cubicBezTo>
                      <a:cubicBezTo>
                        <a:pt x="49" y="51"/>
                        <a:pt x="56" y="52"/>
                        <a:pt x="63" y="53"/>
                      </a:cubicBezTo>
                      <a:cubicBezTo>
                        <a:pt x="63" y="47"/>
                        <a:pt x="63" y="47"/>
                        <a:pt x="63" y="47"/>
                      </a:cubicBezTo>
                      <a:cubicBezTo>
                        <a:pt x="69" y="53"/>
                        <a:pt x="69" y="53"/>
                        <a:pt x="69" y="53"/>
                      </a:cubicBezTo>
                      <a:cubicBezTo>
                        <a:pt x="77" y="49"/>
                        <a:pt x="77" y="49"/>
                        <a:pt x="77" y="49"/>
                      </a:cubicBezTo>
                      <a:cubicBezTo>
                        <a:pt x="87" y="53"/>
                        <a:pt x="87" y="53"/>
                        <a:pt x="87" y="53"/>
                      </a:cubicBezTo>
                      <a:cubicBezTo>
                        <a:pt x="93" y="51"/>
                        <a:pt x="93" y="51"/>
                        <a:pt x="93" y="51"/>
                      </a:cubicBezTo>
                      <a:cubicBezTo>
                        <a:pt x="92" y="44"/>
                        <a:pt x="92" y="44"/>
                        <a:pt x="92" y="44"/>
                      </a:cubicBezTo>
                      <a:cubicBezTo>
                        <a:pt x="98" y="46"/>
                        <a:pt x="98" y="46"/>
                        <a:pt x="98" y="46"/>
                      </a:cubicBezTo>
                      <a:cubicBezTo>
                        <a:pt x="100" y="56"/>
                        <a:pt x="100" y="56"/>
                        <a:pt x="100" y="56"/>
                      </a:cubicBezTo>
                      <a:cubicBezTo>
                        <a:pt x="107" y="60"/>
                        <a:pt x="107" y="60"/>
                        <a:pt x="107" y="60"/>
                      </a:cubicBezTo>
                      <a:cubicBezTo>
                        <a:pt x="110" y="67"/>
                        <a:pt x="110" y="67"/>
                        <a:pt x="110" y="67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17" y="68"/>
                        <a:pt x="117" y="68"/>
                        <a:pt x="117" y="68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23" y="70"/>
                        <a:pt x="123" y="70"/>
                        <a:pt x="123" y="70"/>
                      </a:cubicBezTo>
                      <a:cubicBezTo>
                        <a:pt x="130" y="82"/>
                        <a:pt x="136" y="94"/>
                        <a:pt x="143" y="107"/>
                      </a:cubicBezTo>
                      <a:cubicBezTo>
                        <a:pt x="134" y="117"/>
                        <a:pt x="134" y="117"/>
                        <a:pt x="134" y="117"/>
                      </a:cubicBezTo>
                      <a:cubicBezTo>
                        <a:pt x="136" y="123"/>
                        <a:pt x="136" y="123"/>
                        <a:pt x="136" y="123"/>
                      </a:cubicBezTo>
                      <a:cubicBezTo>
                        <a:pt x="113" y="122"/>
                        <a:pt x="113" y="122"/>
                        <a:pt x="113" y="122"/>
                      </a:cubicBezTo>
                      <a:cubicBezTo>
                        <a:pt x="111" y="118"/>
                        <a:pt x="111" y="118"/>
                        <a:pt x="111" y="118"/>
                      </a:cubicBezTo>
                      <a:cubicBezTo>
                        <a:pt x="104" y="116"/>
                        <a:pt x="104" y="116"/>
                        <a:pt x="104" y="116"/>
                      </a:cubicBezTo>
                      <a:cubicBezTo>
                        <a:pt x="102" y="120"/>
                        <a:pt x="102" y="120"/>
                        <a:pt x="102" y="120"/>
                      </a:cubicBezTo>
                      <a:cubicBezTo>
                        <a:pt x="103" y="125"/>
                        <a:pt x="103" y="125"/>
                        <a:pt x="103" y="125"/>
                      </a:cubicBezTo>
                      <a:cubicBezTo>
                        <a:pt x="97" y="131"/>
                        <a:pt x="97" y="131"/>
                        <a:pt x="97" y="131"/>
                      </a:cubicBezTo>
                      <a:cubicBezTo>
                        <a:pt x="97" y="138"/>
                        <a:pt x="97" y="138"/>
                        <a:pt x="97" y="138"/>
                      </a:cubicBezTo>
                      <a:cubicBezTo>
                        <a:pt x="99" y="139"/>
                        <a:pt x="102" y="140"/>
                        <a:pt x="105" y="141"/>
                      </a:cubicBezTo>
                      <a:cubicBezTo>
                        <a:pt x="107" y="142"/>
                        <a:pt x="110" y="142"/>
                        <a:pt x="112" y="142"/>
                      </a:cubicBezTo>
                      <a:cubicBezTo>
                        <a:pt x="116" y="137"/>
                        <a:pt x="116" y="137"/>
                        <a:pt x="116" y="137"/>
                      </a:cubicBezTo>
                      <a:cubicBezTo>
                        <a:pt x="119" y="137"/>
                        <a:pt x="122" y="137"/>
                        <a:pt x="124" y="137"/>
                      </a:cubicBezTo>
                      <a:cubicBezTo>
                        <a:pt x="126" y="137"/>
                        <a:pt x="128" y="136"/>
                        <a:pt x="129" y="136"/>
                      </a:cubicBezTo>
                      <a:cubicBezTo>
                        <a:pt x="136" y="144"/>
                        <a:pt x="144" y="152"/>
                        <a:pt x="151" y="160"/>
                      </a:cubicBezTo>
                      <a:cubicBezTo>
                        <a:pt x="153" y="160"/>
                        <a:pt x="154" y="160"/>
                        <a:pt x="156" y="161"/>
                      </a:cubicBezTo>
                      <a:cubicBezTo>
                        <a:pt x="159" y="163"/>
                        <a:pt x="162" y="164"/>
                        <a:pt x="165" y="166"/>
                      </a:cubicBezTo>
                      <a:cubicBezTo>
                        <a:pt x="168" y="164"/>
                        <a:pt x="168" y="164"/>
                        <a:pt x="168" y="164"/>
                      </a:cubicBezTo>
                      <a:cubicBezTo>
                        <a:pt x="175" y="169"/>
                        <a:pt x="181" y="173"/>
                        <a:pt x="187" y="178"/>
                      </a:cubicBezTo>
                      <a:cubicBezTo>
                        <a:pt x="190" y="177"/>
                        <a:pt x="192" y="177"/>
                        <a:pt x="194" y="177"/>
                      </a:cubicBezTo>
                      <a:cubicBezTo>
                        <a:pt x="197" y="177"/>
                        <a:pt x="200" y="178"/>
                        <a:pt x="203" y="178"/>
                      </a:cubicBezTo>
                      <a:cubicBezTo>
                        <a:pt x="203" y="173"/>
                        <a:pt x="203" y="173"/>
                        <a:pt x="203" y="173"/>
                      </a:cubicBezTo>
                      <a:cubicBezTo>
                        <a:pt x="197" y="166"/>
                        <a:pt x="190" y="160"/>
                        <a:pt x="184" y="152"/>
                      </a:cubicBezTo>
                      <a:cubicBezTo>
                        <a:pt x="197" y="157"/>
                        <a:pt x="197" y="157"/>
                        <a:pt x="197" y="157"/>
                      </a:cubicBezTo>
                      <a:cubicBezTo>
                        <a:pt x="199" y="162"/>
                        <a:pt x="199" y="162"/>
                        <a:pt x="199" y="162"/>
                      </a:cubicBezTo>
                      <a:cubicBezTo>
                        <a:pt x="217" y="172"/>
                        <a:pt x="217" y="172"/>
                        <a:pt x="217" y="172"/>
                      </a:cubicBezTo>
                      <a:cubicBezTo>
                        <a:pt x="217" y="171"/>
                        <a:pt x="217" y="170"/>
                        <a:pt x="217" y="169"/>
                      </a:cubicBezTo>
                      <a:cubicBezTo>
                        <a:pt x="217" y="167"/>
                        <a:pt x="217" y="166"/>
                        <a:pt x="217" y="164"/>
                      </a:cubicBezTo>
                      <a:cubicBezTo>
                        <a:pt x="221" y="163"/>
                        <a:pt x="221" y="163"/>
                        <a:pt x="221" y="163"/>
                      </a:cubicBezTo>
                      <a:cubicBezTo>
                        <a:pt x="215" y="155"/>
                        <a:pt x="215" y="155"/>
                        <a:pt x="215" y="155"/>
                      </a:cubicBezTo>
                      <a:cubicBezTo>
                        <a:pt x="215" y="150"/>
                        <a:pt x="215" y="150"/>
                        <a:pt x="215" y="150"/>
                      </a:cubicBezTo>
                      <a:cubicBezTo>
                        <a:pt x="211" y="147"/>
                        <a:pt x="211" y="147"/>
                        <a:pt x="211" y="147"/>
                      </a:cubicBezTo>
                      <a:cubicBezTo>
                        <a:pt x="206" y="147"/>
                        <a:pt x="206" y="147"/>
                        <a:pt x="206" y="147"/>
                      </a:cubicBezTo>
                      <a:cubicBezTo>
                        <a:pt x="206" y="142"/>
                        <a:pt x="206" y="142"/>
                        <a:pt x="206" y="142"/>
                      </a:cubicBezTo>
                      <a:cubicBezTo>
                        <a:pt x="191" y="129"/>
                        <a:pt x="191" y="129"/>
                        <a:pt x="191" y="129"/>
                      </a:cubicBezTo>
                      <a:cubicBezTo>
                        <a:pt x="184" y="108"/>
                        <a:pt x="184" y="108"/>
                        <a:pt x="184" y="108"/>
                      </a:cubicBezTo>
                      <a:cubicBezTo>
                        <a:pt x="189" y="108"/>
                        <a:pt x="189" y="108"/>
                        <a:pt x="189" y="108"/>
                      </a:cubicBezTo>
                      <a:cubicBezTo>
                        <a:pt x="197" y="114"/>
                        <a:pt x="206" y="120"/>
                        <a:pt x="214" y="125"/>
                      </a:cubicBezTo>
                      <a:cubicBezTo>
                        <a:pt x="222" y="129"/>
                        <a:pt x="229" y="131"/>
                        <a:pt x="238" y="134"/>
                      </a:cubicBezTo>
                      <a:cubicBezTo>
                        <a:pt x="240" y="128"/>
                        <a:pt x="240" y="128"/>
                        <a:pt x="240" y="128"/>
                      </a:cubicBezTo>
                      <a:cubicBezTo>
                        <a:pt x="233" y="123"/>
                        <a:pt x="233" y="123"/>
                        <a:pt x="233" y="123"/>
                      </a:cubicBezTo>
                      <a:cubicBezTo>
                        <a:pt x="242" y="113"/>
                        <a:pt x="242" y="113"/>
                        <a:pt x="242" y="113"/>
                      </a:cubicBezTo>
                      <a:cubicBezTo>
                        <a:pt x="241" y="108"/>
                        <a:pt x="241" y="108"/>
                        <a:pt x="241" y="108"/>
                      </a:cubicBezTo>
                      <a:cubicBezTo>
                        <a:pt x="227" y="107"/>
                        <a:pt x="227" y="107"/>
                        <a:pt x="227" y="107"/>
                      </a:cubicBezTo>
                      <a:cubicBezTo>
                        <a:pt x="228" y="101"/>
                        <a:pt x="228" y="101"/>
                        <a:pt x="228" y="101"/>
                      </a:cubicBezTo>
                      <a:cubicBezTo>
                        <a:pt x="233" y="100"/>
                        <a:pt x="233" y="100"/>
                        <a:pt x="233" y="100"/>
                      </a:cubicBezTo>
                      <a:cubicBezTo>
                        <a:pt x="227" y="94"/>
                        <a:pt x="227" y="94"/>
                        <a:pt x="227" y="94"/>
                      </a:cubicBezTo>
                      <a:cubicBezTo>
                        <a:pt x="221" y="97"/>
                        <a:pt x="221" y="97"/>
                        <a:pt x="221" y="97"/>
                      </a:cubicBezTo>
                      <a:cubicBezTo>
                        <a:pt x="214" y="95"/>
                        <a:pt x="208" y="92"/>
                        <a:pt x="202" y="88"/>
                      </a:cubicBezTo>
                      <a:cubicBezTo>
                        <a:pt x="198" y="86"/>
                        <a:pt x="194" y="82"/>
                        <a:pt x="191" y="78"/>
                      </a:cubicBezTo>
                      <a:cubicBezTo>
                        <a:pt x="198" y="78"/>
                        <a:pt x="198" y="78"/>
                        <a:pt x="198" y="78"/>
                      </a:cubicBezTo>
                      <a:cubicBezTo>
                        <a:pt x="198" y="73"/>
                        <a:pt x="198" y="73"/>
                        <a:pt x="198" y="73"/>
                      </a:cubicBezTo>
                      <a:cubicBezTo>
                        <a:pt x="188" y="69"/>
                        <a:pt x="188" y="69"/>
                        <a:pt x="188" y="69"/>
                      </a:cubicBezTo>
                      <a:cubicBezTo>
                        <a:pt x="185" y="71"/>
                        <a:pt x="185" y="71"/>
                        <a:pt x="185" y="71"/>
                      </a:cubicBezTo>
                      <a:cubicBezTo>
                        <a:pt x="180" y="65"/>
                        <a:pt x="180" y="65"/>
                        <a:pt x="180" y="65"/>
                      </a:cubicBezTo>
                      <a:cubicBezTo>
                        <a:pt x="188" y="59"/>
                        <a:pt x="188" y="59"/>
                        <a:pt x="188" y="59"/>
                      </a:cubicBezTo>
                      <a:cubicBezTo>
                        <a:pt x="185" y="56"/>
                        <a:pt x="184" y="53"/>
                        <a:pt x="182" y="50"/>
                      </a:cubicBezTo>
                      <a:cubicBezTo>
                        <a:pt x="180" y="48"/>
                        <a:pt x="180" y="46"/>
                        <a:pt x="179" y="43"/>
                      </a:cubicBezTo>
                      <a:cubicBezTo>
                        <a:pt x="171" y="46"/>
                        <a:pt x="171" y="46"/>
                        <a:pt x="171" y="46"/>
                      </a:cubicBezTo>
                      <a:cubicBezTo>
                        <a:pt x="175" y="39"/>
                        <a:pt x="175" y="39"/>
                        <a:pt x="175" y="39"/>
                      </a:cubicBezTo>
                      <a:cubicBezTo>
                        <a:pt x="160" y="33"/>
                        <a:pt x="160" y="33"/>
                        <a:pt x="160" y="33"/>
                      </a:cubicBezTo>
                      <a:cubicBezTo>
                        <a:pt x="154" y="39"/>
                        <a:pt x="154" y="39"/>
                        <a:pt x="154" y="39"/>
                      </a:cubicBezTo>
                      <a:cubicBezTo>
                        <a:pt x="154" y="31"/>
                        <a:pt x="154" y="31"/>
                        <a:pt x="154" y="31"/>
                      </a:cubicBezTo>
                      <a:cubicBezTo>
                        <a:pt x="151" y="29"/>
                        <a:pt x="151" y="29"/>
                        <a:pt x="151" y="29"/>
                      </a:cubicBezTo>
                      <a:cubicBezTo>
                        <a:pt x="145" y="30"/>
                        <a:pt x="138" y="31"/>
                        <a:pt x="131" y="32"/>
                      </a:cubicBezTo>
                      <a:lnTo>
                        <a:pt x="133" y="27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74" name="Google Shape;705;p50">
                  <a:extLst>
                    <a:ext uri="{FF2B5EF4-FFF2-40B4-BE49-F238E27FC236}">
                      <a16:creationId xmlns:a16="http://schemas.microsoft.com/office/drawing/2014/main" id="{4A20AA1C-F7E9-44D2-9627-B8FC8BD55F9D}"/>
                    </a:ext>
                  </a:extLst>
                </p:cNvPr>
                <p:cNvSpPr/>
                <p:nvPr/>
              </p:nvSpPr>
              <p:spPr>
                <a:xfrm>
                  <a:off x="1541462" y="1489075"/>
                  <a:ext cx="252412" cy="109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" h="41" extrusionOk="0">
                      <a:moveTo>
                        <a:pt x="36" y="9"/>
                      </a:move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28" y="4"/>
                        <a:pt x="28" y="4"/>
                        <a:pt x="28" y="4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7" y="22"/>
                        <a:pt x="7" y="22"/>
                        <a:pt x="7" y="22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7" y="26"/>
                        <a:pt x="14" y="28"/>
                        <a:pt x="22" y="31"/>
                      </a:cubicBezTo>
                      <a:cubicBezTo>
                        <a:pt x="27" y="24"/>
                        <a:pt x="27" y="24"/>
                        <a:pt x="27" y="24"/>
                      </a:cubicBezTo>
                      <a:cubicBezTo>
                        <a:pt x="30" y="24"/>
                        <a:pt x="30" y="24"/>
                        <a:pt x="30" y="24"/>
                      </a:cubicBezTo>
                      <a:cubicBezTo>
                        <a:pt x="30" y="30"/>
                        <a:pt x="30" y="30"/>
                        <a:pt x="30" y="30"/>
                      </a:cubicBezTo>
                      <a:cubicBezTo>
                        <a:pt x="45" y="26"/>
                        <a:pt x="45" y="26"/>
                        <a:pt x="45" y="26"/>
                      </a:cubicBezTo>
                      <a:cubicBezTo>
                        <a:pt x="47" y="29"/>
                        <a:pt x="47" y="29"/>
                        <a:pt x="47" y="29"/>
                      </a:cubicBezTo>
                      <a:cubicBezTo>
                        <a:pt x="40" y="31"/>
                        <a:pt x="32" y="34"/>
                        <a:pt x="25" y="36"/>
                      </a:cubicBezTo>
                      <a:cubicBezTo>
                        <a:pt x="27" y="41"/>
                        <a:pt x="27" y="41"/>
                        <a:pt x="27" y="41"/>
                      </a:cubicBezTo>
                      <a:cubicBezTo>
                        <a:pt x="34" y="41"/>
                        <a:pt x="41" y="39"/>
                        <a:pt x="48" y="37"/>
                      </a:cubicBezTo>
                      <a:cubicBezTo>
                        <a:pt x="53" y="36"/>
                        <a:pt x="57" y="34"/>
                        <a:pt x="61" y="31"/>
                      </a:cubicBezTo>
                      <a:cubicBezTo>
                        <a:pt x="63" y="36"/>
                        <a:pt x="63" y="36"/>
                        <a:pt x="63" y="36"/>
                      </a:cubicBezTo>
                      <a:cubicBezTo>
                        <a:pt x="80" y="36"/>
                        <a:pt x="80" y="36"/>
                        <a:pt x="80" y="36"/>
                      </a:cubicBezTo>
                      <a:cubicBezTo>
                        <a:pt x="83" y="28"/>
                        <a:pt x="83" y="28"/>
                        <a:pt x="83" y="28"/>
                      </a:cubicBezTo>
                      <a:cubicBezTo>
                        <a:pt x="89" y="26"/>
                        <a:pt x="89" y="26"/>
                        <a:pt x="89" y="26"/>
                      </a:cubicBezTo>
                      <a:cubicBezTo>
                        <a:pt x="94" y="19"/>
                        <a:pt x="94" y="19"/>
                        <a:pt x="94" y="19"/>
                      </a:cubicBezTo>
                      <a:cubicBezTo>
                        <a:pt x="89" y="13"/>
                        <a:pt x="89" y="13"/>
                        <a:pt x="89" y="13"/>
                      </a:cubicBezTo>
                      <a:cubicBezTo>
                        <a:pt x="83" y="18"/>
                        <a:pt x="83" y="18"/>
                        <a:pt x="83" y="18"/>
                      </a:cubicBezTo>
                      <a:cubicBezTo>
                        <a:pt x="78" y="8"/>
                        <a:pt x="78" y="8"/>
                        <a:pt x="78" y="8"/>
                      </a:cubicBezTo>
                      <a:cubicBezTo>
                        <a:pt x="83" y="2"/>
                        <a:pt x="83" y="2"/>
                        <a:pt x="83" y="2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69" y="5"/>
                        <a:pt x="69" y="5"/>
                        <a:pt x="69" y="5"/>
                      </a:cubicBezTo>
                      <a:cubicBezTo>
                        <a:pt x="69" y="10"/>
                        <a:pt x="69" y="10"/>
                        <a:pt x="69" y="10"/>
                      </a:cubicBezTo>
                      <a:cubicBezTo>
                        <a:pt x="64" y="14"/>
                        <a:pt x="64" y="14"/>
                        <a:pt x="64" y="14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5" y="21"/>
                        <a:pt x="65" y="21"/>
                        <a:pt x="65" y="21"/>
                      </a:cubicBezTo>
                      <a:cubicBezTo>
                        <a:pt x="59" y="19"/>
                        <a:pt x="59" y="19"/>
                        <a:pt x="59" y="19"/>
                      </a:cubicBezTo>
                      <a:cubicBezTo>
                        <a:pt x="54" y="21"/>
                        <a:pt x="54" y="21"/>
                        <a:pt x="54" y="21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lnTo>
                        <a:pt x="36" y="9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75" name="Google Shape;706;p50">
                  <a:extLst>
                    <a:ext uri="{FF2B5EF4-FFF2-40B4-BE49-F238E27FC236}">
                      <a16:creationId xmlns:a16="http://schemas.microsoft.com/office/drawing/2014/main" id="{9BA7504F-8FF0-470E-8CB6-A1757DB797C8}"/>
                    </a:ext>
                  </a:extLst>
                </p:cNvPr>
                <p:cNvSpPr/>
                <p:nvPr/>
              </p:nvSpPr>
              <p:spPr>
                <a:xfrm>
                  <a:off x="1414462" y="1622425"/>
                  <a:ext cx="3619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" h="78" extrusionOk="0">
                      <a:moveTo>
                        <a:pt x="135" y="55"/>
                      </a:moveTo>
                      <a:cubicBezTo>
                        <a:pt x="129" y="48"/>
                        <a:pt x="124" y="41"/>
                        <a:pt x="121" y="32"/>
                      </a:cubicBezTo>
                      <a:cubicBezTo>
                        <a:pt x="119" y="27"/>
                        <a:pt x="118" y="21"/>
                        <a:pt x="119" y="15"/>
                      </a:cubicBezTo>
                      <a:cubicBezTo>
                        <a:pt x="108" y="3"/>
                        <a:pt x="108" y="3"/>
                        <a:pt x="108" y="3"/>
                      </a:cubicBezTo>
                      <a:cubicBezTo>
                        <a:pt x="104" y="7"/>
                        <a:pt x="104" y="7"/>
                        <a:pt x="104" y="7"/>
                      </a:cubicBezTo>
                      <a:cubicBezTo>
                        <a:pt x="103" y="15"/>
                        <a:pt x="103" y="15"/>
                        <a:pt x="103" y="15"/>
                      </a:cubicBezTo>
                      <a:cubicBezTo>
                        <a:pt x="92" y="26"/>
                        <a:pt x="92" y="26"/>
                        <a:pt x="92" y="26"/>
                      </a:cubicBezTo>
                      <a:cubicBezTo>
                        <a:pt x="89" y="21"/>
                        <a:pt x="89" y="21"/>
                        <a:pt x="89" y="21"/>
                      </a:cubicBezTo>
                      <a:cubicBezTo>
                        <a:pt x="93" y="15"/>
                        <a:pt x="93" y="15"/>
                        <a:pt x="93" y="15"/>
                      </a:cubicBezTo>
                      <a:cubicBezTo>
                        <a:pt x="92" y="13"/>
                        <a:pt x="91" y="12"/>
                        <a:pt x="90" y="10"/>
                      </a:cubicBezTo>
                      <a:cubicBezTo>
                        <a:pt x="89" y="9"/>
                        <a:pt x="87" y="8"/>
                        <a:pt x="86" y="7"/>
                      </a:cubicBezTo>
                      <a:cubicBezTo>
                        <a:pt x="75" y="13"/>
                        <a:pt x="75" y="13"/>
                        <a:pt x="75" y="13"/>
                      </a:cubicBezTo>
                      <a:cubicBezTo>
                        <a:pt x="63" y="2"/>
                        <a:pt x="63" y="2"/>
                        <a:pt x="63" y="2"/>
                      </a:cubicBezTo>
                      <a:cubicBezTo>
                        <a:pt x="60" y="4"/>
                        <a:pt x="60" y="4"/>
                        <a:pt x="60" y="4"/>
                      </a:cubicBezTo>
                      <a:cubicBezTo>
                        <a:pt x="61" y="9"/>
                        <a:pt x="61" y="9"/>
                        <a:pt x="61" y="9"/>
                      </a:cubicBezTo>
                      <a:cubicBezTo>
                        <a:pt x="57" y="13"/>
                        <a:pt x="57" y="13"/>
                        <a:pt x="57" y="13"/>
                      </a:cubicBezTo>
                      <a:cubicBezTo>
                        <a:pt x="57" y="18"/>
                        <a:pt x="57" y="18"/>
                        <a:pt x="57" y="18"/>
                      </a:cubicBezTo>
                      <a:cubicBezTo>
                        <a:pt x="50" y="19"/>
                        <a:pt x="50" y="19"/>
                        <a:pt x="50" y="19"/>
                      </a:cubicBezTo>
                      <a:cubicBezTo>
                        <a:pt x="44" y="13"/>
                        <a:pt x="44" y="13"/>
                        <a:pt x="44" y="1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35" y="5"/>
                        <a:pt x="25" y="9"/>
                        <a:pt x="14" y="14"/>
                      </a:cubicBezTo>
                      <a:cubicBezTo>
                        <a:pt x="15" y="20"/>
                        <a:pt x="15" y="20"/>
                        <a:pt x="15" y="20"/>
                      </a:cubicBezTo>
                      <a:cubicBezTo>
                        <a:pt x="5" y="22"/>
                        <a:pt x="5" y="22"/>
                        <a:pt x="5" y="22"/>
                      </a:cubicBezTo>
                      <a:cubicBezTo>
                        <a:pt x="3" y="27"/>
                        <a:pt x="3" y="27"/>
                        <a:pt x="3" y="27"/>
                      </a:cubicBezTo>
                      <a:cubicBezTo>
                        <a:pt x="11" y="32"/>
                        <a:pt x="11" y="32"/>
                        <a:pt x="11" y="32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3" y="39"/>
                        <a:pt x="3" y="39"/>
                        <a:pt x="3" y="39"/>
                      </a:cubicBezTo>
                      <a:cubicBezTo>
                        <a:pt x="7" y="40"/>
                        <a:pt x="12" y="40"/>
                        <a:pt x="17" y="40"/>
                      </a:cubicBezTo>
                      <a:cubicBezTo>
                        <a:pt x="20" y="40"/>
                        <a:pt x="22" y="39"/>
                        <a:pt x="25" y="38"/>
                      </a:cubicBezTo>
                      <a:cubicBezTo>
                        <a:pt x="38" y="40"/>
                        <a:pt x="50" y="42"/>
                        <a:pt x="63" y="43"/>
                      </a:cubicBezTo>
                      <a:cubicBezTo>
                        <a:pt x="64" y="46"/>
                        <a:pt x="64" y="46"/>
                        <a:pt x="64" y="46"/>
                      </a:cubicBezTo>
                      <a:cubicBezTo>
                        <a:pt x="57" y="49"/>
                        <a:pt x="50" y="50"/>
                        <a:pt x="43" y="50"/>
                      </a:cubicBezTo>
                      <a:cubicBezTo>
                        <a:pt x="37" y="50"/>
                        <a:pt x="32" y="50"/>
                        <a:pt x="26" y="48"/>
                      </a:cubicBezTo>
                      <a:cubicBezTo>
                        <a:pt x="22" y="51"/>
                        <a:pt x="22" y="51"/>
                        <a:pt x="22" y="51"/>
                      </a:cubicBezTo>
                      <a:cubicBezTo>
                        <a:pt x="9" y="47"/>
                        <a:pt x="9" y="47"/>
                        <a:pt x="9" y="47"/>
                      </a:cubicBezTo>
                      <a:cubicBezTo>
                        <a:pt x="4" y="54"/>
                        <a:pt x="4" y="54"/>
                        <a:pt x="4" y="54"/>
                      </a:cubicBezTo>
                      <a:cubicBezTo>
                        <a:pt x="19" y="67"/>
                        <a:pt x="19" y="67"/>
                        <a:pt x="19" y="67"/>
                      </a:cubicBezTo>
                      <a:cubicBezTo>
                        <a:pt x="26" y="65"/>
                        <a:pt x="26" y="65"/>
                        <a:pt x="26" y="65"/>
                      </a:cubicBezTo>
                      <a:cubicBezTo>
                        <a:pt x="31" y="68"/>
                        <a:pt x="31" y="68"/>
                        <a:pt x="31" y="68"/>
                      </a:cubicBezTo>
                      <a:cubicBezTo>
                        <a:pt x="26" y="78"/>
                        <a:pt x="26" y="78"/>
                        <a:pt x="26" y="78"/>
                      </a:cubicBezTo>
                      <a:cubicBezTo>
                        <a:pt x="36" y="78"/>
                        <a:pt x="46" y="77"/>
                        <a:pt x="56" y="76"/>
                      </a:cubicBezTo>
                      <a:cubicBezTo>
                        <a:pt x="70" y="74"/>
                        <a:pt x="84" y="72"/>
                        <a:pt x="97" y="68"/>
                      </a:cubicBezTo>
                      <a:cubicBezTo>
                        <a:pt x="104" y="59"/>
                        <a:pt x="104" y="59"/>
                        <a:pt x="104" y="59"/>
                      </a:cubicBezTo>
                      <a:cubicBezTo>
                        <a:pt x="107" y="60"/>
                        <a:pt x="107" y="60"/>
                        <a:pt x="107" y="60"/>
                      </a:cubicBezTo>
                      <a:cubicBezTo>
                        <a:pt x="104" y="67"/>
                        <a:pt x="104" y="67"/>
                        <a:pt x="104" y="67"/>
                      </a:cubicBezTo>
                      <a:cubicBezTo>
                        <a:pt x="110" y="70"/>
                        <a:pt x="116" y="71"/>
                        <a:pt x="121" y="73"/>
                      </a:cubicBezTo>
                      <a:cubicBezTo>
                        <a:pt x="123" y="73"/>
                        <a:pt x="126" y="73"/>
                        <a:pt x="129" y="73"/>
                      </a:cubicBezTo>
                      <a:cubicBezTo>
                        <a:pt x="130" y="66"/>
                        <a:pt x="130" y="66"/>
                        <a:pt x="130" y="66"/>
                      </a:cubicBezTo>
                      <a:cubicBezTo>
                        <a:pt x="123" y="64"/>
                        <a:pt x="123" y="64"/>
                        <a:pt x="123" y="64"/>
                      </a:cubicBezTo>
                      <a:cubicBezTo>
                        <a:pt x="123" y="60"/>
                        <a:pt x="123" y="60"/>
                        <a:pt x="123" y="60"/>
                      </a:cubicBezTo>
                      <a:cubicBezTo>
                        <a:pt x="135" y="61"/>
                        <a:pt x="135" y="61"/>
                        <a:pt x="135" y="61"/>
                      </a:cubicBezTo>
                      <a:lnTo>
                        <a:pt x="135" y="55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776" name="Google Shape;707;p50">
                  <a:extLst>
                    <a:ext uri="{FF2B5EF4-FFF2-40B4-BE49-F238E27FC236}">
                      <a16:creationId xmlns:a16="http://schemas.microsoft.com/office/drawing/2014/main" id="{70C38F91-D088-476F-A8B4-A4A9A69DA0EC}"/>
                    </a:ext>
                  </a:extLst>
                </p:cNvPr>
                <p:cNvSpPr/>
                <p:nvPr/>
              </p:nvSpPr>
              <p:spPr>
                <a:xfrm>
                  <a:off x="815975" y="1700213"/>
                  <a:ext cx="2024062" cy="1125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419" extrusionOk="0">
                      <a:moveTo>
                        <a:pt x="732" y="299"/>
                      </a:moveTo>
                      <a:cubicBezTo>
                        <a:pt x="749" y="295"/>
                        <a:pt x="749" y="295"/>
                        <a:pt x="749" y="295"/>
                      </a:cubicBezTo>
                      <a:cubicBezTo>
                        <a:pt x="753" y="291"/>
                        <a:pt x="753" y="291"/>
                        <a:pt x="753" y="291"/>
                      </a:cubicBezTo>
                      <a:cubicBezTo>
                        <a:pt x="754" y="276"/>
                        <a:pt x="754" y="276"/>
                        <a:pt x="754" y="276"/>
                      </a:cubicBezTo>
                      <a:cubicBezTo>
                        <a:pt x="752" y="273"/>
                        <a:pt x="752" y="273"/>
                        <a:pt x="752" y="273"/>
                      </a:cubicBezTo>
                      <a:cubicBezTo>
                        <a:pt x="747" y="275"/>
                        <a:pt x="747" y="275"/>
                        <a:pt x="747" y="275"/>
                      </a:cubicBezTo>
                      <a:cubicBezTo>
                        <a:pt x="747" y="270"/>
                        <a:pt x="747" y="270"/>
                        <a:pt x="747" y="270"/>
                      </a:cubicBezTo>
                      <a:cubicBezTo>
                        <a:pt x="741" y="267"/>
                        <a:pt x="741" y="267"/>
                        <a:pt x="741" y="267"/>
                      </a:cubicBezTo>
                      <a:cubicBezTo>
                        <a:pt x="736" y="271"/>
                        <a:pt x="736" y="271"/>
                        <a:pt x="736" y="271"/>
                      </a:cubicBezTo>
                      <a:cubicBezTo>
                        <a:pt x="727" y="277"/>
                        <a:pt x="727" y="277"/>
                        <a:pt x="727" y="277"/>
                      </a:cubicBezTo>
                      <a:cubicBezTo>
                        <a:pt x="720" y="278"/>
                        <a:pt x="720" y="278"/>
                        <a:pt x="720" y="278"/>
                      </a:cubicBezTo>
                      <a:cubicBezTo>
                        <a:pt x="722" y="274"/>
                        <a:pt x="722" y="274"/>
                        <a:pt x="722" y="274"/>
                      </a:cubicBezTo>
                      <a:cubicBezTo>
                        <a:pt x="728" y="271"/>
                        <a:pt x="728" y="271"/>
                        <a:pt x="728" y="271"/>
                      </a:cubicBezTo>
                      <a:cubicBezTo>
                        <a:pt x="730" y="268"/>
                        <a:pt x="730" y="268"/>
                        <a:pt x="730" y="268"/>
                      </a:cubicBezTo>
                      <a:cubicBezTo>
                        <a:pt x="734" y="267"/>
                        <a:pt x="734" y="267"/>
                        <a:pt x="734" y="267"/>
                      </a:cubicBezTo>
                      <a:cubicBezTo>
                        <a:pt x="740" y="264"/>
                        <a:pt x="740" y="264"/>
                        <a:pt x="740" y="264"/>
                      </a:cubicBezTo>
                      <a:cubicBezTo>
                        <a:pt x="740" y="260"/>
                        <a:pt x="740" y="260"/>
                        <a:pt x="740" y="260"/>
                      </a:cubicBezTo>
                      <a:cubicBezTo>
                        <a:pt x="733" y="255"/>
                        <a:pt x="733" y="255"/>
                        <a:pt x="733" y="255"/>
                      </a:cubicBezTo>
                      <a:cubicBezTo>
                        <a:pt x="721" y="251"/>
                        <a:pt x="721" y="251"/>
                        <a:pt x="721" y="251"/>
                      </a:cubicBezTo>
                      <a:cubicBezTo>
                        <a:pt x="715" y="244"/>
                        <a:pt x="715" y="244"/>
                        <a:pt x="715" y="244"/>
                      </a:cubicBezTo>
                      <a:cubicBezTo>
                        <a:pt x="711" y="244"/>
                        <a:pt x="711" y="244"/>
                        <a:pt x="711" y="244"/>
                      </a:cubicBezTo>
                      <a:cubicBezTo>
                        <a:pt x="704" y="238"/>
                        <a:pt x="704" y="238"/>
                        <a:pt x="704" y="238"/>
                      </a:cubicBezTo>
                      <a:cubicBezTo>
                        <a:pt x="706" y="228"/>
                        <a:pt x="706" y="228"/>
                        <a:pt x="706" y="228"/>
                      </a:cubicBezTo>
                      <a:cubicBezTo>
                        <a:pt x="679" y="181"/>
                        <a:pt x="679" y="181"/>
                        <a:pt x="679" y="181"/>
                      </a:cubicBezTo>
                      <a:cubicBezTo>
                        <a:pt x="676" y="174"/>
                        <a:pt x="676" y="174"/>
                        <a:pt x="676" y="174"/>
                      </a:cubicBezTo>
                      <a:cubicBezTo>
                        <a:pt x="674" y="176"/>
                        <a:pt x="674" y="176"/>
                        <a:pt x="674" y="176"/>
                      </a:cubicBezTo>
                      <a:cubicBezTo>
                        <a:pt x="674" y="182"/>
                        <a:pt x="674" y="182"/>
                        <a:pt x="674" y="182"/>
                      </a:cubicBezTo>
                      <a:cubicBezTo>
                        <a:pt x="672" y="185"/>
                        <a:pt x="672" y="185"/>
                        <a:pt x="672" y="185"/>
                      </a:cubicBezTo>
                      <a:cubicBezTo>
                        <a:pt x="671" y="190"/>
                        <a:pt x="671" y="190"/>
                        <a:pt x="671" y="190"/>
                      </a:cubicBezTo>
                      <a:cubicBezTo>
                        <a:pt x="665" y="194"/>
                        <a:pt x="665" y="194"/>
                        <a:pt x="665" y="194"/>
                      </a:cubicBezTo>
                      <a:cubicBezTo>
                        <a:pt x="665" y="198"/>
                        <a:pt x="665" y="198"/>
                        <a:pt x="665" y="198"/>
                      </a:cubicBezTo>
                      <a:cubicBezTo>
                        <a:pt x="656" y="207"/>
                        <a:pt x="656" y="207"/>
                        <a:pt x="656" y="207"/>
                      </a:cubicBezTo>
                      <a:cubicBezTo>
                        <a:pt x="648" y="199"/>
                        <a:pt x="648" y="199"/>
                        <a:pt x="648" y="199"/>
                      </a:cubicBezTo>
                      <a:cubicBezTo>
                        <a:pt x="644" y="197"/>
                        <a:pt x="644" y="197"/>
                        <a:pt x="644" y="197"/>
                      </a:cubicBezTo>
                      <a:cubicBezTo>
                        <a:pt x="639" y="198"/>
                        <a:pt x="639" y="198"/>
                        <a:pt x="639" y="198"/>
                      </a:cubicBezTo>
                      <a:cubicBezTo>
                        <a:pt x="637" y="194"/>
                        <a:pt x="635" y="192"/>
                        <a:pt x="635" y="192"/>
                      </a:cubicBezTo>
                      <a:cubicBezTo>
                        <a:pt x="636" y="167"/>
                        <a:pt x="636" y="167"/>
                        <a:pt x="636" y="167"/>
                      </a:cubicBezTo>
                      <a:cubicBezTo>
                        <a:pt x="632" y="169"/>
                        <a:pt x="632" y="169"/>
                        <a:pt x="632" y="169"/>
                      </a:cubicBezTo>
                      <a:cubicBezTo>
                        <a:pt x="619" y="162"/>
                        <a:pt x="619" y="162"/>
                        <a:pt x="619" y="162"/>
                      </a:cubicBezTo>
                      <a:cubicBezTo>
                        <a:pt x="619" y="155"/>
                        <a:pt x="619" y="155"/>
                        <a:pt x="619" y="155"/>
                      </a:cubicBezTo>
                      <a:cubicBezTo>
                        <a:pt x="599" y="148"/>
                        <a:pt x="599" y="148"/>
                        <a:pt x="599" y="148"/>
                      </a:cubicBezTo>
                      <a:cubicBezTo>
                        <a:pt x="590" y="151"/>
                        <a:pt x="590" y="151"/>
                        <a:pt x="590" y="151"/>
                      </a:cubicBezTo>
                      <a:cubicBezTo>
                        <a:pt x="583" y="153"/>
                        <a:pt x="583" y="153"/>
                        <a:pt x="583" y="153"/>
                      </a:cubicBezTo>
                      <a:cubicBezTo>
                        <a:pt x="567" y="145"/>
                        <a:pt x="567" y="145"/>
                        <a:pt x="567" y="145"/>
                      </a:cubicBezTo>
                      <a:cubicBezTo>
                        <a:pt x="562" y="145"/>
                        <a:pt x="562" y="145"/>
                        <a:pt x="562" y="145"/>
                      </a:cubicBezTo>
                      <a:cubicBezTo>
                        <a:pt x="559" y="147"/>
                        <a:pt x="559" y="147"/>
                        <a:pt x="559" y="147"/>
                      </a:cubicBezTo>
                      <a:cubicBezTo>
                        <a:pt x="557" y="172"/>
                        <a:pt x="557" y="172"/>
                        <a:pt x="557" y="172"/>
                      </a:cubicBezTo>
                      <a:cubicBezTo>
                        <a:pt x="562" y="175"/>
                        <a:pt x="562" y="175"/>
                        <a:pt x="562" y="175"/>
                      </a:cubicBezTo>
                      <a:cubicBezTo>
                        <a:pt x="561" y="187"/>
                        <a:pt x="561" y="187"/>
                        <a:pt x="561" y="187"/>
                      </a:cubicBezTo>
                      <a:cubicBezTo>
                        <a:pt x="553" y="200"/>
                        <a:pt x="553" y="200"/>
                        <a:pt x="553" y="200"/>
                      </a:cubicBezTo>
                      <a:cubicBezTo>
                        <a:pt x="553" y="204"/>
                        <a:pt x="553" y="204"/>
                        <a:pt x="553" y="204"/>
                      </a:cubicBezTo>
                      <a:cubicBezTo>
                        <a:pt x="562" y="218"/>
                        <a:pt x="562" y="218"/>
                        <a:pt x="562" y="218"/>
                      </a:cubicBezTo>
                      <a:cubicBezTo>
                        <a:pt x="564" y="229"/>
                        <a:pt x="564" y="229"/>
                        <a:pt x="564" y="229"/>
                      </a:cubicBezTo>
                      <a:cubicBezTo>
                        <a:pt x="564" y="241"/>
                        <a:pt x="564" y="241"/>
                        <a:pt x="564" y="241"/>
                      </a:cubicBezTo>
                      <a:cubicBezTo>
                        <a:pt x="561" y="250"/>
                        <a:pt x="561" y="250"/>
                        <a:pt x="561" y="250"/>
                      </a:cubicBezTo>
                      <a:cubicBezTo>
                        <a:pt x="556" y="256"/>
                        <a:pt x="556" y="256"/>
                        <a:pt x="556" y="256"/>
                      </a:cubicBezTo>
                      <a:cubicBezTo>
                        <a:pt x="548" y="261"/>
                        <a:pt x="548" y="261"/>
                        <a:pt x="548" y="261"/>
                      </a:cubicBezTo>
                      <a:cubicBezTo>
                        <a:pt x="550" y="267"/>
                        <a:pt x="550" y="267"/>
                        <a:pt x="550" y="267"/>
                      </a:cubicBezTo>
                      <a:cubicBezTo>
                        <a:pt x="551" y="274"/>
                        <a:pt x="551" y="274"/>
                        <a:pt x="551" y="274"/>
                      </a:cubicBezTo>
                      <a:cubicBezTo>
                        <a:pt x="555" y="284"/>
                        <a:pt x="555" y="284"/>
                        <a:pt x="555" y="284"/>
                      </a:cubicBezTo>
                      <a:cubicBezTo>
                        <a:pt x="554" y="296"/>
                        <a:pt x="554" y="296"/>
                        <a:pt x="554" y="296"/>
                      </a:cubicBezTo>
                      <a:cubicBezTo>
                        <a:pt x="542" y="306"/>
                        <a:pt x="542" y="306"/>
                        <a:pt x="542" y="306"/>
                      </a:cubicBezTo>
                      <a:cubicBezTo>
                        <a:pt x="534" y="292"/>
                        <a:pt x="534" y="292"/>
                        <a:pt x="534" y="292"/>
                      </a:cubicBezTo>
                      <a:cubicBezTo>
                        <a:pt x="528" y="287"/>
                        <a:pt x="528" y="287"/>
                        <a:pt x="528" y="287"/>
                      </a:cubicBezTo>
                      <a:cubicBezTo>
                        <a:pt x="521" y="277"/>
                        <a:pt x="521" y="277"/>
                        <a:pt x="521" y="277"/>
                      </a:cubicBezTo>
                      <a:cubicBezTo>
                        <a:pt x="518" y="263"/>
                        <a:pt x="518" y="263"/>
                        <a:pt x="518" y="263"/>
                      </a:cubicBezTo>
                      <a:cubicBezTo>
                        <a:pt x="518" y="254"/>
                        <a:pt x="518" y="254"/>
                        <a:pt x="518" y="254"/>
                      </a:cubicBezTo>
                      <a:cubicBezTo>
                        <a:pt x="514" y="251"/>
                        <a:pt x="514" y="251"/>
                        <a:pt x="514" y="251"/>
                      </a:cubicBezTo>
                      <a:cubicBezTo>
                        <a:pt x="499" y="252"/>
                        <a:pt x="499" y="252"/>
                        <a:pt x="499" y="252"/>
                      </a:cubicBezTo>
                      <a:cubicBezTo>
                        <a:pt x="483" y="250"/>
                        <a:pt x="483" y="250"/>
                        <a:pt x="483" y="250"/>
                      </a:cubicBezTo>
                      <a:cubicBezTo>
                        <a:pt x="472" y="243"/>
                        <a:pt x="472" y="243"/>
                        <a:pt x="472" y="243"/>
                      </a:cubicBezTo>
                      <a:cubicBezTo>
                        <a:pt x="466" y="242"/>
                        <a:pt x="466" y="242"/>
                        <a:pt x="466" y="242"/>
                      </a:cubicBezTo>
                      <a:cubicBezTo>
                        <a:pt x="465" y="237"/>
                        <a:pt x="465" y="237"/>
                        <a:pt x="465" y="237"/>
                      </a:cubicBezTo>
                      <a:cubicBezTo>
                        <a:pt x="446" y="220"/>
                        <a:pt x="446" y="220"/>
                        <a:pt x="446" y="220"/>
                      </a:cubicBezTo>
                      <a:cubicBezTo>
                        <a:pt x="431" y="226"/>
                        <a:pt x="431" y="226"/>
                        <a:pt x="431" y="226"/>
                      </a:cubicBezTo>
                      <a:cubicBezTo>
                        <a:pt x="423" y="198"/>
                        <a:pt x="423" y="198"/>
                        <a:pt x="423" y="198"/>
                      </a:cubicBezTo>
                      <a:cubicBezTo>
                        <a:pt x="412" y="196"/>
                        <a:pt x="412" y="196"/>
                        <a:pt x="412" y="196"/>
                      </a:cubicBezTo>
                      <a:cubicBezTo>
                        <a:pt x="411" y="188"/>
                        <a:pt x="411" y="188"/>
                        <a:pt x="411" y="188"/>
                      </a:cubicBezTo>
                      <a:cubicBezTo>
                        <a:pt x="419" y="171"/>
                        <a:pt x="419" y="171"/>
                        <a:pt x="419" y="171"/>
                      </a:cubicBezTo>
                      <a:cubicBezTo>
                        <a:pt x="432" y="154"/>
                        <a:pt x="432" y="154"/>
                        <a:pt x="432" y="154"/>
                      </a:cubicBezTo>
                      <a:cubicBezTo>
                        <a:pt x="446" y="149"/>
                        <a:pt x="446" y="149"/>
                        <a:pt x="446" y="149"/>
                      </a:cubicBezTo>
                      <a:cubicBezTo>
                        <a:pt x="451" y="139"/>
                        <a:pt x="451" y="139"/>
                        <a:pt x="451" y="139"/>
                      </a:cubicBezTo>
                      <a:cubicBezTo>
                        <a:pt x="447" y="135"/>
                        <a:pt x="447" y="135"/>
                        <a:pt x="447" y="135"/>
                      </a:cubicBezTo>
                      <a:cubicBezTo>
                        <a:pt x="452" y="135"/>
                        <a:pt x="452" y="135"/>
                        <a:pt x="452" y="135"/>
                      </a:cubicBezTo>
                      <a:cubicBezTo>
                        <a:pt x="460" y="119"/>
                        <a:pt x="460" y="119"/>
                        <a:pt x="460" y="119"/>
                      </a:cubicBezTo>
                      <a:cubicBezTo>
                        <a:pt x="471" y="122"/>
                        <a:pt x="471" y="122"/>
                        <a:pt x="471" y="122"/>
                      </a:cubicBezTo>
                      <a:cubicBezTo>
                        <a:pt x="479" y="103"/>
                        <a:pt x="479" y="103"/>
                        <a:pt x="479" y="103"/>
                      </a:cubicBezTo>
                      <a:cubicBezTo>
                        <a:pt x="477" y="96"/>
                        <a:pt x="477" y="96"/>
                        <a:pt x="477" y="96"/>
                      </a:cubicBezTo>
                      <a:cubicBezTo>
                        <a:pt x="486" y="99"/>
                        <a:pt x="486" y="99"/>
                        <a:pt x="486" y="99"/>
                      </a:cubicBezTo>
                      <a:cubicBezTo>
                        <a:pt x="497" y="89"/>
                        <a:pt x="497" y="89"/>
                        <a:pt x="497" y="89"/>
                      </a:cubicBezTo>
                      <a:cubicBezTo>
                        <a:pt x="497" y="84"/>
                        <a:pt x="497" y="84"/>
                        <a:pt x="497" y="84"/>
                      </a:cubicBezTo>
                      <a:cubicBezTo>
                        <a:pt x="503" y="81"/>
                        <a:pt x="503" y="81"/>
                        <a:pt x="503" y="81"/>
                      </a:cubicBezTo>
                      <a:cubicBezTo>
                        <a:pt x="507" y="81"/>
                        <a:pt x="507" y="81"/>
                        <a:pt x="507" y="81"/>
                      </a:cubicBezTo>
                      <a:cubicBezTo>
                        <a:pt x="507" y="87"/>
                        <a:pt x="507" y="87"/>
                        <a:pt x="507" y="87"/>
                      </a:cubicBezTo>
                      <a:cubicBezTo>
                        <a:pt x="514" y="85"/>
                        <a:pt x="514" y="85"/>
                        <a:pt x="514" y="85"/>
                      </a:cubicBezTo>
                      <a:cubicBezTo>
                        <a:pt x="514" y="80"/>
                        <a:pt x="514" y="80"/>
                        <a:pt x="514" y="80"/>
                      </a:cubicBezTo>
                      <a:cubicBezTo>
                        <a:pt x="520" y="83"/>
                        <a:pt x="520" y="83"/>
                        <a:pt x="520" y="83"/>
                      </a:cubicBezTo>
                      <a:cubicBezTo>
                        <a:pt x="530" y="81"/>
                        <a:pt x="530" y="81"/>
                        <a:pt x="530" y="81"/>
                      </a:cubicBezTo>
                      <a:cubicBezTo>
                        <a:pt x="536" y="71"/>
                        <a:pt x="536" y="71"/>
                        <a:pt x="536" y="71"/>
                      </a:cubicBezTo>
                      <a:cubicBezTo>
                        <a:pt x="535" y="62"/>
                        <a:pt x="535" y="62"/>
                        <a:pt x="535" y="62"/>
                      </a:cubicBezTo>
                      <a:cubicBezTo>
                        <a:pt x="533" y="54"/>
                        <a:pt x="533" y="54"/>
                        <a:pt x="533" y="54"/>
                      </a:cubicBezTo>
                      <a:cubicBezTo>
                        <a:pt x="539" y="47"/>
                        <a:pt x="539" y="47"/>
                        <a:pt x="539" y="47"/>
                      </a:cubicBezTo>
                      <a:cubicBezTo>
                        <a:pt x="537" y="43"/>
                        <a:pt x="537" y="43"/>
                        <a:pt x="537" y="43"/>
                      </a:cubicBezTo>
                      <a:cubicBezTo>
                        <a:pt x="528" y="42"/>
                        <a:pt x="528" y="42"/>
                        <a:pt x="528" y="42"/>
                      </a:cubicBezTo>
                      <a:cubicBezTo>
                        <a:pt x="531" y="37"/>
                        <a:pt x="531" y="37"/>
                        <a:pt x="531" y="37"/>
                      </a:cubicBezTo>
                      <a:cubicBezTo>
                        <a:pt x="509" y="31"/>
                        <a:pt x="509" y="31"/>
                        <a:pt x="509" y="31"/>
                      </a:cubicBezTo>
                      <a:cubicBezTo>
                        <a:pt x="506" y="35"/>
                        <a:pt x="506" y="35"/>
                        <a:pt x="506" y="35"/>
                      </a:cubicBezTo>
                      <a:cubicBezTo>
                        <a:pt x="497" y="35"/>
                        <a:pt x="497" y="35"/>
                        <a:pt x="497" y="35"/>
                      </a:cubicBezTo>
                      <a:cubicBezTo>
                        <a:pt x="494" y="37"/>
                        <a:pt x="494" y="37"/>
                        <a:pt x="494" y="37"/>
                      </a:cubicBezTo>
                      <a:cubicBezTo>
                        <a:pt x="503" y="47"/>
                        <a:pt x="503" y="47"/>
                        <a:pt x="503" y="47"/>
                      </a:cubicBezTo>
                      <a:cubicBezTo>
                        <a:pt x="501" y="51"/>
                        <a:pt x="501" y="51"/>
                        <a:pt x="501" y="51"/>
                      </a:cubicBezTo>
                      <a:cubicBezTo>
                        <a:pt x="498" y="51"/>
                        <a:pt x="498" y="51"/>
                        <a:pt x="498" y="51"/>
                      </a:cubicBezTo>
                      <a:cubicBezTo>
                        <a:pt x="492" y="68"/>
                        <a:pt x="492" y="68"/>
                        <a:pt x="492" y="68"/>
                      </a:cubicBezTo>
                      <a:cubicBezTo>
                        <a:pt x="492" y="75"/>
                        <a:pt x="492" y="75"/>
                        <a:pt x="492" y="75"/>
                      </a:cubicBezTo>
                      <a:cubicBezTo>
                        <a:pt x="484" y="81"/>
                        <a:pt x="484" y="81"/>
                        <a:pt x="484" y="81"/>
                      </a:cubicBezTo>
                      <a:cubicBezTo>
                        <a:pt x="472" y="67"/>
                        <a:pt x="472" y="67"/>
                        <a:pt x="472" y="67"/>
                      </a:cubicBezTo>
                      <a:cubicBezTo>
                        <a:pt x="480" y="57"/>
                        <a:pt x="480" y="57"/>
                        <a:pt x="480" y="57"/>
                      </a:cubicBezTo>
                      <a:cubicBezTo>
                        <a:pt x="469" y="46"/>
                        <a:pt x="469" y="46"/>
                        <a:pt x="469" y="46"/>
                      </a:cubicBezTo>
                      <a:cubicBezTo>
                        <a:pt x="463" y="48"/>
                        <a:pt x="463" y="48"/>
                        <a:pt x="463" y="48"/>
                      </a:cubicBezTo>
                      <a:cubicBezTo>
                        <a:pt x="462" y="58"/>
                        <a:pt x="462" y="58"/>
                        <a:pt x="462" y="58"/>
                      </a:cubicBezTo>
                      <a:cubicBezTo>
                        <a:pt x="456" y="61"/>
                        <a:pt x="456" y="61"/>
                        <a:pt x="456" y="61"/>
                      </a:cubicBezTo>
                      <a:cubicBezTo>
                        <a:pt x="452" y="54"/>
                        <a:pt x="452" y="54"/>
                        <a:pt x="452" y="54"/>
                      </a:cubicBezTo>
                      <a:cubicBezTo>
                        <a:pt x="455" y="44"/>
                        <a:pt x="455" y="44"/>
                        <a:pt x="455" y="44"/>
                      </a:cubicBezTo>
                      <a:cubicBezTo>
                        <a:pt x="452" y="41"/>
                        <a:pt x="452" y="41"/>
                        <a:pt x="452" y="41"/>
                      </a:cubicBezTo>
                      <a:cubicBezTo>
                        <a:pt x="447" y="44"/>
                        <a:pt x="447" y="44"/>
                        <a:pt x="447" y="44"/>
                      </a:cubicBezTo>
                      <a:cubicBezTo>
                        <a:pt x="440" y="38"/>
                        <a:pt x="440" y="38"/>
                        <a:pt x="440" y="38"/>
                      </a:cubicBezTo>
                      <a:cubicBezTo>
                        <a:pt x="455" y="26"/>
                        <a:pt x="455" y="26"/>
                        <a:pt x="455" y="26"/>
                      </a:cubicBezTo>
                      <a:cubicBezTo>
                        <a:pt x="447" y="18"/>
                        <a:pt x="447" y="18"/>
                        <a:pt x="447" y="18"/>
                      </a:cubicBezTo>
                      <a:cubicBezTo>
                        <a:pt x="443" y="13"/>
                        <a:pt x="443" y="13"/>
                        <a:pt x="443" y="13"/>
                      </a:cubicBezTo>
                      <a:cubicBezTo>
                        <a:pt x="430" y="6"/>
                        <a:pt x="430" y="6"/>
                        <a:pt x="430" y="6"/>
                      </a:cubicBezTo>
                      <a:cubicBezTo>
                        <a:pt x="426" y="0"/>
                        <a:pt x="426" y="0"/>
                        <a:pt x="426" y="0"/>
                      </a:cubicBezTo>
                      <a:cubicBezTo>
                        <a:pt x="416" y="9"/>
                        <a:pt x="416" y="9"/>
                        <a:pt x="416" y="9"/>
                      </a:cubicBezTo>
                      <a:cubicBezTo>
                        <a:pt x="406" y="26"/>
                        <a:pt x="406" y="26"/>
                        <a:pt x="406" y="26"/>
                      </a:cubicBezTo>
                      <a:cubicBezTo>
                        <a:pt x="423" y="35"/>
                        <a:pt x="423" y="35"/>
                        <a:pt x="423" y="35"/>
                      </a:cubicBezTo>
                      <a:cubicBezTo>
                        <a:pt x="426" y="34"/>
                        <a:pt x="426" y="34"/>
                        <a:pt x="426" y="34"/>
                      </a:cubicBezTo>
                      <a:cubicBezTo>
                        <a:pt x="415" y="46"/>
                        <a:pt x="415" y="46"/>
                        <a:pt x="415" y="46"/>
                      </a:cubicBezTo>
                      <a:cubicBezTo>
                        <a:pt x="418" y="50"/>
                        <a:pt x="418" y="50"/>
                        <a:pt x="418" y="50"/>
                      </a:cubicBezTo>
                      <a:cubicBezTo>
                        <a:pt x="431" y="45"/>
                        <a:pt x="431" y="45"/>
                        <a:pt x="431" y="45"/>
                      </a:cubicBezTo>
                      <a:cubicBezTo>
                        <a:pt x="422" y="54"/>
                        <a:pt x="422" y="54"/>
                        <a:pt x="422" y="54"/>
                      </a:cubicBezTo>
                      <a:cubicBezTo>
                        <a:pt x="409" y="62"/>
                        <a:pt x="409" y="62"/>
                        <a:pt x="409" y="62"/>
                      </a:cubicBezTo>
                      <a:cubicBezTo>
                        <a:pt x="411" y="71"/>
                        <a:pt x="411" y="71"/>
                        <a:pt x="411" y="71"/>
                      </a:cubicBezTo>
                      <a:cubicBezTo>
                        <a:pt x="411" y="75"/>
                        <a:pt x="411" y="75"/>
                        <a:pt x="411" y="75"/>
                      </a:cubicBezTo>
                      <a:cubicBezTo>
                        <a:pt x="400" y="70"/>
                        <a:pt x="400" y="70"/>
                        <a:pt x="400" y="70"/>
                      </a:cubicBezTo>
                      <a:cubicBezTo>
                        <a:pt x="402" y="65"/>
                        <a:pt x="402" y="65"/>
                        <a:pt x="402" y="65"/>
                      </a:cubicBezTo>
                      <a:cubicBezTo>
                        <a:pt x="388" y="60"/>
                        <a:pt x="388" y="60"/>
                        <a:pt x="388" y="60"/>
                      </a:cubicBezTo>
                      <a:cubicBezTo>
                        <a:pt x="384" y="67"/>
                        <a:pt x="384" y="67"/>
                        <a:pt x="384" y="67"/>
                      </a:cubicBezTo>
                      <a:cubicBezTo>
                        <a:pt x="372" y="70"/>
                        <a:pt x="372" y="70"/>
                        <a:pt x="372" y="70"/>
                      </a:cubicBezTo>
                      <a:cubicBezTo>
                        <a:pt x="363" y="64"/>
                        <a:pt x="363" y="64"/>
                        <a:pt x="363" y="64"/>
                      </a:cubicBezTo>
                      <a:cubicBezTo>
                        <a:pt x="346" y="60"/>
                        <a:pt x="346" y="60"/>
                        <a:pt x="346" y="60"/>
                      </a:cubicBezTo>
                      <a:cubicBezTo>
                        <a:pt x="344" y="53"/>
                        <a:pt x="344" y="53"/>
                        <a:pt x="344" y="53"/>
                      </a:cubicBezTo>
                      <a:cubicBezTo>
                        <a:pt x="335" y="53"/>
                        <a:pt x="335" y="53"/>
                        <a:pt x="335" y="53"/>
                      </a:cubicBezTo>
                      <a:cubicBezTo>
                        <a:pt x="327" y="61"/>
                        <a:pt x="327" y="61"/>
                        <a:pt x="327" y="61"/>
                      </a:cubicBezTo>
                      <a:cubicBezTo>
                        <a:pt x="315" y="61"/>
                        <a:pt x="315" y="61"/>
                        <a:pt x="315" y="61"/>
                      </a:cubicBezTo>
                      <a:cubicBezTo>
                        <a:pt x="316" y="72"/>
                        <a:pt x="316" y="72"/>
                        <a:pt x="316" y="72"/>
                      </a:cubicBezTo>
                      <a:cubicBezTo>
                        <a:pt x="309" y="76"/>
                        <a:pt x="309" y="76"/>
                        <a:pt x="309" y="76"/>
                      </a:cubicBezTo>
                      <a:cubicBezTo>
                        <a:pt x="305" y="67"/>
                        <a:pt x="305" y="67"/>
                        <a:pt x="305" y="67"/>
                      </a:cubicBezTo>
                      <a:cubicBezTo>
                        <a:pt x="294" y="66"/>
                        <a:pt x="294" y="66"/>
                        <a:pt x="294" y="66"/>
                      </a:cubicBezTo>
                      <a:cubicBezTo>
                        <a:pt x="285" y="58"/>
                        <a:pt x="285" y="58"/>
                        <a:pt x="285" y="58"/>
                      </a:cubicBezTo>
                      <a:cubicBezTo>
                        <a:pt x="250" y="64"/>
                        <a:pt x="250" y="64"/>
                        <a:pt x="250" y="64"/>
                      </a:cubicBezTo>
                      <a:cubicBezTo>
                        <a:pt x="233" y="60"/>
                        <a:pt x="233" y="60"/>
                        <a:pt x="233" y="60"/>
                      </a:cubicBezTo>
                      <a:cubicBezTo>
                        <a:pt x="228" y="55"/>
                        <a:pt x="228" y="55"/>
                        <a:pt x="228" y="55"/>
                      </a:cubicBezTo>
                      <a:cubicBezTo>
                        <a:pt x="240" y="51"/>
                        <a:pt x="240" y="51"/>
                        <a:pt x="240" y="51"/>
                      </a:cubicBezTo>
                      <a:cubicBezTo>
                        <a:pt x="242" y="47"/>
                        <a:pt x="242" y="47"/>
                        <a:pt x="242" y="47"/>
                      </a:cubicBezTo>
                      <a:cubicBezTo>
                        <a:pt x="233" y="42"/>
                        <a:pt x="233" y="42"/>
                        <a:pt x="233" y="42"/>
                      </a:cubicBezTo>
                      <a:cubicBezTo>
                        <a:pt x="225" y="43"/>
                        <a:pt x="225" y="43"/>
                        <a:pt x="225" y="43"/>
                      </a:cubicBezTo>
                      <a:cubicBezTo>
                        <a:pt x="195" y="25"/>
                        <a:pt x="195" y="25"/>
                        <a:pt x="195" y="25"/>
                      </a:cubicBezTo>
                      <a:cubicBezTo>
                        <a:pt x="182" y="24"/>
                        <a:pt x="182" y="24"/>
                        <a:pt x="182" y="24"/>
                      </a:cubicBezTo>
                      <a:cubicBezTo>
                        <a:pt x="167" y="30"/>
                        <a:pt x="167" y="30"/>
                        <a:pt x="167" y="30"/>
                      </a:cubicBezTo>
                      <a:cubicBezTo>
                        <a:pt x="167" y="22"/>
                        <a:pt x="167" y="22"/>
                        <a:pt x="167" y="22"/>
                      </a:cubicBezTo>
                      <a:cubicBezTo>
                        <a:pt x="162" y="17"/>
                        <a:pt x="162" y="17"/>
                        <a:pt x="162" y="17"/>
                      </a:cubicBezTo>
                      <a:cubicBezTo>
                        <a:pt x="155" y="29"/>
                        <a:pt x="155" y="29"/>
                        <a:pt x="155" y="29"/>
                      </a:cubicBezTo>
                      <a:cubicBezTo>
                        <a:pt x="135" y="10"/>
                        <a:pt x="135" y="10"/>
                        <a:pt x="135" y="10"/>
                      </a:cubicBezTo>
                      <a:cubicBezTo>
                        <a:pt x="131" y="10"/>
                        <a:pt x="131" y="10"/>
                        <a:pt x="131" y="10"/>
                      </a:cubicBezTo>
                      <a:cubicBezTo>
                        <a:pt x="134" y="19"/>
                        <a:pt x="134" y="19"/>
                        <a:pt x="134" y="19"/>
                      </a:cubicBezTo>
                      <a:cubicBezTo>
                        <a:pt x="119" y="22"/>
                        <a:pt x="119" y="22"/>
                        <a:pt x="119" y="22"/>
                      </a:cubicBezTo>
                      <a:cubicBezTo>
                        <a:pt x="122" y="15"/>
                        <a:pt x="122" y="15"/>
                        <a:pt x="122" y="15"/>
                      </a:cubicBezTo>
                      <a:cubicBezTo>
                        <a:pt x="113" y="15"/>
                        <a:pt x="113" y="15"/>
                        <a:pt x="113" y="15"/>
                      </a:cubicBezTo>
                      <a:cubicBezTo>
                        <a:pt x="105" y="25"/>
                        <a:pt x="105" y="25"/>
                        <a:pt x="105" y="25"/>
                      </a:cubicBezTo>
                      <a:cubicBezTo>
                        <a:pt x="85" y="33"/>
                        <a:pt x="85" y="33"/>
                        <a:pt x="85" y="33"/>
                      </a:cubicBezTo>
                      <a:cubicBezTo>
                        <a:pt x="85" y="26"/>
                        <a:pt x="85" y="26"/>
                        <a:pt x="85" y="26"/>
                      </a:cubicBezTo>
                      <a:cubicBezTo>
                        <a:pt x="82" y="23"/>
                        <a:pt x="82" y="23"/>
                        <a:pt x="82" y="23"/>
                      </a:cubicBezTo>
                      <a:cubicBezTo>
                        <a:pt x="71" y="32"/>
                        <a:pt x="71" y="32"/>
                        <a:pt x="71" y="32"/>
                      </a:cubicBezTo>
                      <a:cubicBezTo>
                        <a:pt x="72" y="40"/>
                        <a:pt x="72" y="40"/>
                        <a:pt x="72" y="40"/>
                      </a:cubicBezTo>
                      <a:cubicBezTo>
                        <a:pt x="54" y="28"/>
                        <a:pt x="54" y="28"/>
                        <a:pt x="54" y="28"/>
                      </a:cubicBezTo>
                      <a:cubicBezTo>
                        <a:pt x="33" y="24"/>
                        <a:pt x="33" y="24"/>
                        <a:pt x="33" y="24"/>
                      </a:cubicBezTo>
                      <a:cubicBezTo>
                        <a:pt x="24" y="24"/>
                        <a:pt x="24" y="24"/>
                        <a:pt x="24" y="24"/>
                      </a:cubicBezTo>
                      <a:cubicBezTo>
                        <a:pt x="13" y="18"/>
                        <a:pt x="13" y="18"/>
                        <a:pt x="13" y="18"/>
                      </a:cubicBezTo>
                      <a:cubicBezTo>
                        <a:pt x="3" y="11"/>
                        <a:pt x="3" y="11"/>
                        <a:pt x="3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64"/>
                        <a:pt x="0" y="164"/>
                        <a:pt x="0" y="164"/>
                      </a:cubicBezTo>
                      <a:cubicBezTo>
                        <a:pt x="8" y="170"/>
                        <a:pt x="8" y="170"/>
                        <a:pt x="8" y="170"/>
                      </a:cubicBezTo>
                      <a:cubicBezTo>
                        <a:pt x="20" y="170"/>
                        <a:pt x="20" y="170"/>
                        <a:pt x="20" y="170"/>
                      </a:cubicBezTo>
                      <a:cubicBezTo>
                        <a:pt x="38" y="182"/>
                        <a:pt x="38" y="182"/>
                        <a:pt x="38" y="182"/>
                      </a:cubicBezTo>
                      <a:cubicBezTo>
                        <a:pt x="72" y="191"/>
                        <a:pt x="72" y="191"/>
                        <a:pt x="72" y="191"/>
                      </a:cubicBezTo>
                      <a:cubicBezTo>
                        <a:pt x="79" y="203"/>
                        <a:pt x="79" y="203"/>
                        <a:pt x="79" y="203"/>
                      </a:cubicBezTo>
                      <a:cubicBezTo>
                        <a:pt x="86" y="216"/>
                        <a:pt x="86" y="216"/>
                        <a:pt x="86" y="216"/>
                      </a:cubicBezTo>
                      <a:cubicBezTo>
                        <a:pt x="86" y="228"/>
                        <a:pt x="86" y="228"/>
                        <a:pt x="86" y="228"/>
                      </a:cubicBezTo>
                      <a:cubicBezTo>
                        <a:pt x="92" y="239"/>
                        <a:pt x="92" y="239"/>
                        <a:pt x="92" y="239"/>
                      </a:cubicBezTo>
                      <a:cubicBezTo>
                        <a:pt x="91" y="250"/>
                        <a:pt x="91" y="250"/>
                        <a:pt x="91" y="250"/>
                      </a:cubicBezTo>
                      <a:cubicBezTo>
                        <a:pt x="93" y="253"/>
                        <a:pt x="93" y="253"/>
                        <a:pt x="93" y="253"/>
                      </a:cubicBezTo>
                      <a:cubicBezTo>
                        <a:pt x="97" y="249"/>
                        <a:pt x="97" y="249"/>
                        <a:pt x="97" y="249"/>
                      </a:cubicBezTo>
                      <a:cubicBezTo>
                        <a:pt x="102" y="250"/>
                        <a:pt x="102" y="250"/>
                        <a:pt x="102" y="250"/>
                      </a:cubicBezTo>
                      <a:cubicBezTo>
                        <a:pt x="97" y="257"/>
                        <a:pt x="97" y="257"/>
                        <a:pt x="97" y="257"/>
                      </a:cubicBezTo>
                      <a:cubicBezTo>
                        <a:pt x="103" y="265"/>
                        <a:pt x="103" y="265"/>
                        <a:pt x="103" y="265"/>
                      </a:cubicBezTo>
                      <a:cubicBezTo>
                        <a:pt x="110" y="265"/>
                        <a:pt x="110" y="265"/>
                        <a:pt x="110" y="265"/>
                      </a:cubicBezTo>
                      <a:cubicBezTo>
                        <a:pt x="111" y="279"/>
                        <a:pt x="111" y="279"/>
                        <a:pt x="111" y="279"/>
                      </a:cubicBezTo>
                      <a:cubicBezTo>
                        <a:pt x="122" y="300"/>
                        <a:pt x="122" y="300"/>
                        <a:pt x="122" y="300"/>
                      </a:cubicBezTo>
                      <a:cubicBezTo>
                        <a:pt x="131" y="304"/>
                        <a:pt x="131" y="304"/>
                        <a:pt x="131" y="304"/>
                      </a:cubicBezTo>
                      <a:cubicBezTo>
                        <a:pt x="136" y="303"/>
                        <a:pt x="136" y="303"/>
                        <a:pt x="136" y="303"/>
                      </a:cubicBezTo>
                      <a:cubicBezTo>
                        <a:pt x="139" y="314"/>
                        <a:pt x="139" y="314"/>
                        <a:pt x="139" y="314"/>
                      </a:cubicBezTo>
                      <a:cubicBezTo>
                        <a:pt x="158" y="320"/>
                        <a:pt x="158" y="320"/>
                        <a:pt x="158" y="320"/>
                      </a:cubicBezTo>
                      <a:cubicBezTo>
                        <a:pt x="162" y="327"/>
                        <a:pt x="162" y="327"/>
                        <a:pt x="162" y="327"/>
                      </a:cubicBezTo>
                      <a:cubicBezTo>
                        <a:pt x="409" y="327"/>
                        <a:pt x="409" y="327"/>
                        <a:pt x="409" y="327"/>
                      </a:cubicBezTo>
                      <a:cubicBezTo>
                        <a:pt x="411" y="324"/>
                        <a:pt x="411" y="324"/>
                        <a:pt x="411" y="324"/>
                      </a:cubicBezTo>
                      <a:cubicBezTo>
                        <a:pt x="417" y="325"/>
                        <a:pt x="417" y="325"/>
                        <a:pt x="417" y="325"/>
                      </a:cubicBezTo>
                      <a:cubicBezTo>
                        <a:pt x="421" y="333"/>
                        <a:pt x="421" y="333"/>
                        <a:pt x="421" y="333"/>
                      </a:cubicBezTo>
                      <a:cubicBezTo>
                        <a:pt x="431" y="339"/>
                        <a:pt x="431" y="339"/>
                        <a:pt x="431" y="339"/>
                      </a:cubicBezTo>
                      <a:cubicBezTo>
                        <a:pt x="438" y="339"/>
                        <a:pt x="438" y="339"/>
                        <a:pt x="438" y="339"/>
                      </a:cubicBezTo>
                      <a:cubicBezTo>
                        <a:pt x="453" y="346"/>
                        <a:pt x="453" y="346"/>
                        <a:pt x="453" y="346"/>
                      </a:cubicBezTo>
                      <a:cubicBezTo>
                        <a:pt x="466" y="338"/>
                        <a:pt x="466" y="338"/>
                        <a:pt x="466" y="338"/>
                      </a:cubicBezTo>
                      <a:cubicBezTo>
                        <a:pt x="469" y="333"/>
                        <a:pt x="472" y="331"/>
                        <a:pt x="472" y="331"/>
                      </a:cubicBezTo>
                      <a:cubicBezTo>
                        <a:pt x="473" y="331"/>
                        <a:pt x="476" y="330"/>
                        <a:pt x="481" y="329"/>
                      </a:cubicBezTo>
                      <a:cubicBezTo>
                        <a:pt x="491" y="335"/>
                        <a:pt x="491" y="335"/>
                        <a:pt x="491" y="335"/>
                      </a:cubicBezTo>
                      <a:cubicBezTo>
                        <a:pt x="494" y="343"/>
                        <a:pt x="494" y="343"/>
                        <a:pt x="494" y="343"/>
                      </a:cubicBezTo>
                      <a:cubicBezTo>
                        <a:pt x="500" y="345"/>
                        <a:pt x="500" y="345"/>
                        <a:pt x="500" y="345"/>
                      </a:cubicBezTo>
                      <a:cubicBezTo>
                        <a:pt x="500" y="353"/>
                        <a:pt x="500" y="353"/>
                        <a:pt x="500" y="353"/>
                      </a:cubicBezTo>
                      <a:cubicBezTo>
                        <a:pt x="507" y="364"/>
                        <a:pt x="507" y="364"/>
                        <a:pt x="507" y="364"/>
                      </a:cubicBezTo>
                      <a:cubicBezTo>
                        <a:pt x="528" y="365"/>
                        <a:pt x="528" y="365"/>
                        <a:pt x="528" y="365"/>
                      </a:cubicBezTo>
                      <a:cubicBezTo>
                        <a:pt x="531" y="369"/>
                        <a:pt x="531" y="369"/>
                        <a:pt x="531" y="369"/>
                      </a:cubicBezTo>
                      <a:cubicBezTo>
                        <a:pt x="537" y="369"/>
                        <a:pt x="537" y="369"/>
                        <a:pt x="537" y="369"/>
                      </a:cubicBezTo>
                      <a:cubicBezTo>
                        <a:pt x="541" y="377"/>
                        <a:pt x="541" y="377"/>
                        <a:pt x="541" y="377"/>
                      </a:cubicBezTo>
                      <a:cubicBezTo>
                        <a:pt x="541" y="382"/>
                        <a:pt x="541" y="382"/>
                        <a:pt x="541" y="382"/>
                      </a:cubicBezTo>
                      <a:cubicBezTo>
                        <a:pt x="536" y="384"/>
                        <a:pt x="536" y="384"/>
                        <a:pt x="536" y="384"/>
                      </a:cubicBezTo>
                      <a:cubicBezTo>
                        <a:pt x="535" y="381"/>
                        <a:pt x="535" y="381"/>
                        <a:pt x="535" y="381"/>
                      </a:cubicBezTo>
                      <a:cubicBezTo>
                        <a:pt x="531" y="379"/>
                        <a:pt x="531" y="379"/>
                        <a:pt x="531" y="379"/>
                      </a:cubicBezTo>
                      <a:cubicBezTo>
                        <a:pt x="533" y="383"/>
                        <a:pt x="533" y="383"/>
                        <a:pt x="533" y="383"/>
                      </a:cubicBezTo>
                      <a:cubicBezTo>
                        <a:pt x="531" y="388"/>
                        <a:pt x="531" y="388"/>
                        <a:pt x="531" y="388"/>
                      </a:cubicBezTo>
                      <a:cubicBezTo>
                        <a:pt x="530" y="396"/>
                        <a:pt x="530" y="396"/>
                        <a:pt x="530" y="396"/>
                      </a:cubicBezTo>
                      <a:cubicBezTo>
                        <a:pt x="521" y="403"/>
                        <a:pt x="521" y="403"/>
                        <a:pt x="521" y="403"/>
                      </a:cubicBezTo>
                      <a:cubicBezTo>
                        <a:pt x="521" y="395"/>
                        <a:pt x="521" y="395"/>
                        <a:pt x="521" y="395"/>
                      </a:cubicBezTo>
                      <a:cubicBezTo>
                        <a:pt x="519" y="393"/>
                        <a:pt x="519" y="393"/>
                        <a:pt x="519" y="393"/>
                      </a:cubicBezTo>
                      <a:cubicBezTo>
                        <a:pt x="518" y="393"/>
                        <a:pt x="518" y="393"/>
                        <a:pt x="518" y="393"/>
                      </a:cubicBezTo>
                      <a:cubicBezTo>
                        <a:pt x="518" y="406"/>
                        <a:pt x="518" y="406"/>
                        <a:pt x="518" y="406"/>
                      </a:cubicBezTo>
                      <a:cubicBezTo>
                        <a:pt x="513" y="412"/>
                        <a:pt x="513" y="412"/>
                        <a:pt x="513" y="412"/>
                      </a:cubicBezTo>
                      <a:cubicBezTo>
                        <a:pt x="515" y="417"/>
                        <a:pt x="515" y="417"/>
                        <a:pt x="515" y="417"/>
                      </a:cubicBezTo>
                      <a:cubicBezTo>
                        <a:pt x="517" y="419"/>
                        <a:pt x="517" y="419"/>
                        <a:pt x="517" y="419"/>
                      </a:cubicBezTo>
                      <a:cubicBezTo>
                        <a:pt x="518" y="416"/>
                        <a:pt x="518" y="416"/>
                        <a:pt x="518" y="416"/>
                      </a:cubicBezTo>
                      <a:cubicBezTo>
                        <a:pt x="524" y="418"/>
                        <a:pt x="524" y="418"/>
                        <a:pt x="524" y="418"/>
                      </a:cubicBezTo>
                      <a:cubicBezTo>
                        <a:pt x="529" y="415"/>
                        <a:pt x="529" y="415"/>
                        <a:pt x="529" y="415"/>
                      </a:cubicBezTo>
                      <a:cubicBezTo>
                        <a:pt x="531" y="410"/>
                        <a:pt x="531" y="410"/>
                        <a:pt x="531" y="410"/>
                      </a:cubicBezTo>
                      <a:cubicBezTo>
                        <a:pt x="535" y="412"/>
                        <a:pt x="535" y="412"/>
                        <a:pt x="535" y="412"/>
                      </a:cubicBezTo>
                      <a:cubicBezTo>
                        <a:pt x="545" y="408"/>
                        <a:pt x="545" y="408"/>
                        <a:pt x="545" y="408"/>
                      </a:cubicBezTo>
                      <a:cubicBezTo>
                        <a:pt x="547" y="408"/>
                        <a:pt x="547" y="408"/>
                        <a:pt x="547" y="408"/>
                      </a:cubicBezTo>
                      <a:cubicBezTo>
                        <a:pt x="551" y="404"/>
                        <a:pt x="551" y="404"/>
                        <a:pt x="551" y="404"/>
                      </a:cubicBezTo>
                      <a:cubicBezTo>
                        <a:pt x="550" y="405"/>
                        <a:pt x="550" y="405"/>
                        <a:pt x="550" y="405"/>
                      </a:cubicBezTo>
                      <a:cubicBezTo>
                        <a:pt x="547" y="402"/>
                        <a:pt x="547" y="402"/>
                        <a:pt x="547" y="402"/>
                      </a:cubicBezTo>
                      <a:cubicBezTo>
                        <a:pt x="547" y="399"/>
                        <a:pt x="547" y="399"/>
                        <a:pt x="547" y="399"/>
                      </a:cubicBezTo>
                      <a:cubicBezTo>
                        <a:pt x="549" y="396"/>
                        <a:pt x="549" y="396"/>
                        <a:pt x="549" y="396"/>
                      </a:cubicBezTo>
                      <a:cubicBezTo>
                        <a:pt x="567" y="396"/>
                        <a:pt x="567" y="396"/>
                        <a:pt x="567" y="396"/>
                      </a:cubicBezTo>
                      <a:cubicBezTo>
                        <a:pt x="574" y="391"/>
                        <a:pt x="574" y="391"/>
                        <a:pt x="574" y="391"/>
                      </a:cubicBezTo>
                      <a:cubicBezTo>
                        <a:pt x="584" y="376"/>
                        <a:pt x="584" y="376"/>
                        <a:pt x="584" y="376"/>
                      </a:cubicBezTo>
                      <a:cubicBezTo>
                        <a:pt x="619" y="375"/>
                        <a:pt x="619" y="375"/>
                        <a:pt x="619" y="375"/>
                      </a:cubicBezTo>
                      <a:cubicBezTo>
                        <a:pt x="633" y="361"/>
                        <a:pt x="633" y="361"/>
                        <a:pt x="633" y="361"/>
                      </a:cubicBezTo>
                      <a:cubicBezTo>
                        <a:pt x="648" y="353"/>
                        <a:pt x="648" y="353"/>
                        <a:pt x="648" y="353"/>
                      </a:cubicBezTo>
                      <a:cubicBezTo>
                        <a:pt x="653" y="362"/>
                        <a:pt x="653" y="362"/>
                        <a:pt x="653" y="362"/>
                      </a:cubicBezTo>
                      <a:cubicBezTo>
                        <a:pt x="658" y="368"/>
                        <a:pt x="658" y="368"/>
                        <a:pt x="658" y="368"/>
                      </a:cubicBezTo>
                      <a:cubicBezTo>
                        <a:pt x="660" y="378"/>
                        <a:pt x="660" y="378"/>
                        <a:pt x="660" y="378"/>
                      </a:cubicBezTo>
                      <a:cubicBezTo>
                        <a:pt x="663" y="382"/>
                        <a:pt x="663" y="382"/>
                        <a:pt x="663" y="382"/>
                      </a:cubicBezTo>
                      <a:cubicBezTo>
                        <a:pt x="673" y="377"/>
                        <a:pt x="673" y="377"/>
                        <a:pt x="673" y="377"/>
                      </a:cubicBezTo>
                      <a:cubicBezTo>
                        <a:pt x="678" y="373"/>
                        <a:pt x="678" y="373"/>
                        <a:pt x="678" y="373"/>
                      </a:cubicBezTo>
                      <a:cubicBezTo>
                        <a:pt x="677" y="379"/>
                        <a:pt x="677" y="379"/>
                        <a:pt x="677" y="379"/>
                      </a:cubicBezTo>
                      <a:cubicBezTo>
                        <a:pt x="687" y="379"/>
                        <a:pt x="687" y="379"/>
                        <a:pt x="687" y="379"/>
                      </a:cubicBezTo>
                      <a:cubicBezTo>
                        <a:pt x="683" y="381"/>
                        <a:pt x="683" y="381"/>
                        <a:pt x="683" y="381"/>
                      </a:cubicBezTo>
                      <a:cubicBezTo>
                        <a:pt x="679" y="381"/>
                        <a:pt x="679" y="381"/>
                        <a:pt x="679" y="381"/>
                      </a:cubicBezTo>
                      <a:cubicBezTo>
                        <a:pt x="668" y="389"/>
                        <a:pt x="668" y="389"/>
                        <a:pt x="668" y="389"/>
                      </a:cubicBezTo>
                      <a:cubicBezTo>
                        <a:pt x="667" y="394"/>
                        <a:pt x="667" y="394"/>
                        <a:pt x="667" y="394"/>
                      </a:cubicBezTo>
                      <a:cubicBezTo>
                        <a:pt x="669" y="396"/>
                        <a:pt x="669" y="396"/>
                        <a:pt x="669" y="396"/>
                      </a:cubicBezTo>
                      <a:cubicBezTo>
                        <a:pt x="669" y="399"/>
                        <a:pt x="669" y="399"/>
                        <a:pt x="669" y="399"/>
                      </a:cubicBezTo>
                      <a:cubicBezTo>
                        <a:pt x="674" y="399"/>
                        <a:pt x="674" y="399"/>
                        <a:pt x="674" y="399"/>
                      </a:cubicBezTo>
                      <a:cubicBezTo>
                        <a:pt x="686" y="388"/>
                        <a:pt x="686" y="388"/>
                        <a:pt x="686" y="388"/>
                      </a:cubicBezTo>
                      <a:cubicBezTo>
                        <a:pt x="691" y="385"/>
                        <a:pt x="691" y="385"/>
                        <a:pt x="691" y="385"/>
                      </a:cubicBezTo>
                      <a:cubicBezTo>
                        <a:pt x="701" y="383"/>
                        <a:pt x="701" y="383"/>
                        <a:pt x="701" y="383"/>
                      </a:cubicBezTo>
                      <a:cubicBezTo>
                        <a:pt x="709" y="379"/>
                        <a:pt x="709" y="379"/>
                        <a:pt x="709" y="379"/>
                      </a:cubicBezTo>
                      <a:cubicBezTo>
                        <a:pt x="704" y="374"/>
                        <a:pt x="704" y="374"/>
                        <a:pt x="704" y="374"/>
                      </a:cubicBezTo>
                      <a:cubicBezTo>
                        <a:pt x="697" y="376"/>
                        <a:pt x="697" y="376"/>
                        <a:pt x="697" y="376"/>
                      </a:cubicBezTo>
                      <a:cubicBezTo>
                        <a:pt x="692" y="376"/>
                        <a:pt x="692" y="376"/>
                        <a:pt x="692" y="376"/>
                      </a:cubicBezTo>
                      <a:cubicBezTo>
                        <a:pt x="687" y="372"/>
                        <a:pt x="687" y="372"/>
                        <a:pt x="687" y="372"/>
                      </a:cubicBezTo>
                      <a:cubicBezTo>
                        <a:pt x="685" y="372"/>
                        <a:pt x="685" y="372"/>
                        <a:pt x="685" y="372"/>
                      </a:cubicBezTo>
                      <a:cubicBezTo>
                        <a:pt x="681" y="367"/>
                        <a:pt x="681" y="367"/>
                        <a:pt x="681" y="367"/>
                      </a:cubicBezTo>
                      <a:cubicBezTo>
                        <a:pt x="678" y="360"/>
                        <a:pt x="678" y="360"/>
                        <a:pt x="678" y="360"/>
                      </a:cubicBezTo>
                      <a:cubicBezTo>
                        <a:pt x="678" y="355"/>
                        <a:pt x="678" y="355"/>
                        <a:pt x="678" y="355"/>
                      </a:cubicBezTo>
                      <a:cubicBezTo>
                        <a:pt x="677" y="352"/>
                        <a:pt x="677" y="352"/>
                        <a:pt x="677" y="352"/>
                      </a:cubicBezTo>
                      <a:cubicBezTo>
                        <a:pt x="678" y="346"/>
                        <a:pt x="678" y="346"/>
                        <a:pt x="678" y="346"/>
                      </a:cubicBezTo>
                      <a:cubicBezTo>
                        <a:pt x="674" y="348"/>
                        <a:pt x="674" y="348"/>
                        <a:pt x="674" y="348"/>
                      </a:cubicBezTo>
                      <a:cubicBezTo>
                        <a:pt x="671" y="345"/>
                        <a:pt x="671" y="345"/>
                        <a:pt x="671" y="345"/>
                      </a:cubicBezTo>
                      <a:cubicBezTo>
                        <a:pt x="666" y="344"/>
                        <a:pt x="666" y="344"/>
                        <a:pt x="666" y="344"/>
                      </a:cubicBezTo>
                      <a:cubicBezTo>
                        <a:pt x="670" y="342"/>
                        <a:pt x="670" y="342"/>
                        <a:pt x="670" y="342"/>
                      </a:cubicBezTo>
                      <a:cubicBezTo>
                        <a:pt x="675" y="344"/>
                        <a:pt x="675" y="344"/>
                        <a:pt x="675" y="344"/>
                      </a:cubicBezTo>
                      <a:cubicBezTo>
                        <a:pt x="679" y="342"/>
                        <a:pt x="679" y="342"/>
                        <a:pt x="679" y="342"/>
                      </a:cubicBezTo>
                      <a:cubicBezTo>
                        <a:pt x="684" y="336"/>
                        <a:pt x="684" y="336"/>
                        <a:pt x="684" y="336"/>
                      </a:cubicBezTo>
                      <a:cubicBezTo>
                        <a:pt x="685" y="330"/>
                        <a:pt x="685" y="330"/>
                        <a:pt x="685" y="330"/>
                      </a:cubicBezTo>
                      <a:cubicBezTo>
                        <a:pt x="682" y="327"/>
                        <a:pt x="682" y="327"/>
                        <a:pt x="682" y="327"/>
                      </a:cubicBezTo>
                      <a:cubicBezTo>
                        <a:pt x="671" y="327"/>
                        <a:pt x="671" y="327"/>
                        <a:pt x="671" y="327"/>
                      </a:cubicBezTo>
                      <a:cubicBezTo>
                        <a:pt x="649" y="337"/>
                        <a:pt x="649" y="337"/>
                        <a:pt x="649" y="337"/>
                      </a:cubicBezTo>
                      <a:cubicBezTo>
                        <a:pt x="633" y="350"/>
                        <a:pt x="633" y="350"/>
                        <a:pt x="633" y="350"/>
                      </a:cubicBezTo>
                      <a:cubicBezTo>
                        <a:pt x="643" y="334"/>
                        <a:pt x="643" y="334"/>
                        <a:pt x="643" y="334"/>
                      </a:cubicBezTo>
                      <a:cubicBezTo>
                        <a:pt x="657" y="326"/>
                        <a:pt x="657" y="326"/>
                        <a:pt x="657" y="326"/>
                      </a:cubicBezTo>
                      <a:cubicBezTo>
                        <a:pt x="662" y="316"/>
                        <a:pt x="662" y="316"/>
                        <a:pt x="662" y="316"/>
                      </a:cubicBezTo>
                      <a:cubicBezTo>
                        <a:pt x="669" y="312"/>
                        <a:pt x="669" y="312"/>
                        <a:pt x="669" y="312"/>
                      </a:cubicBezTo>
                      <a:cubicBezTo>
                        <a:pt x="681" y="313"/>
                        <a:pt x="681" y="313"/>
                        <a:pt x="681" y="313"/>
                      </a:cubicBezTo>
                      <a:cubicBezTo>
                        <a:pt x="686" y="312"/>
                        <a:pt x="686" y="312"/>
                        <a:pt x="686" y="312"/>
                      </a:cubicBezTo>
                      <a:cubicBezTo>
                        <a:pt x="693" y="314"/>
                        <a:pt x="693" y="314"/>
                        <a:pt x="693" y="314"/>
                      </a:cubicBezTo>
                      <a:cubicBezTo>
                        <a:pt x="703" y="313"/>
                        <a:pt x="703" y="313"/>
                        <a:pt x="703" y="313"/>
                      </a:cubicBezTo>
                      <a:cubicBezTo>
                        <a:pt x="711" y="317"/>
                        <a:pt x="711" y="317"/>
                        <a:pt x="711" y="317"/>
                      </a:cubicBezTo>
                      <a:cubicBezTo>
                        <a:pt x="717" y="316"/>
                        <a:pt x="717" y="316"/>
                        <a:pt x="717" y="316"/>
                      </a:cubicBezTo>
                      <a:cubicBezTo>
                        <a:pt x="723" y="313"/>
                        <a:pt x="723" y="313"/>
                        <a:pt x="723" y="313"/>
                      </a:cubicBezTo>
                      <a:cubicBezTo>
                        <a:pt x="731" y="304"/>
                        <a:pt x="731" y="304"/>
                        <a:pt x="731" y="304"/>
                      </a:cubicBezTo>
                      <a:lnTo>
                        <a:pt x="732" y="299"/>
                      </a:lnTo>
                      <a:close/>
                      <a:moveTo>
                        <a:pt x="202" y="103"/>
                      </a:moveTo>
                      <a:cubicBezTo>
                        <a:pt x="198" y="100"/>
                        <a:pt x="198" y="100"/>
                        <a:pt x="198" y="100"/>
                      </a:cubicBezTo>
                      <a:cubicBezTo>
                        <a:pt x="183" y="112"/>
                        <a:pt x="183" y="112"/>
                        <a:pt x="183" y="112"/>
                      </a:cubicBezTo>
                      <a:cubicBezTo>
                        <a:pt x="177" y="112"/>
                        <a:pt x="177" y="112"/>
                        <a:pt x="177" y="112"/>
                      </a:cubicBezTo>
                      <a:cubicBezTo>
                        <a:pt x="177" y="110"/>
                        <a:pt x="177" y="110"/>
                        <a:pt x="177" y="110"/>
                      </a:cubicBezTo>
                      <a:cubicBezTo>
                        <a:pt x="188" y="102"/>
                        <a:pt x="188" y="102"/>
                        <a:pt x="188" y="102"/>
                      </a:cubicBezTo>
                      <a:cubicBezTo>
                        <a:pt x="188" y="99"/>
                        <a:pt x="188" y="99"/>
                        <a:pt x="188" y="99"/>
                      </a:cubicBezTo>
                      <a:cubicBezTo>
                        <a:pt x="182" y="99"/>
                        <a:pt x="182" y="99"/>
                        <a:pt x="182" y="99"/>
                      </a:cubicBezTo>
                      <a:cubicBezTo>
                        <a:pt x="177" y="101"/>
                        <a:pt x="177" y="101"/>
                        <a:pt x="177" y="101"/>
                      </a:cubicBezTo>
                      <a:cubicBezTo>
                        <a:pt x="172" y="107"/>
                        <a:pt x="172" y="107"/>
                        <a:pt x="172" y="107"/>
                      </a:cubicBezTo>
                      <a:cubicBezTo>
                        <a:pt x="170" y="107"/>
                        <a:pt x="170" y="107"/>
                        <a:pt x="170" y="107"/>
                      </a:cubicBezTo>
                      <a:cubicBezTo>
                        <a:pt x="166" y="102"/>
                        <a:pt x="166" y="102"/>
                        <a:pt x="166" y="102"/>
                      </a:cubicBezTo>
                      <a:cubicBezTo>
                        <a:pt x="159" y="102"/>
                        <a:pt x="159" y="102"/>
                        <a:pt x="159" y="102"/>
                      </a:cubicBezTo>
                      <a:cubicBezTo>
                        <a:pt x="156" y="99"/>
                        <a:pt x="156" y="99"/>
                        <a:pt x="156" y="99"/>
                      </a:cubicBezTo>
                      <a:cubicBezTo>
                        <a:pt x="161" y="96"/>
                        <a:pt x="161" y="96"/>
                        <a:pt x="161" y="96"/>
                      </a:cubicBezTo>
                      <a:cubicBezTo>
                        <a:pt x="165" y="93"/>
                        <a:pt x="168" y="91"/>
                        <a:pt x="168" y="91"/>
                      </a:cubicBezTo>
                      <a:cubicBezTo>
                        <a:pt x="169" y="91"/>
                        <a:pt x="173" y="92"/>
                        <a:pt x="179" y="93"/>
                      </a:cubicBezTo>
                      <a:cubicBezTo>
                        <a:pt x="181" y="90"/>
                        <a:pt x="181" y="90"/>
                        <a:pt x="181" y="90"/>
                      </a:cubicBezTo>
                      <a:cubicBezTo>
                        <a:pt x="180" y="88"/>
                        <a:pt x="180" y="88"/>
                        <a:pt x="180" y="88"/>
                      </a:cubicBezTo>
                      <a:cubicBezTo>
                        <a:pt x="171" y="86"/>
                        <a:pt x="171" y="86"/>
                        <a:pt x="171" y="86"/>
                      </a:cubicBezTo>
                      <a:cubicBezTo>
                        <a:pt x="167" y="87"/>
                        <a:pt x="167" y="87"/>
                        <a:pt x="167" y="87"/>
                      </a:cubicBezTo>
                      <a:cubicBezTo>
                        <a:pt x="155" y="87"/>
                        <a:pt x="155" y="87"/>
                        <a:pt x="155" y="87"/>
                      </a:cubicBezTo>
                      <a:cubicBezTo>
                        <a:pt x="153" y="87"/>
                        <a:pt x="153" y="87"/>
                        <a:pt x="153" y="87"/>
                      </a:cubicBezTo>
                      <a:cubicBezTo>
                        <a:pt x="169" y="78"/>
                        <a:pt x="169" y="78"/>
                        <a:pt x="169" y="78"/>
                      </a:cubicBezTo>
                      <a:cubicBezTo>
                        <a:pt x="180" y="77"/>
                        <a:pt x="180" y="77"/>
                        <a:pt x="180" y="77"/>
                      </a:cubicBezTo>
                      <a:cubicBezTo>
                        <a:pt x="196" y="67"/>
                        <a:pt x="196" y="67"/>
                        <a:pt x="196" y="67"/>
                      </a:cubicBezTo>
                      <a:cubicBezTo>
                        <a:pt x="203" y="67"/>
                        <a:pt x="203" y="67"/>
                        <a:pt x="203" y="67"/>
                      </a:cubicBezTo>
                      <a:cubicBezTo>
                        <a:pt x="203" y="70"/>
                        <a:pt x="203" y="70"/>
                        <a:pt x="203" y="70"/>
                      </a:cubicBezTo>
                      <a:cubicBezTo>
                        <a:pt x="191" y="81"/>
                        <a:pt x="191" y="81"/>
                        <a:pt x="191" y="81"/>
                      </a:cubicBezTo>
                      <a:cubicBezTo>
                        <a:pt x="191" y="84"/>
                        <a:pt x="191" y="84"/>
                        <a:pt x="191" y="84"/>
                      </a:cubicBezTo>
                      <a:cubicBezTo>
                        <a:pt x="197" y="87"/>
                        <a:pt x="197" y="87"/>
                        <a:pt x="197" y="87"/>
                      </a:cubicBezTo>
                      <a:cubicBezTo>
                        <a:pt x="207" y="86"/>
                        <a:pt x="207" y="86"/>
                        <a:pt x="207" y="86"/>
                      </a:cubicBezTo>
                      <a:cubicBezTo>
                        <a:pt x="211" y="81"/>
                        <a:pt x="213" y="79"/>
                        <a:pt x="214" y="79"/>
                      </a:cubicBezTo>
                      <a:cubicBezTo>
                        <a:pt x="220" y="79"/>
                        <a:pt x="220" y="79"/>
                        <a:pt x="220" y="79"/>
                      </a:cubicBezTo>
                      <a:cubicBezTo>
                        <a:pt x="205" y="103"/>
                        <a:pt x="205" y="103"/>
                        <a:pt x="205" y="103"/>
                      </a:cubicBezTo>
                      <a:lnTo>
                        <a:pt x="202" y="103"/>
                      </a:lnTo>
                      <a:close/>
                      <a:moveTo>
                        <a:pt x="273" y="158"/>
                      </a:moveTo>
                      <a:cubicBezTo>
                        <a:pt x="259" y="159"/>
                        <a:pt x="259" y="159"/>
                        <a:pt x="259" y="159"/>
                      </a:cubicBezTo>
                      <a:cubicBezTo>
                        <a:pt x="253" y="168"/>
                        <a:pt x="253" y="168"/>
                        <a:pt x="253" y="168"/>
                      </a:cubicBezTo>
                      <a:cubicBezTo>
                        <a:pt x="250" y="168"/>
                        <a:pt x="250" y="168"/>
                        <a:pt x="250" y="168"/>
                      </a:cubicBezTo>
                      <a:cubicBezTo>
                        <a:pt x="239" y="167"/>
                        <a:pt x="239" y="167"/>
                        <a:pt x="239" y="167"/>
                      </a:cubicBezTo>
                      <a:cubicBezTo>
                        <a:pt x="235" y="171"/>
                        <a:pt x="235" y="171"/>
                        <a:pt x="235" y="171"/>
                      </a:cubicBezTo>
                      <a:cubicBezTo>
                        <a:pt x="221" y="171"/>
                        <a:pt x="221" y="171"/>
                        <a:pt x="221" y="171"/>
                      </a:cubicBezTo>
                      <a:cubicBezTo>
                        <a:pt x="213" y="164"/>
                        <a:pt x="213" y="164"/>
                        <a:pt x="213" y="164"/>
                      </a:cubicBezTo>
                      <a:cubicBezTo>
                        <a:pt x="208" y="161"/>
                        <a:pt x="208" y="161"/>
                        <a:pt x="208" y="161"/>
                      </a:cubicBezTo>
                      <a:cubicBezTo>
                        <a:pt x="208" y="160"/>
                        <a:pt x="208" y="160"/>
                        <a:pt x="208" y="160"/>
                      </a:cubicBezTo>
                      <a:cubicBezTo>
                        <a:pt x="221" y="161"/>
                        <a:pt x="221" y="161"/>
                        <a:pt x="221" y="161"/>
                      </a:cubicBezTo>
                      <a:cubicBezTo>
                        <a:pt x="224" y="157"/>
                        <a:pt x="224" y="157"/>
                        <a:pt x="224" y="157"/>
                      </a:cubicBezTo>
                      <a:cubicBezTo>
                        <a:pt x="232" y="156"/>
                        <a:pt x="232" y="156"/>
                        <a:pt x="232" y="156"/>
                      </a:cubicBezTo>
                      <a:cubicBezTo>
                        <a:pt x="233" y="154"/>
                        <a:pt x="233" y="154"/>
                        <a:pt x="233" y="154"/>
                      </a:cubicBezTo>
                      <a:cubicBezTo>
                        <a:pt x="223" y="138"/>
                        <a:pt x="223" y="138"/>
                        <a:pt x="223" y="138"/>
                      </a:cubicBezTo>
                      <a:cubicBezTo>
                        <a:pt x="224" y="135"/>
                        <a:pt x="224" y="135"/>
                        <a:pt x="224" y="135"/>
                      </a:cubicBezTo>
                      <a:cubicBezTo>
                        <a:pt x="231" y="140"/>
                        <a:pt x="231" y="140"/>
                        <a:pt x="231" y="140"/>
                      </a:cubicBezTo>
                      <a:cubicBezTo>
                        <a:pt x="234" y="141"/>
                        <a:pt x="234" y="141"/>
                        <a:pt x="234" y="141"/>
                      </a:cubicBezTo>
                      <a:cubicBezTo>
                        <a:pt x="236" y="146"/>
                        <a:pt x="236" y="146"/>
                        <a:pt x="236" y="146"/>
                      </a:cubicBezTo>
                      <a:cubicBezTo>
                        <a:pt x="249" y="154"/>
                        <a:pt x="249" y="154"/>
                        <a:pt x="249" y="154"/>
                      </a:cubicBezTo>
                      <a:cubicBezTo>
                        <a:pt x="253" y="154"/>
                        <a:pt x="255" y="154"/>
                        <a:pt x="255" y="154"/>
                      </a:cubicBezTo>
                      <a:cubicBezTo>
                        <a:pt x="256" y="153"/>
                        <a:pt x="258" y="152"/>
                        <a:pt x="260" y="150"/>
                      </a:cubicBezTo>
                      <a:cubicBezTo>
                        <a:pt x="261" y="150"/>
                        <a:pt x="265" y="150"/>
                        <a:pt x="272" y="150"/>
                      </a:cubicBezTo>
                      <a:cubicBezTo>
                        <a:pt x="285" y="153"/>
                        <a:pt x="285" y="153"/>
                        <a:pt x="285" y="153"/>
                      </a:cubicBezTo>
                      <a:lnTo>
                        <a:pt x="273" y="158"/>
                      </a:lnTo>
                      <a:close/>
                      <a:moveTo>
                        <a:pt x="403" y="308"/>
                      </a:moveTo>
                      <a:cubicBezTo>
                        <a:pt x="395" y="313"/>
                        <a:pt x="395" y="313"/>
                        <a:pt x="395" y="313"/>
                      </a:cubicBezTo>
                      <a:cubicBezTo>
                        <a:pt x="394" y="309"/>
                        <a:pt x="394" y="309"/>
                        <a:pt x="394" y="309"/>
                      </a:cubicBezTo>
                      <a:cubicBezTo>
                        <a:pt x="396" y="302"/>
                        <a:pt x="396" y="302"/>
                        <a:pt x="396" y="302"/>
                      </a:cubicBezTo>
                      <a:cubicBezTo>
                        <a:pt x="391" y="294"/>
                        <a:pt x="391" y="294"/>
                        <a:pt x="391" y="294"/>
                      </a:cubicBezTo>
                      <a:cubicBezTo>
                        <a:pt x="387" y="297"/>
                        <a:pt x="387" y="297"/>
                        <a:pt x="387" y="297"/>
                      </a:cubicBezTo>
                      <a:cubicBezTo>
                        <a:pt x="380" y="286"/>
                        <a:pt x="380" y="286"/>
                        <a:pt x="380" y="286"/>
                      </a:cubicBezTo>
                      <a:cubicBezTo>
                        <a:pt x="381" y="281"/>
                        <a:pt x="381" y="281"/>
                        <a:pt x="381" y="281"/>
                      </a:cubicBezTo>
                      <a:cubicBezTo>
                        <a:pt x="375" y="273"/>
                        <a:pt x="375" y="273"/>
                        <a:pt x="375" y="273"/>
                      </a:cubicBezTo>
                      <a:cubicBezTo>
                        <a:pt x="375" y="270"/>
                        <a:pt x="375" y="270"/>
                        <a:pt x="375" y="270"/>
                      </a:cubicBezTo>
                      <a:cubicBezTo>
                        <a:pt x="385" y="258"/>
                        <a:pt x="385" y="258"/>
                        <a:pt x="385" y="258"/>
                      </a:cubicBezTo>
                      <a:cubicBezTo>
                        <a:pt x="386" y="274"/>
                        <a:pt x="386" y="274"/>
                        <a:pt x="386" y="274"/>
                      </a:cubicBezTo>
                      <a:cubicBezTo>
                        <a:pt x="397" y="287"/>
                        <a:pt x="397" y="287"/>
                        <a:pt x="397" y="287"/>
                      </a:cubicBezTo>
                      <a:cubicBezTo>
                        <a:pt x="398" y="293"/>
                        <a:pt x="398" y="293"/>
                        <a:pt x="398" y="293"/>
                      </a:cubicBezTo>
                      <a:cubicBezTo>
                        <a:pt x="404" y="300"/>
                        <a:pt x="404" y="300"/>
                        <a:pt x="404" y="300"/>
                      </a:cubicBezTo>
                      <a:lnTo>
                        <a:pt x="403" y="308"/>
                      </a:lnTo>
                      <a:close/>
                    </a:path>
                  </a:pathLst>
                </a:custGeom>
                <a:grpFill/>
                <a:ln w="12700" cap="rnd" cmpd="sng">
                  <a:solidFill>
                    <a:srgbClr val="FFFCF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lang="en-GB" sz="900" b="0" i="0" u="none" strike="noStrike" cap="none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60520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timelin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00" y="278414"/>
            <a:ext cx="5778000" cy="3462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fr-FR"/>
              <a:t>Timeline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3842C6E-220F-403A-8CA6-0DCA0A6F30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1759" y="407332"/>
            <a:ext cx="4752742" cy="187424"/>
          </a:xfrm>
        </p:spPr>
        <p:txBody>
          <a:bodyPr/>
          <a:lstStyle>
            <a:lvl1pPr algn="r">
              <a:defRPr sz="1200" b="0"/>
            </a:lvl1pPr>
            <a:lvl2pPr algn="r">
              <a:defRPr/>
            </a:lvl2pPr>
            <a:lvl3pPr algn="r">
              <a:lnSpc>
                <a:spcPct val="110000"/>
              </a:lnSpc>
              <a:defRPr sz="1200"/>
            </a:lvl3pPr>
            <a:lvl4pPr algn="r">
              <a:lnSpc>
                <a:spcPct val="110000"/>
              </a:lnSpc>
              <a:defRPr sz="1200"/>
            </a:lvl4pPr>
            <a:lvl5pPr algn="r">
              <a:lnSpc>
                <a:spcPct val="110000"/>
              </a:lnSpc>
              <a:defRPr sz="1200"/>
            </a:lvl5pPr>
          </a:lstStyle>
          <a:p>
            <a:pPr lvl="4"/>
            <a:r>
              <a:rPr lang="fr-FR" err="1"/>
              <a:t>Subtitle</a:t>
            </a:r>
            <a:endParaRPr lang="fr-FR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3F393267-1B1B-4BD5-901F-AABF754223E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300039" y="5900960"/>
            <a:ext cx="168000" cy="168000"/>
          </a:xfrm>
          <a:prstGeom prst="ellipse">
            <a:avLst/>
          </a:prstGeom>
          <a:solidFill>
            <a:srgbClr val="151A48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14" name="Espace réservé du texte 46">
            <a:extLst>
              <a:ext uri="{FF2B5EF4-FFF2-40B4-BE49-F238E27FC236}">
                <a16:creationId xmlns:a16="http://schemas.microsoft.com/office/drawing/2014/main" id="{553D9920-A23F-4D9E-9CA7-A531ABE20F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1624" y="5892627"/>
            <a:ext cx="1536000" cy="184666"/>
          </a:xfrm>
        </p:spPr>
        <p:txBody>
          <a:bodyPr bIns="0"/>
          <a:lstStyle>
            <a:lvl1pPr>
              <a:lnSpc>
                <a:spcPct val="100000"/>
              </a:lnSpc>
              <a:defRPr sz="1200" cap="none" baseline="0">
                <a:solidFill>
                  <a:srgbClr val="151A48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rgbClr val="151A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F9AA18AA-81C4-4986-A01A-6183AA649AFD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2203207" y="5900960"/>
            <a:ext cx="168000" cy="168000"/>
          </a:xfrm>
          <a:prstGeom prst="ellipse">
            <a:avLst/>
          </a:prstGeom>
          <a:solidFill>
            <a:srgbClr val="154B92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16" name="Espace réservé du texte 46">
            <a:extLst>
              <a:ext uri="{FF2B5EF4-FFF2-40B4-BE49-F238E27FC236}">
                <a16:creationId xmlns:a16="http://schemas.microsoft.com/office/drawing/2014/main" id="{A0B6FAA2-7C12-455C-8EB9-F606005F0A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44794" y="5892627"/>
            <a:ext cx="1536000" cy="184666"/>
          </a:xfrm>
        </p:spPr>
        <p:txBody>
          <a:bodyPr bIns="0"/>
          <a:lstStyle>
            <a:lvl1pPr>
              <a:lnSpc>
                <a:spcPct val="100000"/>
              </a:lnSpc>
              <a:defRPr sz="1200" cap="none" baseline="0">
                <a:solidFill>
                  <a:srgbClr val="154B92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rgbClr val="154B92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7" name="Espace réservé du texte 6">
            <a:extLst>
              <a:ext uri="{FF2B5EF4-FFF2-40B4-BE49-F238E27FC236}">
                <a16:creationId xmlns:a16="http://schemas.microsoft.com/office/drawing/2014/main" id="{B7F403C2-DC43-4919-B6DA-1D015AE490D9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4116536" y="5900960"/>
            <a:ext cx="168000" cy="168000"/>
          </a:xfrm>
          <a:prstGeom prst="ellipse">
            <a:avLst/>
          </a:prstGeom>
          <a:solidFill>
            <a:schemeClr val="accent1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18" name="Espace réservé du texte 46">
            <a:extLst>
              <a:ext uri="{FF2B5EF4-FFF2-40B4-BE49-F238E27FC236}">
                <a16:creationId xmlns:a16="http://schemas.microsoft.com/office/drawing/2014/main" id="{25D284D2-915A-4364-BB20-1B0DAF163C0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58123" y="5892627"/>
            <a:ext cx="1536000" cy="184666"/>
          </a:xfrm>
        </p:spPr>
        <p:txBody>
          <a:bodyPr bIns="0"/>
          <a:lstStyle>
            <a:lvl1pPr>
              <a:lnSpc>
                <a:spcPct val="100000"/>
              </a:lnSpc>
              <a:defRPr sz="1200" cap="none" baseline="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4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4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6559AEEA-3FD6-4A0D-AC2B-49B293D502A9}"/>
              </a:ext>
            </a:extLst>
          </p:cNvPr>
          <p:cNvSpPr>
            <a:spLocks noGrp="1" noChangeAspect="1"/>
          </p:cNvSpPr>
          <p:nvPr>
            <p:ph type="body" sz="quarter" idx="51" hasCustomPrompt="1"/>
          </p:nvPr>
        </p:nvSpPr>
        <p:spPr>
          <a:xfrm>
            <a:off x="6056293" y="5900960"/>
            <a:ext cx="168000" cy="168000"/>
          </a:xfrm>
          <a:prstGeom prst="ellipse">
            <a:avLst/>
          </a:prstGeom>
          <a:solidFill>
            <a:srgbClr val="8FC6E2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31" name="Espace réservé du texte 46">
            <a:extLst>
              <a:ext uri="{FF2B5EF4-FFF2-40B4-BE49-F238E27FC236}">
                <a16:creationId xmlns:a16="http://schemas.microsoft.com/office/drawing/2014/main" id="{F97A83F8-B73F-4011-B203-6BC6B626679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97879" y="5892627"/>
            <a:ext cx="1536000" cy="184666"/>
          </a:xfrm>
        </p:spPr>
        <p:txBody>
          <a:bodyPr bIns="0"/>
          <a:lstStyle>
            <a:lvl1pPr>
              <a:lnSpc>
                <a:spcPct val="100000"/>
              </a:lnSpc>
              <a:defRPr sz="1200" cap="none" baseline="0">
                <a:solidFill>
                  <a:srgbClr val="8FC6E2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rgbClr val="8FC6E2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4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4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fr-FR"/>
              <a:t>Texte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025A1CFF-0A2A-4483-B6FE-8546759046E1}"/>
              </a:ext>
            </a:extLst>
          </p:cNvPr>
          <p:cNvCxnSpPr>
            <a:cxnSpLocks/>
          </p:cNvCxnSpPr>
          <p:nvPr/>
        </p:nvCxnSpPr>
        <p:spPr>
          <a:xfrm>
            <a:off x="339003" y="3431420"/>
            <a:ext cx="1151399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space réservé du texte 6">
            <a:extLst>
              <a:ext uri="{FF2B5EF4-FFF2-40B4-BE49-F238E27FC236}">
                <a16:creationId xmlns:a16="http://schemas.microsoft.com/office/drawing/2014/main" id="{488089BB-6252-4126-86B4-DA135DE1F31E}"/>
              </a:ext>
            </a:extLst>
          </p:cNvPr>
          <p:cNvSpPr>
            <a:spLocks noGrp="1" noChangeAspect="1"/>
          </p:cNvSpPr>
          <p:nvPr>
            <p:ph type="body" sz="quarter" idx="53" hasCustomPrompt="1"/>
          </p:nvPr>
        </p:nvSpPr>
        <p:spPr>
          <a:xfrm>
            <a:off x="496353" y="3347420"/>
            <a:ext cx="168000" cy="168000"/>
          </a:xfrm>
          <a:prstGeom prst="ellipse">
            <a:avLst/>
          </a:prstGeom>
          <a:solidFill>
            <a:srgbClr val="151A48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62" name="Espace réservé du texte 46">
            <a:extLst>
              <a:ext uri="{FF2B5EF4-FFF2-40B4-BE49-F238E27FC236}">
                <a16:creationId xmlns:a16="http://schemas.microsoft.com/office/drawing/2014/main" id="{9AEA8BD7-5918-419C-A66F-95D8431B742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96352" y="3685745"/>
            <a:ext cx="994588" cy="753668"/>
          </a:xfrm>
        </p:spPr>
        <p:txBody>
          <a:bodyPr bIns="0"/>
          <a:lstStyle>
            <a:lvl1pPr>
              <a:lnSpc>
                <a:spcPct val="100000"/>
              </a:lnSpc>
              <a:defRPr sz="1200" cap="none" baseline="0">
                <a:solidFill>
                  <a:srgbClr val="151A48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rgbClr val="151A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1"/>
                </a:solidFill>
              </a:defRPr>
            </a:lvl5pPr>
          </a:lstStyle>
          <a:p>
            <a:r>
              <a:rPr lang="en-US" sz="1200">
                <a:solidFill>
                  <a:srgbClr val="151A48"/>
                </a:solidFill>
              </a:rPr>
              <a:t>Lorem ipsum dolor sit </a:t>
            </a:r>
            <a:r>
              <a:rPr lang="en-US" sz="1200" err="1">
                <a:solidFill>
                  <a:srgbClr val="151A48"/>
                </a:solidFill>
              </a:rPr>
              <a:t>amet</a:t>
            </a:r>
            <a:r>
              <a:rPr lang="en-US" sz="1200">
                <a:solidFill>
                  <a:srgbClr val="151A48"/>
                </a:solidFill>
              </a:rPr>
              <a:t>, </a:t>
            </a:r>
            <a:r>
              <a:rPr lang="en-US" sz="1200" err="1">
                <a:solidFill>
                  <a:srgbClr val="151A48"/>
                </a:solidFill>
              </a:rPr>
              <a:t>consectetur</a:t>
            </a:r>
            <a:r>
              <a:rPr lang="en-US" sz="1200">
                <a:solidFill>
                  <a:srgbClr val="151A48"/>
                </a:solidFill>
              </a:rPr>
              <a:t> </a:t>
            </a:r>
            <a:r>
              <a:rPr lang="en-US" sz="1200" err="1">
                <a:solidFill>
                  <a:srgbClr val="151A48"/>
                </a:solidFill>
              </a:rPr>
              <a:t>adipiscing</a:t>
            </a:r>
            <a:r>
              <a:rPr lang="en-US" sz="1200">
                <a:solidFill>
                  <a:srgbClr val="151A48"/>
                </a:solidFill>
              </a:rPr>
              <a:t> </a:t>
            </a:r>
            <a:r>
              <a:rPr lang="en-US" sz="1200" err="1">
                <a:solidFill>
                  <a:srgbClr val="151A48"/>
                </a:solidFill>
              </a:rPr>
              <a:t>elit</a:t>
            </a:r>
            <a:r>
              <a:rPr lang="en-US" sz="1200">
                <a:solidFill>
                  <a:srgbClr val="151A48"/>
                </a:solidFill>
              </a:rPr>
              <a:t>. </a:t>
            </a:r>
          </a:p>
        </p:txBody>
      </p:sp>
      <p:sp>
        <p:nvSpPr>
          <p:cNvPr id="64" name="Espace réservé du texte 46">
            <a:extLst>
              <a:ext uri="{FF2B5EF4-FFF2-40B4-BE49-F238E27FC236}">
                <a16:creationId xmlns:a16="http://schemas.microsoft.com/office/drawing/2014/main" id="{BB770C52-16F1-4A1F-A39B-FD2CB11172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96352" y="2998202"/>
            <a:ext cx="994588" cy="188417"/>
          </a:xfrm>
        </p:spPr>
        <p:txBody>
          <a:bodyPr bIns="0" anchor="b" anchorCtr="0"/>
          <a:lstStyle>
            <a:lvl1pPr>
              <a:lnSpc>
                <a:spcPct val="100000"/>
              </a:lnSpc>
              <a:defRPr sz="1200" cap="none" baseline="0">
                <a:solidFill>
                  <a:srgbClr val="151A48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rgbClr val="151A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333" b="1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333" b="1">
                <a:solidFill>
                  <a:schemeClr val="accent1"/>
                </a:solidFill>
              </a:defRPr>
            </a:lvl5pPr>
          </a:lstStyle>
          <a:p>
            <a:r>
              <a:rPr lang="en-US" sz="1200">
                <a:solidFill>
                  <a:srgbClr val="151A48"/>
                </a:solidFill>
              </a:rPr>
              <a:t>Date</a:t>
            </a:r>
          </a:p>
        </p:txBody>
      </p:sp>
      <p:sp>
        <p:nvSpPr>
          <p:cNvPr id="41" name="Espace réservé du texte 6">
            <a:extLst>
              <a:ext uri="{FF2B5EF4-FFF2-40B4-BE49-F238E27FC236}">
                <a16:creationId xmlns:a16="http://schemas.microsoft.com/office/drawing/2014/main" id="{978A3CF0-F34F-4FEB-8F9C-336D6897B6D3}"/>
              </a:ext>
            </a:extLst>
          </p:cNvPr>
          <p:cNvSpPr>
            <a:spLocks noGrp="1" noChangeAspect="1"/>
          </p:cNvSpPr>
          <p:nvPr>
            <p:ph type="body" sz="quarter" idx="56" hasCustomPrompt="1"/>
          </p:nvPr>
        </p:nvSpPr>
        <p:spPr>
          <a:xfrm>
            <a:off x="2118627" y="3347420"/>
            <a:ext cx="168000" cy="168000"/>
          </a:xfrm>
          <a:prstGeom prst="ellipse">
            <a:avLst/>
          </a:prstGeom>
          <a:solidFill>
            <a:srgbClr val="8FC6E2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52" name="Espace réservé du texte 6">
            <a:extLst>
              <a:ext uri="{FF2B5EF4-FFF2-40B4-BE49-F238E27FC236}">
                <a16:creationId xmlns:a16="http://schemas.microsoft.com/office/drawing/2014/main" id="{3904C96F-2C7C-49CB-BC3B-66A83DF63CE6}"/>
              </a:ext>
            </a:extLst>
          </p:cNvPr>
          <p:cNvSpPr>
            <a:spLocks noGrp="1" noChangeAspect="1"/>
          </p:cNvSpPr>
          <p:nvPr>
            <p:ph type="body" sz="quarter" idx="59" hasCustomPrompt="1"/>
          </p:nvPr>
        </p:nvSpPr>
        <p:spPr>
          <a:xfrm>
            <a:off x="3299291" y="3347420"/>
            <a:ext cx="168000" cy="168000"/>
          </a:xfrm>
          <a:prstGeom prst="ellipse">
            <a:avLst/>
          </a:prstGeom>
          <a:solidFill>
            <a:srgbClr val="5B8DB8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63" name="Espace réservé du texte 6">
            <a:extLst>
              <a:ext uri="{FF2B5EF4-FFF2-40B4-BE49-F238E27FC236}">
                <a16:creationId xmlns:a16="http://schemas.microsoft.com/office/drawing/2014/main" id="{B397FDAB-E17A-4EB0-99C7-A8A4E84ACA5E}"/>
              </a:ext>
            </a:extLst>
          </p:cNvPr>
          <p:cNvSpPr>
            <a:spLocks noGrp="1" noChangeAspect="1"/>
          </p:cNvSpPr>
          <p:nvPr>
            <p:ph type="body" sz="quarter" idx="62" hasCustomPrompt="1"/>
          </p:nvPr>
        </p:nvSpPr>
        <p:spPr>
          <a:xfrm>
            <a:off x="4853431" y="3347420"/>
            <a:ext cx="168000" cy="168000"/>
          </a:xfrm>
          <a:prstGeom prst="ellipse">
            <a:avLst/>
          </a:prstGeom>
          <a:solidFill>
            <a:srgbClr val="151A48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67" name="Espace réservé du texte 6">
            <a:extLst>
              <a:ext uri="{FF2B5EF4-FFF2-40B4-BE49-F238E27FC236}">
                <a16:creationId xmlns:a16="http://schemas.microsoft.com/office/drawing/2014/main" id="{C87FCB98-82BE-4F63-9E20-8A716C59DFED}"/>
              </a:ext>
            </a:extLst>
          </p:cNvPr>
          <p:cNvSpPr>
            <a:spLocks noGrp="1" noChangeAspect="1"/>
          </p:cNvSpPr>
          <p:nvPr>
            <p:ph type="body" sz="quarter" idx="65" hasCustomPrompt="1"/>
          </p:nvPr>
        </p:nvSpPr>
        <p:spPr>
          <a:xfrm>
            <a:off x="6688979" y="3347420"/>
            <a:ext cx="168000" cy="168000"/>
          </a:xfrm>
          <a:prstGeom prst="ellipse">
            <a:avLst/>
          </a:prstGeom>
          <a:solidFill>
            <a:srgbClr val="154B92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70" name="Espace réservé du texte 6">
            <a:extLst>
              <a:ext uri="{FF2B5EF4-FFF2-40B4-BE49-F238E27FC236}">
                <a16:creationId xmlns:a16="http://schemas.microsoft.com/office/drawing/2014/main" id="{B6896698-984F-4DDA-A0CD-AFBE21781AFB}"/>
              </a:ext>
            </a:extLst>
          </p:cNvPr>
          <p:cNvSpPr>
            <a:spLocks noGrp="1" noChangeAspect="1"/>
          </p:cNvSpPr>
          <p:nvPr>
            <p:ph type="body" sz="quarter" idx="68" hasCustomPrompt="1"/>
          </p:nvPr>
        </p:nvSpPr>
        <p:spPr>
          <a:xfrm>
            <a:off x="8154032" y="3347420"/>
            <a:ext cx="168000" cy="168000"/>
          </a:xfrm>
          <a:prstGeom prst="ellipse">
            <a:avLst/>
          </a:prstGeom>
          <a:solidFill>
            <a:srgbClr val="5B8DB8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73" name="Espace réservé du texte 6">
            <a:extLst>
              <a:ext uri="{FF2B5EF4-FFF2-40B4-BE49-F238E27FC236}">
                <a16:creationId xmlns:a16="http://schemas.microsoft.com/office/drawing/2014/main" id="{83EA2E97-2CFF-449A-8CBC-09DC1EABACEA}"/>
              </a:ext>
            </a:extLst>
          </p:cNvPr>
          <p:cNvSpPr>
            <a:spLocks noGrp="1" noChangeAspect="1"/>
          </p:cNvSpPr>
          <p:nvPr>
            <p:ph type="body" sz="quarter" idx="71" hasCustomPrompt="1"/>
          </p:nvPr>
        </p:nvSpPr>
        <p:spPr>
          <a:xfrm>
            <a:off x="10097468" y="3347420"/>
            <a:ext cx="168000" cy="168000"/>
          </a:xfrm>
          <a:prstGeom prst="ellipse">
            <a:avLst/>
          </a:prstGeom>
          <a:solidFill>
            <a:srgbClr val="5B8DB8"/>
          </a:solidFill>
        </p:spPr>
        <p:txBody>
          <a:bodyPr>
            <a:noAutofit/>
          </a:bodyPr>
          <a:lstStyle/>
          <a:p>
            <a:pPr lvl="0"/>
            <a:r>
              <a:rPr lang="fr-FR"/>
              <a:t> </a:t>
            </a:r>
          </a:p>
        </p:txBody>
      </p:sp>
      <p:sp>
        <p:nvSpPr>
          <p:cNvPr id="76" name="Espace réservé du texte 9">
            <a:extLst>
              <a:ext uri="{FF2B5EF4-FFF2-40B4-BE49-F238E27FC236}">
                <a16:creationId xmlns:a16="http://schemas.microsoft.com/office/drawing/2014/main" id="{2DFD7B12-F2AB-46B3-B4A7-0EC3257988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4032" y="4572951"/>
            <a:ext cx="1132209" cy="473594"/>
          </a:xfrm>
        </p:spPr>
        <p:txBody>
          <a:bodyPr/>
          <a:lstStyle>
            <a:lvl1pPr>
              <a:lnSpc>
                <a:spcPct val="114000"/>
              </a:lnSpc>
              <a:defRPr sz="900" b="0">
                <a:solidFill>
                  <a:srgbClr val="5B8DB8"/>
                </a:solidFill>
              </a:defRPr>
            </a:lvl1pPr>
            <a:lvl2pPr>
              <a:lnSpc>
                <a:spcPct val="114000"/>
              </a:lnSpc>
              <a:defRPr sz="900"/>
            </a:lvl2pPr>
            <a:lvl3pPr>
              <a:lnSpc>
                <a:spcPct val="114000"/>
              </a:lnSpc>
              <a:defRPr sz="900"/>
            </a:lvl3pPr>
            <a:lvl4pPr>
              <a:lnSpc>
                <a:spcPct val="114000"/>
              </a:lnSpc>
              <a:defRPr sz="900"/>
            </a:lvl4pPr>
            <a:lvl5pPr>
              <a:lnSpc>
                <a:spcPct val="114000"/>
              </a:lnSpc>
              <a:defRPr sz="900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</a:p>
        </p:txBody>
      </p:sp>
      <p:sp>
        <p:nvSpPr>
          <p:cNvPr id="77" name="Espace réservé du texte 8">
            <a:extLst>
              <a:ext uri="{FF2B5EF4-FFF2-40B4-BE49-F238E27FC236}">
                <a16:creationId xmlns:a16="http://schemas.microsoft.com/office/drawing/2014/main" id="{2597CDCA-CC01-4CE9-B9E7-C7E83C3C5EF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118628" y="3685746"/>
            <a:ext cx="1022541" cy="738664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1200" cap="none" baseline="0" dirty="0">
                <a:solidFill>
                  <a:srgbClr val="8FC6E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</a:p>
        </p:txBody>
      </p:sp>
      <p:sp>
        <p:nvSpPr>
          <p:cNvPr id="78" name="Espace réservé du texte 8">
            <a:extLst>
              <a:ext uri="{FF2B5EF4-FFF2-40B4-BE49-F238E27FC236}">
                <a16:creationId xmlns:a16="http://schemas.microsoft.com/office/drawing/2014/main" id="{837C63B3-729D-400D-9614-1EEF8162995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99292" y="3685746"/>
            <a:ext cx="1022541" cy="738664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1200" cap="none" baseline="0" dirty="0">
                <a:solidFill>
                  <a:srgbClr val="5B8DB8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</a:p>
        </p:txBody>
      </p:sp>
      <p:sp>
        <p:nvSpPr>
          <p:cNvPr id="79" name="Espace réservé du texte 8">
            <a:extLst>
              <a:ext uri="{FF2B5EF4-FFF2-40B4-BE49-F238E27FC236}">
                <a16:creationId xmlns:a16="http://schemas.microsoft.com/office/drawing/2014/main" id="{1B9FB179-6FDD-4AE4-B14E-A18E1944D8B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853430" y="3685746"/>
            <a:ext cx="1022541" cy="738664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1200" cap="none" baseline="0" dirty="0">
                <a:solidFill>
                  <a:srgbClr val="151A48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</a:p>
        </p:txBody>
      </p:sp>
      <p:sp>
        <p:nvSpPr>
          <p:cNvPr id="80" name="Espace réservé du texte 8">
            <a:extLst>
              <a:ext uri="{FF2B5EF4-FFF2-40B4-BE49-F238E27FC236}">
                <a16:creationId xmlns:a16="http://schemas.microsoft.com/office/drawing/2014/main" id="{F7E032B5-453F-4E70-84AA-D7D265E837E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688980" y="3685746"/>
            <a:ext cx="1022541" cy="738664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1200" cap="none" baseline="0" dirty="0">
                <a:solidFill>
                  <a:srgbClr val="154B9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</a:p>
        </p:txBody>
      </p:sp>
      <p:sp>
        <p:nvSpPr>
          <p:cNvPr id="81" name="Espace réservé du texte 8">
            <a:extLst>
              <a:ext uri="{FF2B5EF4-FFF2-40B4-BE49-F238E27FC236}">
                <a16:creationId xmlns:a16="http://schemas.microsoft.com/office/drawing/2014/main" id="{64F137BB-2AD1-4A39-8E89-7006E78CD71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154032" y="3685746"/>
            <a:ext cx="1132209" cy="738664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1200" cap="none" baseline="0" dirty="0">
                <a:solidFill>
                  <a:srgbClr val="5B8DB8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</a:p>
        </p:txBody>
      </p:sp>
      <p:sp>
        <p:nvSpPr>
          <p:cNvPr id="82" name="Espace réservé du texte 8">
            <a:extLst>
              <a:ext uri="{FF2B5EF4-FFF2-40B4-BE49-F238E27FC236}">
                <a16:creationId xmlns:a16="http://schemas.microsoft.com/office/drawing/2014/main" id="{9E954A72-A71B-4B23-A527-C1C366EE34A2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097467" y="3685746"/>
            <a:ext cx="1022541" cy="738664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1200" cap="none" baseline="0" dirty="0">
                <a:solidFill>
                  <a:srgbClr val="5B8DB8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</a:p>
        </p:txBody>
      </p:sp>
      <p:sp>
        <p:nvSpPr>
          <p:cNvPr id="83" name="Espace réservé du texte 8">
            <a:extLst>
              <a:ext uri="{FF2B5EF4-FFF2-40B4-BE49-F238E27FC236}">
                <a16:creationId xmlns:a16="http://schemas.microsoft.com/office/drawing/2014/main" id="{4D2062AA-C40D-4EB0-8D7B-16E3D1EA10A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2118628" y="3006258"/>
            <a:ext cx="1022541" cy="18466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fr-FR" sz="1200" cap="none" baseline="0" dirty="0">
                <a:solidFill>
                  <a:srgbClr val="8FC6E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Date</a:t>
            </a:r>
          </a:p>
        </p:txBody>
      </p:sp>
      <p:sp>
        <p:nvSpPr>
          <p:cNvPr id="84" name="Espace réservé du texte 8">
            <a:extLst>
              <a:ext uri="{FF2B5EF4-FFF2-40B4-BE49-F238E27FC236}">
                <a16:creationId xmlns:a16="http://schemas.microsoft.com/office/drawing/2014/main" id="{E7EF0CF9-BC39-4021-B932-7FA24CE0F34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3299292" y="3006258"/>
            <a:ext cx="1022541" cy="18466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fr-FR" sz="1200" cap="none" baseline="0" dirty="0">
                <a:solidFill>
                  <a:srgbClr val="5B8DB8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Date</a:t>
            </a:r>
          </a:p>
        </p:txBody>
      </p:sp>
      <p:sp>
        <p:nvSpPr>
          <p:cNvPr id="85" name="Espace réservé du texte 8">
            <a:extLst>
              <a:ext uri="{FF2B5EF4-FFF2-40B4-BE49-F238E27FC236}">
                <a16:creationId xmlns:a16="http://schemas.microsoft.com/office/drawing/2014/main" id="{1F7214ED-6F11-48A2-8D35-6AE0A6DD04A1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853430" y="3006258"/>
            <a:ext cx="1022541" cy="18466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fr-FR" sz="1200" cap="none" baseline="0" dirty="0">
                <a:solidFill>
                  <a:srgbClr val="151A48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Date</a:t>
            </a:r>
          </a:p>
        </p:txBody>
      </p:sp>
      <p:sp>
        <p:nvSpPr>
          <p:cNvPr id="86" name="Espace réservé du texte 8">
            <a:extLst>
              <a:ext uri="{FF2B5EF4-FFF2-40B4-BE49-F238E27FC236}">
                <a16:creationId xmlns:a16="http://schemas.microsoft.com/office/drawing/2014/main" id="{8ED5EFF7-6F9B-44F3-AD3E-685306DFC6E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6688980" y="3006258"/>
            <a:ext cx="1022541" cy="18466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fr-FR" sz="1200" cap="none" baseline="0" dirty="0">
                <a:solidFill>
                  <a:srgbClr val="154B9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Date</a:t>
            </a:r>
          </a:p>
        </p:txBody>
      </p:sp>
      <p:sp>
        <p:nvSpPr>
          <p:cNvPr id="87" name="Espace réservé du texte 8">
            <a:extLst>
              <a:ext uri="{FF2B5EF4-FFF2-40B4-BE49-F238E27FC236}">
                <a16:creationId xmlns:a16="http://schemas.microsoft.com/office/drawing/2014/main" id="{F2B1A25B-8632-4F0D-9DF0-99DD677287A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154031" y="3006258"/>
            <a:ext cx="1022541" cy="18466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fr-FR" sz="1200" cap="none" baseline="0" dirty="0">
                <a:solidFill>
                  <a:srgbClr val="5B8DB8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Date</a:t>
            </a:r>
          </a:p>
        </p:txBody>
      </p:sp>
      <p:sp>
        <p:nvSpPr>
          <p:cNvPr id="88" name="Espace réservé du texte 8">
            <a:extLst>
              <a:ext uri="{FF2B5EF4-FFF2-40B4-BE49-F238E27FC236}">
                <a16:creationId xmlns:a16="http://schemas.microsoft.com/office/drawing/2014/main" id="{FF73D83C-77A5-4C37-B309-DC09725441A4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0097467" y="3006258"/>
            <a:ext cx="1022541" cy="18466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fr-FR" sz="1200" cap="none" baseline="0" dirty="0">
                <a:solidFill>
                  <a:srgbClr val="5B8DB8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/>
              <a:t>Date</a:t>
            </a:r>
          </a:p>
        </p:txBody>
      </p:sp>
      <p:sp>
        <p:nvSpPr>
          <p:cNvPr id="89" name="Espace réservé du texte 9">
            <a:extLst>
              <a:ext uri="{FF2B5EF4-FFF2-40B4-BE49-F238E27FC236}">
                <a16:creationId xmlns:a16="http://schemas.microsoft.com/office/drawing/2014/main" id="{5105C956-76DE-46A5-AEC4-34A511DC9BF6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339003" y="1932630"/>
            <a:ext cx="4549775" cy="2707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 err="1"/>
              <a:t>Month</a:t>
            </a:r>
            <a:endParaRPr lang="fr-FR"/>
          </a:p>
        </p:txBody>
      </p:sp>
      <p:sp>
        <p:nvSpPr>
          <p:cNvPr id="91" name="Espace réservé du texte 9">
            <a:extLst>
              <a:ext uri="{FF2B5EF4-FFF2-40B4-BE49-F238E27FC236}">
                <a16:creationId xmlns:a16="http://schemas.microsoft.com/office/drawing/2014/main" id="{7BFD6F43-3FA8-4D49-87B8-5F1897E5CAF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154032" y="1932629"/>
            <a:ext cx="3720470" cy="2707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 err="1"/>
              <a:t>Month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975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end_EN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DE3111B-CC0F-4CE9-9722-54E51B57222D}"/>
              </a:ext>
            </a:extLst>
          </p:cNvPr>
          <p:cNvSpPr txBox="1">
            <a:spLocks/>
          </p:cNvSpPr>
          <p:nvPr/>
        </p:nvSpPr>
        <p:spPr>
          <a:xfrm>
            <a:off x="318001" y="278416"/>
            <a:ext cx="11556000" cy="3532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500" b="0" err="1"/>
              <a:t>Thank</a:t>
            </a:r>
            <a:r>
              <a:rPr lang="fr-FR" sz="2500" b="0"/>
              <a:t> </a:t>
            </a:r>
            <a:r>
              <a:rPr lang="fr-FR" sz="2500" b="0" err="1"/>
              <a:t>you</a:t>
            </a:r>
            <a:r>
              <a:rPr lang="fr-FR" sz="2500" b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58530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end_F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DE3111B-CC0F-4CE9-9722-54E51B57222D}"/>
              </a:ext>
            </a:extLst>
          </p:cNvPr>
          <p:cNvSpPr txBox="1">
            <a:spLocks/>
          </p:cNvSpPr>
          <p:nvPr/>
        </p:nvSpPr>
        <p:spPr>
          <a:xfrm>
            <a:off x="318001" y="278416"/>
            <a:ext cx="11556000" cy="3532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500" b="0"/>
              <a:t>Merci.</a:t>
            </a:r>
          </a:p>
        </p:txBody>
      </p:sp>
    </p:spTree>
    <p:extLst>
      <p:ext uri="{BB962C8B-B14F-4D97-AF65-F5344CB8AC3E}">
        <p14:creationId xmlns:p14="http://schemas.microsoft.com/office/powerpoint/2010/main" val="33743071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end_I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DE3111B-CC0F-4CE9-9722-54E51B57222D}"/>
              </a:ext>
            </a:extLst>
          </p:cNvPr>
          <p:cNvSpPr txBox="1">
            <a:spLocks/>
          </p:cNvSpPr>
          <p:nvPr/>
        </p:nvSpPr>
        <p:spPr>
          <a:xfrm>
            <a:off x="318001" y="278416"/>
            <a:ext cx="11556000" cy="3532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500" b="0"/>
              <a:t>Grazie.</a:t>
            </a:r>
          </a:p>
        </p:txBody>
      </p:sp>
    </p:spTree>
    <p:extLst>
      <p:ext uri="{BB962C8B-B14F-4D97-AF65-F5344CB8AC3E}">
        <p14:creationId xmlns:p14="http://schemas.microsoft.com/office/powerpoint/2010/main" val="21117542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icons_1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51C5D00F-924A-4E79-A7B5-3127803EE7F2}"/>
              </a:ext>
            </a:extLst>
          </p:cNvPr>
          <p:cNvSpPr txBox="1">
            <a:spLocks/>
          </p:cNvSpPr>
          <p:nvPr/>
        </p:nvSpPr>
        <p:spPr>
          <a:xfrm>
            <a:off x="317751" y="274899"/>
            <a:ext cx="11556000" cy="35328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500" b="0"/>
              <a:t>Icons 1 / 3</a:t>
            </a:r>
          </a:p>
        </p:txBody>
      </p:sp>
      <p:pic>
        <p:nvPicPr>
          <p:cNvPr id="6" name="Screenshot 2021-11-19 at 4.37.08 PM.png" descr="Screenshot 2021-11-19 at 4.37.08 PM.png">
            <a:extLst>
              <a:ext uri="{FF2B5EF4-FFF2-40B4-BE49-F238E27FC236}">
                <a16:creationId xmlns:a16="http://schemas.microsoft.com/office/drawing/2014/main" id="{DB8C9430-B3B5-4F32-AE8B-A9DF96E2B3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68"/>
          <a:stretch>
            <a:fillRect/>
          </a:stretch>
        </p:blipFill>
        <p:spPr>
          <a:xfrm>
            <a:off x="452990" y="819495"/>
            <a:ext cx="11123113" cy="543777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225934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icons_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51C5D00F-924A-4E79-A7B5-3127803EE7F2}"/>
              </a:ext>
            </a:extLst>
          </p:cNvPr>
          <p:cNvSpPr txBox="1">
            <a:spLocks/>
          </p:cNvSpPr>
          <p:nvPr/>
        </p:nvSpPr>
        <p:spPr>
          <a:xfrm>
            <a:off x="317751" y="274899"/>
            <a:ext cx="11556000" cy="35328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500" b="0"/>
              <a:t>Icons 2 / 3</a:t>
            </a:r>
          </a:p>
        </p:txBody>
      </p:sp>
      <p:pic>
        <p:nvPicPr>
          <p:cNvPr id="7" name="Screenshot 2021-11-19 at 4.37.15 PM.png" descr="Screenshot 2021-11-19 at 4.37.15 PM.png">
            <a:extLst>
              <a:ext uri="{FF2B5EF4-FFF2-40B4-BE49-F238E27FC236}">
                <a16:creationId xmlns:a16="http://schemas.microsoft.com/office/drawing/2014/main" id="{9ADE9A16-1CCD-4835-8DDB-EDE144511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8" b="242"/>
          <a:stretch>
            <a:fillRect/>
          </a:stretch>
        </p:blipFill>
        <p:spPr>
          <a:xfrm>
            <a:off x="552718" y="819495"/>
            <a:ext cx="11005286" cy="543777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54562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icons_3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51C5D00F-924A-4E79-A7B5-3127803EE7F2}"/>
              </a:ext>
            </a:extLst>
          </p:cNvPr>
          <p:cNvSpPr txBox="1">
            <a:spLocks/>
          </p:cNvSpPr>
          <p:nvPr/>
        </p:nvSpPr>
        <p:spPr>
          <a:xfrm>
            <a:off x="317751" y="274899"/>
            <a:ext cx="11556000" cy="35328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2500" b="0"/>
              <a:t>Icons 3 / 3</a:t>
            </a:r>
          </a:p>
        </p:txBody>
      </p:sp>
      <p:pic>
        <p:nvPicPr>
          <p:cNvPr id="8" name="Screenshot 2021-11-19 at 4.37.21 PM.png" descr="Screenshot 2021-11-19 at 4.37.21 PM.png">
            <a:extLst>
              <a:ext uri="{FF2B5EF4-FFF2-40B4-BE49-F238E27FC236}">
                <a16:creationId xmlns:a16="http://schemas.microsoft.com/office/drawing/2014/main" id="{4EE65B22-43EE-4FC9-83B1-790AF5D6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6" r="856" b="1609"/>
          <a:stretch>
            <a:fillRect/>
          </a:stretch>
        </p:blipFill>
        <p:spPr>
          <a:xfrm>
            <a:off x="546509" y="1124873"/>
            <a:ext cx="11027863" cy="543777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21712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+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78" y="275590"/>
            <a:ext cx="11576685" cy="346249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Department name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367BEEA9-489F-44E2-97C4-514A680404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500" y="1289936"/>
            <a:ext cx="11574463" cy="1133314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marL="142875" marR="0" lvl="3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Quatrième niveau</a:t>
            </a:r>
          </a:p>
          <a:p>
            <a:pPr marL="142875" marR="0" lvl="4" indent="-142875" algn="l" defTabSz="45719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447727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6971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E3B0F-0EAD-410D-B6C0-F623195B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496D8-55CA-4983-9348-C7A6E5B2B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META </a:t>
            </a:r>
            <a:r>
              <a:rPr lang="fr-FR" err="1"/>
              <a:t>Monthly</a:t>
            </a:r>
            <a:r>
              <a:rPr lang="fr-FR"/>
              <a:t> Business </a:t>
            </a:r>
            <a:r>
              <a:rPr lang="fr-FR" err="1"/>
              <a:t>Review</a:t>
            </a:r>
            <a:r>
              <a:rPr lang="fr-FR"/>
              <a:t> 2025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2EE7F1-502F-4A02-B320-EDC09EB8D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4688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0440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+text_white">
  <p:cSld name="5_title+text_whit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3"/>
          <p:cNvSpPr txBox="1">
            <a:spLocks noGrp="1"/>
          </p:cNvSpPr>
          <p:nvPr>
            <p:ph type="title"/>
          </p:nvPr>
        </p:nvSpPr>
        <p:spPr>
          <a:xfrm>
            <a:off x="315278" y="275590"/>
            <a:ext cx="1157668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3"/>
          <p:cNvSpPr txBox="1">
            <a:spLocks noGrp="1"/>
          </p:cNvSpPr>
          <p:nvPr>
            <p:ph type="ftr" idx="11"/>
          </p:nvPr>
        </p:nvSpPr>
        <p:spPr>
          <a:xfrm>
            <a:off x="529959" y="6454929"/>
            <a:ext cx="2494492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META Introduction</a:t>
            </a:r>
          </a:p>
        </p:txBody>
      </p:sp>
      <p:sp>
        <p:nvSpPr>
          <p:cNvPr id="53" name="Google Shape;53;p103"/>
          <p:cNvSpPr txBox="1">
            <a:spLocks noGrp="1"/>
          </p:cNvSpPr>
          <p:nvPr>
            <p:ph type="sldNum" idx="12"/>
          </p:nvPr>
        </p:nvSpPr>
        <p:spPr>
          <a:xfrm>
            <a:off x="9765507" y="6454929"/>
            <a:ext cx="293419" cy="10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4" name="Google Shape;54;p103"/>
          <p:cNvSpPr txBox="1">
            <a:spLocks noGrp="1"/>
          </p:cNvSpPr>
          <p:nvPr>
            <p:ph type="body" idx="1"/>
          </p:nvPr>
        </p:nvSpPr>
        <p:spPr>
          <a:xfrm>
            <a:off x="317500" y="1289935"/>
            <a:ext cx="11574463" cy="42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198" lvl="0" indent="-228599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/>
            </a:lvl1pPr>
            <a:lvl2pPr marL="914396" lvl="1" indent="-228599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594" lvl="2" indent="-228599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793" lvl="3" indent="-228599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5991" lvl="4" indent="-228599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189" lvl="5" indent="-342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87" lvl="6" indent="-342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86" lvl="7" indent="-342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783" lvl="8" indent="-342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89756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ck page with foo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982866" y="6437595"/>
            <a:ext cx="1281369" cy="107722"/>
          </a:xfrm>
          <a:prstGeom prst="rect">
            <a:avLst/>
          </a:prstGeom>
        </p:spPr>
        <p:txBody>
          <a:bodyPr wrap="square"/>
          <a:lstStyle>
            <a:lvl1pPr algn="l">
              <a:defRPr sz="700">
                <a:solidFill>
                  <a:srgbClr val="FFFCFA"/>
                </a:solidFill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54" name="Strictly confidential - for internal use only. Do not share or forward."/>
          <p:cNvSpPr txBox="1"/>
          <p:nvPr/>
        </p:nvSpPr>
        <p:spPr>
          <a:xfrm>
            <a:off x="4478775" y="6469346"/>
            <a:ext cx="3234453" cy="11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>
              <a:defRPr sz="800" b="0">
                <a:solidFill>
                  <a:srgbClr val="41404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sz="400"/>
              <a:t>Strictly confidential - for internal use only. Do not share or forward.</a:t>
            </a:r>
          </a:p>
        </p:txBody>
      </p:sp>
      <p:pic>
        <p:nvPicPr>
          <p:cNvPr id="55" name="EL_Logotype_white.png" descr="EL_Logotyp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95" y="6491122"/>
            <a:ext cx="1181928" cy="128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pallini.png" descr="pall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573" y="6515541"/>
            <a:ext cx="626839" cy="1051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61321759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theme" Target="../theme/theme1.xml"/><Relationship Id="rId55" Type="http://schemas.openxmlformats.org/officeDocument/2006/relationships/tags" Target="../tags/tag1.xml"/><Relationship Id="rId56" Type="http://schemas.openxmlformats.org/officeDocument/2006/relationships/oleObject" Target="../embeddings/oleObject1.bin"/><Relationship Id="rId57" Type="http://schemas.openxmlformats.org/officeDocument/2006/relationships/image" Target="../media/image1.emf"/><Relationship Id="rId5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ggetto 4" hidden="1">
            <a:extLst>
              <a:ext uri="{FF2B5EF4-FFF2-40B4-BE49-F238E27FC236}">
                <a16:creationId xmlns:a16="http://schemas.microsoft.com/office/drawing/2014/main" id="{0714BD7C-D7CF-44A3-B43E-0A51DAB705C7}"/>
              </a:ext>
            </a:extLst>
          </p:cNvPr>
          <p:cNvGraphicFramePr>
            <a:graphicFrameLocks/>
          </p:cNvGraphicFramePr>
          <p:nvPr>
            <p:custDataLst>
              <p:tags r:id="rId55"/>
            </p:custDataLst>
            <p:extLst>
              <p:ext uri="{D42A27DB-BD31-4B8C-83A1-F6EECF244321}">
                <p14:modId xmlns:p14="http://schemas.microsoft.com/office/powerpoint/2010/main" val="986462661"/>
              </p:ext>
            </p:extLst>
          </p:nvPr>
        </p:nvGraphicFramePr>
        <p:xfrm>
          <a:off x="1620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6" imgW="421" imgH="423" progId="TCLayout.ActiveDocument.1">
                  <p:embed/>
                </p:oleObj>
              </mc:Choice>
              <mc:Fallback>
                <p:oleObj name="think-cell Slide" r:id="rId56" imgW="421" imgH="423" progId="TCLayout.ActiveDocument.1">
                  <p:embed/>
                  <p:pic>
                    <p:nvPicPr>
                      <p:cNvPr id="5" name="Oggetto 4" hidden="1">
                        <a:extLst>
                          <a:ext uri="{FF2B5EF4-FFF2-40B4-BE49-F238E27FC236}">
                            <a16:creationId xmlns:a16="http://schemas.microsoft.com/office/drawing/2014/main" id="{0714BD7C-D7CF-44A3-B43E-0A51DAB705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620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1AE6D95-4A24-4636-92DF-070D505B3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78" y="275590"/>
            <a:ext cx="10515600" cy="34624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54E9DD-1FB2-4ABF-9584-7F63EF30A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278" y="2564084"/>
            <a:ext cx="10515600" cy="109393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417B73EB-4707-4E0F-A13A-D257E51CC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9959" y="6454929"/>
            <a:ext cx="2494492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7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err="1"/>
              <a:t>Department</a:t>
            </a:r>
            <a:r>
              <a:rPr lang="fr-FR"/>
              <a:t> </a:t>
            </a:r>
            <a:r>
              <a:rPr lang="fr-FR" err="1"/>
              <a:t>name</a:t>
            </a:r>
            <a:endParaRPr lang="fr-FR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EDAD2AD2-3CFA-4C85-98C3-CBE2F5022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65507" y="6454929"/>
            <a:ext cx="293419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fr-FR" sz="700" b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56DD0F-C89E-4991-9DEF-CB9AFA9FF8D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4B523026-8BB3-4AC2-9DF4-D4DA974D3706}"/>
              </a:ext>
            </a:extLst>
          </p:cNvPr>
          <p:cNvSpPr/>
          <p:nvPr/>
        </p:nvSpPr>
        <p:spPr>
          <a:xfrm>
            <a:off x="318001" y="6378298"/>
            <a:ext cx="11556000" cy="1"/>
          </a:xfrm>
          <a:prstGeom prst="line">
            <a:avLst/>
          </a:prstGeom>
          <a:ln w="635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B2D72949-BCB0-4940-A0B2-5BCD3B8A11FE}"/>
              </a:ext>
            </a:extLst>
          </p:cNvPr>
          <p:cNvGrpSpPr/>
          <p:nvPr/>
        </p:nvGrpSpPr>
        <p:grpSpPr>
          <a:xfrm>
            <a:off x="318000" y="6484706"/>
            <a:ext cx="110083" cy="48171"/>
            <a:chOff x="638702" y="12969409"/>
            <a:chExt cx="220166" cy="96341"/>
          </a:xfrm>
        </p:grpSpPr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7516BC30-B3DF-47FB-9FBE-FC5D78430A02}"/>
                </a:ext>
              </a:extLst>
            </p:cNvPr>
            <p:cNvSpPr/>
            <p:nvPr/>
          </p:nvSpPr>
          <p:spPr>
            <a:xfrm>
              <a:off x="638702" y="12969409"/>
              <a:ext cx="96340" cy="96341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2" name="Circle">
              <a:extLst>
                <a:ext uri="{FF2B5EF4-FFF2-40B4-BE49-F238E27FC236}">
                  <a16:creationId xmlns:a16="http://schemas.microsoft.com/office/drawing/2014/main" id="{F00A8D24-DC51-4359-B1B1-33387DE4122B}"/>
                </a:ext>
              </a:extLst>
            </p:cNvPr>
            <p:cNvSpPr/>
            <p:nvPr/>
          </p:nvSpPr>
          <p:spPr>
            <a:xfrm>
              <a:off x="762528" y="12969409"/>
              <a:ext cx="96340" cy="96341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13" name="Strictly confidential - for internal use only. Do not share or forward.">
            <a:extLst>
              <a:ext uri="{FF2B5EF4-FFF2-40B4-BE49-F238E27FC236}">
                <a16:creationId xmlns:a16="http://schemas.microsoft.com/office/drawing/2014/main" id="{6CA02F23-B40F-468B-B019-967CEBADCF9B}"/>
              </a:ext>
            </a:extLst>
          </p:cNvPr>
          <p:cNvSpPr txBox="1"/>
          <p:nvPr/>
        </p:nvSpPr>
        <p:spPr>
          <a:xfrm>
            <a:off x="5244525" y="6492508"/>
            <a:ext cx="1702952" cy="62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 b="0">
                <a:solidFill>
                  <a:srgbClr val="BCBEC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sz="400">
                <a:latin typeface="Arial" panose="020B0604020202020204" pitchFamily="34" charset="0"/>
                <a:cs typeface="Arial" panose="020B0604020202020204" pitchFamily="34" charset="0"/>
              </a:rPr>
              <a:t>Strictly confidential - for internal use only. Do not share or forward.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F96BE58-CDA2-49CB-8142-0797BD4074C9}"/>
              </a:ext>
            </a:extLst>
          </p:cNvPr>
          <p:cNvPicPr>
            <a:picLocks noChangeAspect="1"/>
          </p:cNvPicPr>
          <p:nvPr/>
        </p:nvPicPr>
        <p:blipFill>
          <a:blip r:embed="rId5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556" y="6462675"/>
            <a:ext cx="745355" cy="8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4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</p:sldLayoutIdLst>
  <p:hf hdr="0" dt="0"/>
  <p:txStyles>
    <p:titleStyle>
      <a:lvl1pPr algn="l" defTabSz="914396" rtl="0" eaLnBrk="1" latinLnBrk="0" hangingPunct="1">
        <a:lnSpc>
          <a:spcPct val="90000"/>
        </a:lnSpc>
        <a:spcBef>
          <a:spcPct val="0"/>
        </a:spcBef>
        <a:buNone/>
        <a:defRPr sz="25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96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396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43999" indent="0" algn="l" defTabSz="914396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87999" indent="0" algn="l" defTabSz="914396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31998" indent="0" algn="l" defTabSz="914396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90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8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6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85" indent="-228599" algn="l" defTabSz="91439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8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6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4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3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91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9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7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86" algn="l" defTabSz="9143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64">
          <p15:clr>
            <a:srgbClr val="F26B43"/>
          </p15:clr>
        </p15:guide>
        <p15:guide id="4" pos="189">
          <p15:clr>
            <a:srgbClr val="F26B43"/>
          </p15:clr>
        </p15:guide>
        <p15:guide id="5" pos="749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1.xml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1">
          <a:extLst>
            <a:ext uri="{FF2B5EF4-FFF2-40B4-BE49-F238E27FC236}">
              <a16:creationId xmlns:a16="http://schemas.microsoft.com/office/drawing/2014/main" id="{0A3D9C73-C420-DC7B-381A-A4C7EFC0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12">
            <a:extLst>
              <a:ext uri="{FF2B5EF4-FFF2-40B4-BE49-F238E27FC236}">
                <a16:creationId xmlns:a16="http://schemas.microsoft.com/office/drawing/2014/main" id="{994D9240-5871-ECD0-A90E-2D588E4C53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524801" y="6454885"/>
            <a:ext cx="293415" cy="1099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defTabSz="914396">
              <a:buClr>
                <a:srgbClr val="000000"/>
              </a:buClr>
              <a:defRPr/>
            </a:pPr>
            <a:fld id="{00000000-1234-1234-1234-123412341234}" type="slidenum">
              <a:rPr lang="fr-FR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914396">
                <a:buClr>
                  <a:srgbClr val="000000"/>
                </a:buClr>
                <a:defRPr/>
              </a:pPr>
              <a:t>1</a:t>
            </a:fld>
            <a:endParaRPr lang="fr-FR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Espace réservé du pied de page 2">
            <a:extLst>
              <a:ext uri="{FF2B5EF4-FFF2-40B4-BE49-F238E27FC236}">
                <a16:creationId xmlns:a16="http://schemas.microsoft.com/office/drawing/2014/main" id="{F9992081-7B4C-29FA-A6FA-F2F0226C8313}"/>
              </a:ext>
            </a:extLst>
          </p:cNvPr>
          <p:cNvSpPr txBox="1">
            <a:spLocks/>
          </p:cNvSpPr>
          <p:nvPr/>
        </p:nvSpPr>
        <p:spPr>
          <a:xfrm>
            <a:off x="416339" y="6401025"/>
            <a:ext cx="2494455" cy="215440"/>
          </a:xfrm>
          <a:prstGeom prst="rect">
            <a:avLst/>
          </a:prstGeom>
        </p:spPr>
        <p:txBody>
          <a:bodyPr/>
          <a:lstStyle>
            <a:defPPr>
              <a:defRPr lang="en-15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96">
              <a:defRPr/>
            </a:pPr>
            <a:r>
              <a:rPr lang="fr-FR" sz="7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META Business Planning &amp; Intelligence</a:t>
            </a: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47284C98-378D-BC25-A15D-3EC67D87D54D}"/>
              </a:ext>
            </a:extLst>
          </p:cNvPr>
          <p:cNvSpPr txBox="1">
            <a:spLocks/>
          </p:cNvSpPr>
          <p:nvPr/>
        </p:nvSpPr>
        <p:spPr>
          <a:xfrm>
            <a:off x="193698" y="6562605"/>
            <a:ext cx="2494455" cy="215440"/>
          </a:xfrm>
          <a:prstGeom prst="rect">
            <a:avLst/>
          </a:prstGeom>
        </p:spPr>
        <p:txBody>
          <a:bodyPr/>
          <a:lstStyle>
            <a:defPPr>
              <a:defRPr lang="en-15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96">
              <a:defRPr/>
            </a:pPr>
            <a:r>
              <a:rPr lang="fr-FR" sz="7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Source: DOP, </a:t>
            </a:r>
            <a:r>
              <a:rPr lang="fr-FR" sz="70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Perimeter</a:t>
            </a:r>
            <a:r>
              <a:rPr lang="fr-FR" sz="7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META</a:t>
            </a:r>
          </a:p>
        </p:txBody>
      </p:sp>
      <p:sp>
        <p:nvSpPr>
          <p:cNvPr id="2475" name="TextBox 2474"/>
          <p:cNvSpPr txBox="1"/>
          <p:nvPr/>
        </p:nvSpPr>
        <p:spPr>
          <a:xfrm>
            <a:off x="192024" y="228600"/>
            <a:ext cx="11612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Arial"/>
              </a:rPr>
              <a:t>EDUCATION TO GO | MOROCCO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E2761"/>
                </a:solidFill>
                <a:latin typeface="Cambria"/>
              </a:rPr>
              <a:t>Bilan Formations YTD</a:t>
            </a:r>
            <a:r>
              <a:rPr sz="1800" b="0">
                <a:solidFill>
                  <a:srgbClr val="667085"/>
                </a:solidFill>
                <a:latin typeface="Calibri"/>
              </a:rPr>
              <a:t> — Janvier à Août 2026</a:t>
            </a:r>
          </a:p>
        </p:txBody>
      </p:sp>
      <p:sp>
        <p:nvSpPr>
          <p:cNvPr id="2476" name="Rounded Rectangle 2475"/>
          <p:cNvSpPr/>
          <p:nvPr/>
        </p:nvSpPr>
        <p:spPr>
          <a:xfrm>
            <a:off x="457200" y="1207008"/>
            <a:ext cx="2660904" cy="11155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Oval 2476"/>
          <p:cNvSpPr/>
          <p:nvPr/>
        </p:nvSpPr>
        <p:spPr>
          <a:xfrm>
            <a:off x="2843784" y="1362456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TextBox 2477"/>
          <p:cNvSpPr txBox="1"/>
          <p:nvPr/>
        </p:nvSpPr>
        <p:spPr>
          <a:xfrm>
            <a:off x="621792" y="1325880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mbria"/>
              </a:rPr>
              <a:t>212</a:t>
            </a:r>
          </a:p>
        </p:txBody>
      </p:sp>
      <p:sp>
        <p:nvSpPr>
          <p:cNvPr id="2479" name="TextBox 2478"/>
          <p:cNvSpPr txBox="1"/>
          <p:nvPr/>
        </p:nvSpPr>
        <p:spPr>
          <a:xfrm>
            <a:off x="621792" y="1847088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Calibri"/>
              </a:rPr>
              <a:t>Actions de formation réalisées sur 8 mois</a:t>
            </a:r>
          </a:p>
        </p:txBody>
      </p:sp>
      <p:sp>
        <p:nvSpPr>
          <p:cNvPr id="2480" name="Rounded Rectangle 2479"/>
          <p:cNvSpPr/>
          <p:nvPr/>
        </p:nvSpPr>
        <p:spPr>
          <a:xfrm>
            <a:off x="3328416" y="1207008"/>
            <a:ext cx="2660904" cy="11155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Oval 2480"/>
          <p:cNvSpPr/>
          <p:nvPr/>
        </p:nvSpPr>
        <p:spPr>
          <a:xfrm>
            <a:off x="5715000" y="1362456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TextBox 2481"/>
          <p:cNvSpPr txBox="1"/>
          <p:nvPr/>
        </p:nvSpPr>
        <p:spPr>
          <a:xfrm>
            <a:off x="3493008" y="1325880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mbria"/>
              </a:rPr>
              <a:t>137</a:t>
            </a:r>
          </a:p>
        </p:txBody>
      </p:sp>
      <p:sp>
        <p:nvSpPr>
          <p:cNvPr id="2483" name="TextBox 2482"/>
          <p:cNvSpPr txBox="1"/>
          <p:nvPr/>
        </p:nvSpPr>
        <p:spPr>
          <a:xfrm>
            <a:off x="3493008" y="1847088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Calibri"/>
              </a:rPr>
              <a:t>Formations partenaires en magasin, dont 75 Experts</a:t>
            </a:r>
          </a:p>
        </p:txBody>
      </p:sp>
      <p:sp>
        <p:nvSpPr>
          <p:cNvPr id="2484" name="Rounded Rectangle 2483"/>
          <p:cNvSpPr/>
          <p:nvPr/>
        </p:nvSpPr>
        <p:spPr>
          <a:xfrm>
            <a:off x="6199632" y="1207008"/>
            <a:ext cx="2660904" cy="11155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Oval 2484"/>
          <p:cNvSpPr/>
          <p:nvPr/>
        </p:nvSpPr>
        <p:spPr>
          <a:xfrm>
            <a:off x="8586216" y="1362456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TextBox 2485"/>
          <p:cNvSpPr txBox="1"/>
          <p:nvPr/>
        </p:nvSpPr>
        <p:spPr>
          <a:xfrm>
            <a:off x="6364224" y="1325880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mbria"/>
              </a:rPr>
              <a:t>51</a:t>
            </a:r>
          </a:p>
        </p:txBody>
      </p:sp>
      <p:sp>
        <p:nvSpPr>
          <p:cNvPr id="2487" name="TextBox 2486"/>
          <p:cNvSpPr txBox="1"/>
          <p:nvPr/>
        </p:nvSpPr>
        <p:spPr>
          <a:xfrm>
            <a:off x="6364224" y="1847088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Calibri"/>
              </a:rPr>
              <a:t>Visites ophtalmologues, + 183 rencontrés au Congrès SMO</a:t>
            </a:r>
          </a:p>
        </p:txBody>
      </p:sp>
      <p:sp>
        <p:nvSpPr>
          <p:cNvPr id="2488" name="Rounded Rectangle 2487"/>
          <p:cNvSpPr/>
          <p:nvPr/>
        </p:nvSpPr>
        <p:spPr>
          <a:xfrm>
            <a:off x="9070848" y="1207008"/>
            <a:ext cx="2660904" cy="11155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Oval 2488"/>
          <p:cNvSpPr/>
          <p:nvPr/>
        </p:nvSpPr>
        <p:spPr>
          <a:xfrm>
            <a:off x="11457432" y="1362456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TextBox 2489"/>
          <p:cNvSpPr txBox="1"/>
          <p:nvPr/>
        </p:nvSpPr>
        <p:spPr>
          <a:xfrm>
            <a:off x="9235440" y="1325880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mbria"/>
              </a:rPr>
              <a:t>8</a:t>
            </a:r>
          </a:p>
        </p:txBody>
      </p:sp>
      <p:sp>
        <p:nvSpPr>
          <p:cNvPr id="2491" name="TextBox 2490"/>
          <p:cNvSpPr txBox="1"/>
          <p:nvPr/>
        </p:nvSpPr>
        <p:spPr>
          <a:xfrm>
            <a:off x="9235440" y="1847088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Calibri"/>
              </a:rPr>
              <a:t>Villes couvertes · 6 Roadshows Kodak · 2 webinaires</a:t>
            </a:r>
          </a:p>
        </p:txBody>
      </p:sp>
      <p:sp>
        <p:nvSpPr>
          <p:cNvPr id="2492" name="TextBox 2491"/>
          <p:cNvSpPr txBox="1"/>
          <p:nvPr/>
        </p:nvSpPr>
        <p:spPr>
          <a:xfrm>
            <a:off x="658368" y="25420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mbria"/>
              </a:rPr>
              <a:t>Activité de formation par mois</a:t>
            </a:r>
          </a:p>
        </p:txBody>
      </p:sp>
      <p:graphicFrame>
        <p:nvGraphicFramePr>
          <p:cNvPr id="2493" name="Chart 2492"/>
          <p:cNvGraphicFramePr>
            <a:graphicFrameLocks noGrp="1"/>
          </p:cNvGraphicFramePr>
          <p:nvPr/>
        </p:nvGraphicFramePr>
        <p:xfrm>
          <a:off x="457200" y="2852928"/>
          <a:ext cx="6903720" cy="2697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94" name="TextBox 2493"/>
          <p:cNvSpPr txBox="1"/>
          <p:nvPr/>
        </p:nvSpPr>
        <p:spPr>
          <a:xfrm>
            <a:off x="7772400" y="25420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mbria"/>
              </a:rPr>
              <a:t>Répartition des 212 actions</a:t>
            </a:r>
          </a:p>
        </p:txBody>
      </p:sp>
      <p:graphicFrame>
        <p:nvGraphicFramePr>
          <p:cNvPr id="2495" name="Chart 2494"/>
          <p:cNvGraphicFramePr>
            <a:graphicFrameLocks noGrp="1"/>
          </p:cNvGraphicFramePr>
          <p:nvPr/>
        </p:nvGraphicFramePr>
        <p:xfrm>
          <a:off x="7571231" y="2852928"/>
          <a:ext cx="4160520" cy="2697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96" name="Rounded Rectangle 2495"/>
          <p:cNvSpPr/>
          <p:nvPr/>
        </p:nvSpPr>
        <p:spPr>
          <a:xfrm>
            <a:off x="457200" y="566928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TextBox 2496"/>
          <p:cNvSpPr txBox="1"/>
          <p:nvPr/>
        </p:nvSpPr>
        <p:spPr>
          <a:xfrm>
            <a:off x="713232" y="5669280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mbria"/>
              </a:rPr>
              <a:t>Leonardo</a:t>
            </a:r>
          </a:p>
        </p:txBody>
      </p:sp>
      <p:sp>
        <p:nvSpPr>
          <p:cNvPr id="2498" name="TextBox 2497"/>
          <p:cNvSpPr txBox="1"/>
          <p:nvPr/>
        </p:nvSpPr>
        <p:spPr>
          <a:xfrm>
            <a:off x="3017520" y="5669280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mbria"/>
              </a:rPr>
              <a:t>120  </a:t>
            </a:r>
            <a:r>
              <a:rPr sz="1100" b="0">
                <a:solidFill>
                  <a:srgbClr val="FFFFFF"/>
                </a:solidFill>
                <a:latin typeface="Calibri"/>
              </a:rPr>
              <a:t>comptes ECP actifs</a:t>
            </a:r>
          </a:p>
        </p:txBody>
      </p:sp>
      <p:sp>
        <p:nvSpPr>
          <p:cNvPr id="2499" name="TextBox 2498"/>
          <p:cNvSpPr txBox="1"/>
          <p:nvPr/>
        </p:nvSpPr>
        <p:spPr>
          <a:xfrm>
            <a:off x="5861304" y="5669280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mbria"/>
              </a:rPr>
              <a:t>90 %  </a:t>
            </a:r>
            <a:r>
              <a:rPr sz="1100" b="0">
                <a:solidFill>
                  <a:srgbClr val="FFFFFF"/>
                </a:solidFill>
                <a:latin typeface="Calibri"/>
              </a:rPr>
              <a:t>comptes internes actifs</a:t>
            </a:r>
          </a:p>
        </p:txBody>
      </p:sp>
      <p:sp>
        <p:nvSpPr>
          <p:cNvPr id="2500" name="TextBox 2499"/>
          <p:cNvSpPr txBox="1"/>
          <p:nvPr/>
        </p:nvSpPr>
        <p:spPr>
          <a:xfrm>
            <a:off x="8705088" y="5669280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mbria"/>
              </a:rPr>
              <a:t>3  </a:t>
            </a:r>
            <a:r>
              <a:rPr sz="1100" b="0">
                <a:solidFill>
                  <a:srgbClr val="FFFFFF"/>
                </a:solidFill>
                <a:latin typeface="Calibri"/>
              </a:rPr>
              <a:t>séances de formation menées</a:t>
            </a:r>
          </a:p>
        </p:txBody>
      </p:sp>
    </p:spTree>
    <p:extLst>
      <p:ext uri="{BB962C8B-B14F-4D97-AF65-F5344CB8AC3E}">
        <p14:creationId xmlns:p14="http://schemas.microsoft.com/office/powerpoint/2010/main" val="79260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1">
          <a:extLst>
            <a:ext uri="{FF2B5EF4-FFF2-40B4-BE49-F238E27FC236}">
              <a16:creationId xmlns:a16="http://schemas.microsoft.com/office/drawing/2014/main" id="{A3DD6AA8-3F4D-57AB-071A-BC4DF9EC8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12">
            <a:extLst>
              <a:ext uri="{FF2B5EF4-FFF2-40B4-BE49-F238E27FC236}">
                <a16:creationId xmlns:a16="http://schemas.microsoft.com/office/drawing/2014/main" id="{3EC546E6-A6F3-CB1C-8624-93F63EC76A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524801" y="6454885"/>
            <a:ext cx="293415" cy="1099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defTabSz="914396">
              <a:buClr>
                <a:srgbClr val="000000"/>
              </a:buClr>
              <a:defRPr/>
            </a:pPr>
            <a:fld id="{00000000-1234-1234-1234-123412341234}" type="slidenum">
              <a:rPr lang="fr-FR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pPr defTabSz="914396">
                <a:buClr>
                  <a:srgbClr val="000000"/>
                </a:buClr>
                <a:defRPr/>
              </a:pPr>
              <a:t>2</a:t>
            </a:fld>
            <a:endParaRPr lang="fr-FR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Espace réservé du pied de page 2">
            <a:extLst>
              <a:ext uri="{FF2B5EF4-FFF2-40B4-BE49-F238E27FC236}">
                <a16:creationId xmlns:a16="http://schemas.microsoft.com/office/drawing/2014/main" id="{B55CD3B8-D624-6CA7-2ED5-8786D6C5B1A8}"/>
              </a:ext>
            </a:extLst>
          </p:cNvPr>
          <p:cNvSpPr txBox="1">
            <a:spLocks/>
          </p:cNvSpPr>
          <p:nvPr/>
        </p:nvSpPr>
        <p:spPr>
          <a:xfrm>
            <a:off x="416339" y="6401025"/>
            <a:ext cx="2494455" cy="215440"/>
          </a:xfrm>
          <a:prstGeom prst="rect">
            <a:avLst/>
          </a:prstGeom>
        </p:spPr>
        <p:txBody>
          <a:bodyPr/>
          <a:lstStyle>
            <a:defPPr>
              <a:defRPr lang="en-15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96">
              <a:defRPr/>
            </a:pPr>
            <a:r>
              <a:rPr lang="fr-FR" sz="7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META Business Planning &amp; Intelligence</a:t>
            </a: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0C7ACD44-00DA-491D-1A62-97B6F09AF6A7}"/>
              </a:ext>
            </a:extLst>
          </p:cNvPr>
          <p:cNvSpPr txBox="1">
            <a:spLocks/>
          </p:cNvSpPr>
          <p:nvPr/>
        </p:nvSpPr>
        <p:spPr>
          <a:xfrm>
            <a:off x="280874" y="6203914"/>
            <a:ext cx="2494455" cy="215440"/>
          </a:xfrm>
          <a:prstGeom prst="rect">
            <a:avLst/>
          </a:prstGeom>
        </p:spPr>
        <p:txBody>
          <a:bodyPr/>
          <a:lstStyle>
            <a:defPPr>
              <a:defRPr lang="en-15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96">
              <a:defRPr/>
            </a:pPr>
            <a:r>
              <a:rPr lang="fr-FR" sz="7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Source: DOP, </a:t>
            </a:r>
            <a:r>
              <a:rPr lang="fr-FR" sz="70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Perimeter</a:t>
            </a:r>
            <a:r>
              <a:rPr lang="fr-FR" sz="7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META</a:t>
            </a:r>
          </a:p>
        </p:txBody>
      </p:sp>
      <p:sp>
        <p:nvSpPr>
          <p:cNvPr id="2475" name="TextBox 2474"/>
          <p:cNvSpPr txBox="1"/>
          <p:nvPr/>
        </p:nvSpPr>
        <p:spPr>
          <a:xfrm>
            <a:off x="192024" y="228600"/>
            <a:ext cx="11612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Arial"/>
              </a:rPr>
              <a:t>EDUCATION TO GO | MOROCCO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E2761"/>
                </a:solidFill>
                <a:latin typeface="Cambria"/>
              </a:rPr>
              <a:t>Plan de Formation Q4 2026</a:t>
            </a:r>
            <a:r>
              <a:rPr sz="1800" b="0">
                <a:solidFill>
                  <a:srgbClr val="667085"/>
                </a:solidFill>
                <a:latin typeface="Calibri"/>
              </a:rPr>
              <a:t> — Septembre à Décembre</a:t>
            </a:r>
          </a:p>
        </p:txBody>
      </p:sp>
      <p:sp>
        <p:nvSpPr>
          <p:cNvPr id="2476" name="Rounded Rectangle 2475"/>
          <p:cNvSpPr/>
          <p:nvPr/>
        </p:nvSpPr>
        <p:spPr>
          <a:xfrm>
            <a:off x="457200" y="1207008"/>
            <a:ext cx="2660904" cy="11155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Oval 2476"/>
          <p:cNvSpPr/>
          <p:nvPr/>
        </p:nvSpPr>
        <p:spPr>
          <a:xfrm>
            <a:off x="2843784" y="1362456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TextBox 2477"/>
          <p:cNvSpPr txBox="1"/>
          <p:nvPr/>
        </p:nvSpPr>
        <p:spPr>
          <a:xfrm>
            <a:off x="621792" y="1325880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mbria"/>
              </a:rPr>
              <a:t>10</a:t>
            </a:r>
          </a:p>
        </p:txBody>
      </p:sp>
      <p:sp>
        <p:nvSpPr>
          <p:cNvPr id="2479" name="TextBox 2478"/>
          <p:cNvSpPr txBox="1"/>
          <p:nvPr/>
        </p:nvSpPr>
        <p:spPr>
          <a:xfrm>
            <a:off x="621792" y="1847088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Calibri"/>
              </a:rPr>
              <a:t>Sessions planifiées : 5 internes + 5 webinaires</a:t>
            </a:r>
          </a:p>
        </p:txBody>
      </p:sp>
      <p:sp>
        <p:nvSpPr>
          <p:cNvPr id="2480" name="Rounded Rectangle 2479"/>
          <p:cNvSpPr/>
          <p:nvPr/>
        </p:nvSpPr>
        <p:spPr>
          <a:xfrm>
            <a:off x="3328416" y="1207008"/>
            <a:ext cx="2660904" cy="11155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Oval 2480"/>
          <p:cNvSpPr/>
          <p:nvPr/>
        </p:nvSpPr>
        <p:spPr>
          <a:xfrm>
            <a:off x="5715000" y="1362456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TextBox 2481"/>
          <p:cNvSpPr txBox="1"/>
          <p:nvPr/>
        </p:nvSpPr>
        <p:spPr>
          <a:xfrm>
            <a:off x="3493008" y="1325880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mbria"/>
              </a:rPr>
              <a:t>5</a:t>
            </a:r>
          </a:p>
        </p:txBody>
      </p:sp>
      <p:sp>
        <p:nvSpPr>
          <p:cNvPr id="2483" name="TextBox 2482"/>
          <p:cNvSpPr txBox="1"/>
          <p:nvPr/>
        </p:nvSpPr>
        <p:spPr>
          <a:xfrm>
            <a:off x="3493008" y="1847088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Calibri"/>
              </a:rPr>
              <a:t>Thèmes produits couverts, priorité Stellest</a:t>
            </a:r>
          </a:p>
        </p:txBody>
      </p:sp>
      <p:sp>
        <p:nvSpPr>
          <p:cNvPr id="2484" name="Rounded Rectangle 2483"/>
          <p:cNvSpPr/>
          <p:nvPr/>
        </p:nvSpPr>
        <p:spPr>
          <a:xfrm>
            <a:off x="6199632" y="1207008"/>
            <a:ext cx="2660904" cy="11155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Oval 2484"/>
          <p:cNvSpPr/>
          <p:nvPr/>
        </p:nvSpPr>
        <p:spPr>
          <a:xfrm>
            <a:off x="8586216" y="1362456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TextBox 2485"/>
          <p:cNvSpPr txBox="1"/>
          <p:nvPr/>
        </p:nvSpPr>
        <p:spPr>
          <a:xfrm>
            <a:off x="6364224" y="1325880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mbria"/>
              </a:rPr>
              <a:t>7</a:t>
            </a:r>
          </a:p>
        </p:txBody>
      </p:sp>
      <p:sp>
        <p:nvSpPr>
          <p:cNvPr id="2487" name="TextBox 2486"/>
          <p:cNvSpPr txBox="1"/>
          <p:nvPr/>
        </p:nvSpPr>
        <p:spPr>
          <a:xfrm>
            <a:off x="6364224" y="1847088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Calibri"/>
              </a:rPr>
              <a:t>Groupes partenaires ciblés — Essilor Expert / Nikon</a:t>
            </a:r>
          </a:p>
        </p:txBody>
      </p:sp>
      <p:sp>
        <p:nvSpPr>
          <p:cNvPr id="2488" name="Rounded Rectangle 2487"/>
          <p:cNvSpPr/>
          <p:nvPr/>
        </p:nvSpPr>
        <p:spPr>
          <a:xfrm>
            <a:off x="9070848" y="1207008"/>
            <a:ext cx="2660904" cy="11155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Oval 2488"/>
          <p:cNvSpPr/>
          <p:nvPr/>
        </p:nvSpPr>
        <p:spPr>
          <a:xfrm>
            <a:off x="11457432" y="1362456"/>
            <a:ext cx="118872" cy="1188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TextBox 2489"/>
          <p:cNvSpPr txBox="1"/>
          <p:nvPr/>
        </p:nvSpPr>
        <p:spPr>
          <a:xfrm>
            <a:off x="9235440" y="1325880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Cambria"/>
              </a:rPr>
              <a:t>100 %</a:t>
            </a:r>
          </a:p>
        </p:txBody>
      </p:sp>
      <p:sp>
        <p:nvSpPr>
          <p:cNvPr id="2491" name="TextBox 2490"/>
          <p:cNvSpPr txBox="1"/>
          <p:nvPr/>
        </p:nvSpPr>
        <p:spPr>
          <a:xfrm>
            <a:off x="9235440" y="1847088"/>
            <a:ext cx="2350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Calibri"/>
              </a:rPr>
              <a:t>Formations obligatoires à compléter avant le 31/12</a:t>
            </a:r>
          </a:p>
        </p:txBody>
      </p:sp>
      <p:sp>
        <p:nvSpPr>
          <p:cNvPr id="2492" name="TextBox 2491"/>
          <p:cNvSpPr txBox="1"/>
          <p:nvPr/>
        </p:nvSpPr>
        <p:spPr>
          <a:xfrm>
            <a:off x="658368" y="25420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mbria"/>
              </a:rPr>
              <a:t>Sessions planifiées par mois</a:t>
            </a:r>
          </a:p>
        </p:txBody>
      </p:sp>
      <p:graphicFrame>
        <p:nvGraphicFramePr>
          <p:cNvPr id="2493" name="Chart 2492"/>
          <p:cNvGraphicFramePr>
            <a:graphicFrameLocks noGrp="1"/>
          </p:cNvGraphicFramePr>
          <p:nvPr/>
        </p:nvGraphicFramePr>
        <p:xfrm>
          <a:off x="457200" y="2834640"/>
          <a:ext cx="5486400" cy="221284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94" name="TextBox 2493"/>
          <p:cNvSpPr txBox="1"/>
          <p:nvPr/>
        </p:nvSpPr>
        <p:spPr>
          <a:xfrm>
            <a:off x="658368" y="512064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1E2761"/>
                </a:solidFill>
                <a:latin typeface="Calibri"/>
              </a:rPr>
              <a:t>Sept </a:t>
            </a:r>
            <a:r>
              <a:rPr sz="950" b="0">
                <a:solidFill>
                  <a:srgbClr val="667085"/>
                </a:solidFill>
                <a:latin typeface="Calibri"/>
              </a:rPr>
              <a:t>Kodak FSV  ·  </a:t>
            </a:r>
            <a:r>
              <a:rPr sz="950" b="1">
                <a:solidFill>
                  <a:srgbClr val="1E2761"/>
                </a:solidFill>
                <a:latin typeface="Calibri"/>
              </a:rPr>
              <a:t>Oct </a:t>
            </a:r>
            <a:r>
              <a:rPr sz="950" b="0">
                <a:solidFill>
                  <a:srgbClr val="667085"/>
                </a:solidFill>
                <a:latin typeface="Calibri"/>
              </a:rPr>
              <a:t>Stellest  ·  </a:t>
            </a:r>
            <a:r>
              <a:rPr sz="950" b="1">
                <a:solidFill>
                  <a:srgbClr val="1E2761"/>
                </a:solidFill>
                <a:latin typeface="Calibri"/>
              </a:rPr>
              <a:t>Nov </a:t>
            </a:r>
            <a:r>
              <a:rPr sz="950" b="0">
                <a:solidFill>
                  <a:srgbClr val="667085"/>
                </a:solidFill>
                <a:latin typeface="Calibri"/>
              </a:rPr>
              <a:t>Varilux Shift, Nikon Z, PAL Essilor  ·  </a:t>
            </a:r>
            <a:r>
              <a:rPr sz="950" b="1">
                <a:solidFill>
                  <a:srgbClr val="1E2761"/>
                </a:solidFill>
                <a:latin typeface="Calibri"/>
              </a:rPr>
              <a:t>Déc </a:t>
            </a:r>
            <a:r>
              <a:rPr sz="950" b="0">
                <a:solidFill>
                  <a:srgbClr val="667085"/>
                </a:solidFill>
                <a:latin typeface="Calibri"/>
              </a:rPr>
              <a:t>Stellest</a:t>
            </a:r>
          </a:p>
        </p:txBody>
      </p:sp>
      <p:sp>
        <p:nvSpPr>
          <p:cNvPr id="2495" name="TextBox 2494"/>
          <p:cNvSpPr txBox="1"/>
          <p:nvPr/>
        </p:nvSpPr>
        <p:spPr>
          <a:xfrm>
            <a:off x="6446520" y="25420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mbria"/>
              </a:rPr>
              <a:t>Sessions par thème produit</a:t>
            </a:r>
          </a:p>
        </p:txBody>
      </p:sp>
      <p:graphicFrame>
        <p:nvGraphicFramePr>
          <p:cNvPr id="2496" name="Chart 2495"/>
          <p:cNvGraphicFramePr>
            <a:graphicFrameLocks noGrp="1"/>
          </p:cNvGraphicFramePr>
          <p:nvPr/>
        </p:nvGraphicFramePr>
        <p:xfrm>
          <a:off x="6245352" y="2834640"/>
          <a:ext cx="5486400" cy="221284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97" name="Rounded Rectangle 2496"/>
          <p:cNvSpPr/>
          <p:nvPr/>
        </p:nvSpPr>
        <p:spPr>
          <a:xfrm>
            <a:off x="457200" y="5650992"/>
            <a:ext cx="11274552" cy="585216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TextBox 2497"/>
          <p:cNvSpPr txBox="1"/>
          <p:nvPr/>
        </p:nvSpPr>
        <p:spPr>
          <a:xfrm>
            <a:off x="713232" y="5650992"/>
            <a:ext cx="22402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mbria"/>
              </a:rPr>
              <a:t>Challenge Leonardo</a:t>
            </a:r>
          </a:p>
        </p:txBody>
      </p:sp>
      <p:sp>
        <p:nvSpPr>
          <p:cNvPr id="2499" name="TextBox 2498"/>
          <p:cNvSpPr txBox="1"/>
          <p:nvPr/>
        </p:nvSpPr>
        <p:spPr>
          <a:xfrm>
            <a:off x="3017520" y="5650992"/>
            <a:ext cx="199567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mbria"/>
              </a:rPr>
              <a:t>1 500 MAD  </a:t>
            </a:r>
            <a:r>
              <a:rPr sz="1100" b="0">
                <a:solidFill>
                  <a:srgbClr val="FFFFFF"/>
                </a:solidFill>
                <a:latin typeface="Calibri"/>
              </a:rPr>
              <a:t>1er prix</a:t>
            </a:r>
          </a:p>
        </p:txBody>
      </p:sp>
      <p:sp>
        <p:nvSpPr>
          <p:cNvPr id="2500" name="TextBox 2499"/>
          <p:cNvSpPr txBox="1"/>
          <p:nvPr/>
        </p:nvSpPr>
        <p:spPr>
          <a:xfrm>
            <a:off x="5150358" y="5650992"/>
            <a:ext cx="199567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mbria"/>
              </a:rPr>
              <a:t>1 000 MAD  </a:t>
            </a:r>
            <a:r>
              <a:rPr sz="1100" b="0">
                <a:solidFill>
                  <a:srgbClr val="FFFFFF"/>
                </a:solidFill>
                <a:latin typeface="Calibri"/>
              </a:rPr>
              <a:t>2e prix</a:t>
            </a:r>
          </a:p>
        </p:txBody>
      </p:sp>
      <p:sp>
        <p:nvSpPr>
          <p:cNvPr id="2501" name="TextBox 2500"/>
          <p:cNvSpPr txBox="1"/>
          <p:nvPr/>
        </p:nvSpPr>
        <p:spPr>
          <a:xfrm>
            <a:off x="7283196" y="5650992"/>
            <a:ext cx="199567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mbria"/>
              </a:rPr>
              <a:t>700 MAD  </a:t>
            </a:r>
            <a:r>
              <a:rPr sz="1100" b="0">
                <a:solidFill>
                  <a:srgbClr val="FFFFFF"/>
                </a:solidFill>
                <a:latin typeface="Calibri"/>
              </a:rPr>
              <a:t>3e prix</a:t>
            </a:r>
          </a:p>
        </p:txBody>
      </p:sp>
      <p:sp>
        <p:nvSpPr>
          <p:cNvPr id="2502" name="TextBox 2501"/>
          <p:cNvSpPr txBox="1"/>
          <p:nvPr/>
        </p:nvSpPr>
        <p:spPr>
          <a:xfrm>
            <a:off x="9416034" y="5650992"/>
            <a:ext cx="199567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994A"/>
                </a:solidFill>
                <a:latin typeface="Cambria"/>
              </a:rPr>
              <a:t>100 %  </a:t>
            </a:r>
            <a:r>
              <a:rPr sz="1100" b="0">
                <a:solidFill>
                  <a:srgbClr val="FFFFFF"/>
                </a:solidFill>
                <a:latin typeface="Calibri"/>
              </a:rPr>
              <a:t>comptes actifs</a:t>
            </a:r>
          </a:p>
        </p:txBody>
      </p:sp>
    </p:spTree>
    <p:extLst>
      <p:ext uri="{BB962C8B-B14F-4D97-AF65-F5344CB8AC3E}">
        <p14:creationId xmlns:p14="http://schemas.microsoft.com/office/powerpoint/2010/main" val="19265345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EssilorLuxottica">
      <a:dk1>
        <a:sysClr val="windowText" lastClr="000000"/>
      </a:dk1>
      <a:lt1>
        <a:sysClr val="window" lastClr="FFFFFF"/>
      </a:lt1>
      <a:dk2>
        <a:srgbClr val="414042"/>
      </a:dk2>
      <a:lt2>
        <a:srgbClr val="FFFBF9"/>
      </a:lt2>
      <a:accent1>
        <a:srgbClr val="5C8DB8"/>
      </a:accent1>
      <a:accent2>
        <a:srgbClr val="E95145"/>
      </a:accent2>
      <a:accent3>
        <a:srgbClr val="F5A000"/>
      </a:accent3>
      <a:accent4>
        <a:srgbClr val="FAF06A"/>
      </a:accent4>
      <a:accent5>
        <a:srgbClr val="6BA772"/>
      </a:accent5>
      <a:accent6>
        <a:srgbClr val="A7A9A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257</Words>
  <Application>Microsoft Office PowerPoint</Application>
  <PresentationFormat>Grand écran</PresentationFormat>
  <Paragraphs>71</Paragraphs>
  <Slides>2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0" baseType="lpstr">
      <vt:lpstr>Aileron</vt:lpstr>
      <vt:lpstr>Arial</vt:lpstr>
      <vt:lpstr>Calibri</vt:lpstr>
      <vt:lpstr>Cambria</vt:lpstr>
      <vt:lpstr>Georgia</vt:lpstr>
      <vt:lpstr>Helvetica Neue Medium</vt:lpstr>
      <vt:lpstr>Thème Office</vt:lpstr>
      <vt:lpstr>think-cell Slide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Majdouline ELALAMI</cp:lastModifiedBy>
  <cp:revision>4</cp:revision>
  <dcterms:created xsi:type="dcterms:W3CDTF">2026-09-14T10:06:54Z</dcterms:created>
  <dcterms:modified xsi:type="dcterms:W3CDTF">2026-09-14T10:20:35Z</dcterms:modified>
</cp:coreProperties>
</file>